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05beee3126b4a94" /><Relationship Type="http://schemas.openxmlformats.org/officeDocument/2006/relationships/extended-properties" Target="/docProps/app.xml" Id="R1fd90b189b89497a" /><Relationship Type="http://schemas.openxmlformats.org/officeDocument/2006/relationships/officeDocument" Target="/ppt/presentation.xml" Id="R5c94b7dd176c4b01" /></Relationships>
</file>

<file path=ppt/presentation.xml><?xml version="1.0" encoding="utf-8"?>
<p:presentation xmlns:p="http://schemas.openxmlformats.org/presentationml/2006/main">
  <p:sldMasterIdLst>
    <p:sldMasterId xmlns:r="http://schemas.openxmlformats.org/officeDocument/2006/relationships" id="2147483648" r:id="Rcabb49ca46394168"/>
  </p:sldMasterIdLst>
  <p:notesMasterIdLst>
    <p:notesMasterId xmlns:r="http://schemas.openxmlformats.org/officeDocument/2006/relationships" r:id="R42dcc8c7e73840cb"/>
  </p:notesMasterIdLst>
  <p:sldIdLst>
    <p:sldId xmlns:r="http://schemas.openxmlformats.org/officeDocument/2006/relationships" id="256" r:id="Rfa2b899bfc9b4d97"/>
    <p:sldId xmlns:r="http://schemas.openxmlformats.org/officeDocument/2006/relationships" id="257" r:id="Rcc5bdd5075ac4386"/>
    <p:sldId xmlns:r="http://schemas.openxmlformats.org/officeDocument/2006/relationships" id="258" r:id="Rd53d90a53c604f3e"/>
    <p:sldId xmlns:r="http://schemas.openxmlformats.org/officeDocument/2006/relationships" id="259" r:id="R3fce023d4f824470"/>
    <p:sldId xmlns:r="http://schemas.openxmlformats.org/officeDocument/2006/relationships" id="260" r:id="R67d7015005f34b98"/>
    <p:sldId xmlns:r="http://schemas.openxmlformats.org/officeDocument/2006/relationships" id="261" r:id="Rf25267ca18f84c85"/>
    <p:sldId xmlns:r="http://schemas.openxmlformats.org/officeDocument/2006/relationships" id="262" r:id="Reabc729da77940df"/>
    <p:sldId xmlns:r="http://schemas.openxmlformats.org/officeDocument/2006/relationships" id="263" r:id="Rc5ee5da60dce42f1"/>
    <p:sldId xmlns:r="http://schemas.openxmlformats.org/officeDocument/2006/relationships" id="264" r:id="R5cda7be18aac4ed1"/>
    <p:sldId xmlns:r="http://schemas.openxmlformats.org/officeDocument/2006/relationships" id="265" r:id="Re45e0d0d5b83406f"/>
    <p:sldId xmlns:r="http://schemas.openxmlformats.org/officeDocument/2006/relationships" id="266" r:id="R6850c386d1854e22"/>
    <p:sldId xmlns:r="http://schemas.openxmlformats.org/officeDocument/2006/relationships" id="267" r:id="R38cda6c29e97407c"/>
    <p:sldId xmlns:r="http://schemas.openxmlformats.org/officeDocument/2006/relationships" id="268" r:id="Rcc9777982d4e41fa"/>
    <p:sldId xmlns:r="http://schemas.openxmlformats.org/officeDocument/2006/relationships" id="269" r:id="R8693325cff454b8d"/>
    <p:sldId xmlns:r="http://schemas.openxmlformats.org/officeDocument/2006/relationships" id="270" r:id="Rd007c096bfdc4e19"/>
    <p:sldId xmlns:r="http://schemas.openxmlformats.org/officeDocument/2006/relationships" id="271" r:id="Rd6c00cbbcfff417a"/>
    <p:sldId xmlns:r="http://schemas.openxmlformats.org/officeDocument/2006/relationships" id="272" r:id="R6a6e34a6059b4a2d"/>
    <p:sldId xmlns:r="http://schemas.openxmlformats.org/officeDocument/2006/relationships" id="273" r:id="R8072818d6d924c42"/>
    <p:sldId xmlns:r="http://schemas.openxmlformats.org/officeDocument/2006/relationships" id="274" r:id="R47710eebc4374359"/>
    <p:sldId xmlns:r="http://schemas.openxmlformats.org/officeDocument/2006/relationships" id="275" r:id="R37d3d32f7d374cb7"/>
    <p:sldId xmlns:r="http://schemas.openxmlformats.org/officeDocument/2006/relationships" id="276" r:id="R318d097023d94d4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a5bf4a9a494c9c" /><Relationship Type="http://schemas.openxmlformats.org/officeDocument/2006/relationships/slideMaster" Target="/ppt/slideMasters/slideMaster1.xml" Id="Rcabb49ca46394168" /><Relationship Type="http://schemas.openxmlformats.org/officeDocument/2006/relationships/notesMaster" Target="/ppt/notesMasters/notesMaster1.xml" Id="R42dcc8c7e73840cb" /><Relationship Type="http://schemas.openxmlformats.org/officeDocument/2006/relationships/presProps" Target="/ppt/presProps.xml" Id="R84c58282622f4cff" /><Relationship Type="http://schemas.openxmlformats.org/officeDocument/2006/relationships/tableStyles" Target="/ppt/tableStyles.xml" Id="Rd1878203980e4a7a" /><Relationship Type="http://schemas.openxmlformats.org/officeDocument/2006/relationships/slide" Target="/ppt/slides/slide1.xml" Id="Rfa2b899bfc9b4d97" /><Relationship Type="http://schemas.openxmlformats.org/officeDocument/2006/relationships/slide" Target="/ppt/slides/slide2.xml" Id="Rcc5bdd5075ac4386" /><Relationship Type="http://schemas.openxmlformats.org/officeDocument/2006/relationships/slide" Target="/ppt/slides/slide3.xml" Id="Rd53d90a53c604f3e" /><Relationship Type="http://schemas.openxmlformats.org/officeDocument/2006/relationships/slide" Target="/ppt/slides/slide4.xml" Id="R3fce023d4f824470" /><Relationship Type="http://schemas.openxmlformats.org/officeDocument/2006/relationships/slide" Target="/ppt/slides/slide5.xml" Id="R67d7015005f34b98" /><Relationship Type="http://schemas.openxmlformats.org/officeDocument/2006/relationships/slide" Target="/ppt/slides/slide6.xml" Id="Rf25267ca18f84c85" /><Relationship Type="http://schemas.openxmlformats.org/officeDocument/2006/relationships/slide" Target="/ppt/slides/slide7.xml" Id="Reabc729da77940df" /><Relationship Type="http://schemas.openxmlformats.org/officeDocument/2006/relationships/slide" Target="/ppt/slides/slide8.xml" Id="Rc5ee5da60dce42f1" /><Relationship Type="http://schemas.openxmlformats.org/officeDocument/2006/relationships/slide" Target="/ppt/slides/slide9.xml" Id="R5cda7be18aac4ed1" /><Relationship Type="http://schemas.openxmlformats.org/officeDocument/2006/relationships/slide" Target="/ppt/slides/slide10.xml" Id="Re45e0d0d5b83406f" /><Relationship Type="http://schemas.openxmlformats.org/officeDocument/2006/relationships/slide" Target="/ppt/slides/slide11.xml" Id="R6850c386d1854e22" /><Relationship Type="http://schemas.openxmlformats.org/officeDocument/2006/relationships/slide" Target="/ppt/slides/slide12.xml" Id="R38cda6c29e97407c" /><Relationship Type="http://schemas.openxmlformats.org/officeDocument/2006/relationships/slide" Target="/ppt/slides/slide13.xml" Id="Rcc9777982d4e41fa" /><Relationship Type="http://schemas.openxmlformats.org/officeDocument/2006/relationships/slide" Target="/ppt/slides/slide14.xml" Id="R8693325cff454b8d" /><Relationship Type="http://schemas.openxmlformats.org/officeDocument/2006/relationships/slide" Target="/ppt/slides/slide15.xml" Id="Rd007c096bfdc4e19" /><Relationship Type="http://schemas.openxmlformats.org/officeDocument/2006/relationships/slide" Target="/ppt/slides/slide16.xml" Id="Rd6c00cbbcfff417a" /><Relationship Type="http://schemas.openxmlformats.org/officeDocument/2006/relationships/slide" Target="/ppt/slides/slide17.xml" Id="R6a6e34a6059b4a2d" /><Relationship Type="http://schemas.openxmlformats.org/officeDocument/2006/relationships/slide" Target="/ppt/slides/slide18.xml" Id="R8072818d6d924c42" /><Relationship Type="http://schemas.openxmlformats.org/officeDocument/2006/relationships/slide" Target="/ppt/slides/slide19.xml" Id="R47710eebc4374359" /><Relationship Type="http://schemas.openxmlformats.org/officeDocument/2006/relationships/slide" Target="/ppt/slides/slide20.xml" Id="R37d3d32f7d374cb7" /><Relationship Type="http://schemas.openxmlformats.org/officeDocument/2006/relationships/slide" Target="/ppt/slides/slide21.xml" Id="R318d097023d94d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42bfd8f21d43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d3fe8aae694760" /><Relationship Type="http://schemas.openxmlformats.org/officeDocument/2006/relationships/notesMaster" Target="/ppt/notesMasters/notesMaster1.xml" Id="Rb0f2075cab1e41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fde8c36d854643" /><Relationship Type="http://schemas.openxmlformats.org/officeDocument/2006/relationships/notesMaster" Target="/ppt/notesMasters/notesMaster1.xml" Id="Rb6afdf38abe64d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62c5556f0f47e9" /><Relationship Type="http://schemas.openxmlformats.org/officeDocument/2006/relationships/notesMaster" Target="/ppt/notesMasters/notesMaster1.xml" Id="R50647c79e1904b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bad4dcc02a4cf5" /><Relationship Type="http://schemas.openxmlformats.org/officeDocument/2006/relationships/notesMaster" Target="/ppt/notesMasters/notesMaster1.xml" Id="Raf9d3a447bcb47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6878a7938b4c1b" /><Relationship Type="http://schemas.openxmlformats.org/officeDocument/2006/relationships/notesMaster" Target="/ppt/notesMasters/notesMaster1.xml" Id="R4c06979d0b1744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35ea6e6f13450b" /><Relationship Type="http://schemas.openxmlformats.org/officeDocument/2006/relationships/notesMaster" Target="/ppt/notesMasters/notesMaster1.xml" Id="R2fee78cbbd5f4d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be8eeca99c4416" /><Relationship Type="http://schemas.openxmlformats.org/officeDocument/2006/relationships/notesMaster" Target="/ppt/notesMasters/notesMaster1.xml" Id="R6cb92a5abc8148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344be8d3e346b5" /><Relationship Type="http://schemas.openxmlformats.org/officeDocument/2006/relationships/notesMaster" Target="/ppt/notesMasters/notesMaster1.xml" Id="R1f79caf2070849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2021fddcfb4c67" /><Relationship Type="http://schemas.openxmlformats.org/officeDocument/2006/relationships/notesMaster" Target="/ppt/notesMasters/notesMaster1.xml" Id="Re427904b8a8343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fcc0d40ef94216" /><Relationship Type="http://schemas.openxmlformats.org/officeDocument/2006/relationships/notesMaster" Target="/ppt/notesMasters/notesMaster1.xml" Id="R20f2a21f654a4a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2c8d92e55c405e" /><Relationship Type="http://schemas.openxmlformats.org/officeDocument/2006/relationships/notesMaster" Target="/ppt/notesMasters/notesMaster1.xml" Id="Re72875cbe42946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48bca7471349ee" /><Relationship Type="http://schemas.openxmlformats.org/officeDocument/2006/relationships/notesMaster" Target="/ppt/notesMasters/notesMaster1.xml" Id="Rece88416b19b4d5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6453cbd8e6b4e88" /><Relationship Type="http://schemas.openxmlformats.org/officeDocument/2006/relationships/notesMaster" Target="/ppt/notesMasters/notesMaster1.xml" Id="Rbb5f8f7fc98f4cd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6424b6ca2f419f" /><Relationship Type="http://schemas.openxmlformats.org/officeDocument/2006/relationships/notesMaster" Target="/ppt/notesMasters/notesMaster1.xml" Id="R9a6f5bdc315643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e998f5282d14b33" /><Relationship Type="http://schemas.openxmlformats.org/officeDocument/2006/relationships/notesMaster" Target="/ppt/notesMasters/notesMaster1.xml" Id="Redf44da455fb42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7d72d5541d74a1f" /><Relationship Type="http://schemas.openxmlformats.org/officeDocument/2006/relationships/notesMaster" Target="/ppt/notesMasters/notesMaster1.xml" Id="Rda6234eb97fa4b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a37ccb95974e2c" /><Relationship Type="http://schemas.openxmlformats.org/officeDocument/2006/relationships/notesMaster" Target="/ppt/notesMasters/notesMaster1.xml" Id="R55a571996a1540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73b69905db4b69" /><Relationship Type="http://schemas.openxmlformats.org/officeDocument/2006/relationships/notesMaster" Target="/ppt/notesMasters/notesMaster1.xml" Id="R08360c643edd41e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9a3096eb1654763" /><Relationship Type="http://schemas.openxmlformats.org/officeDocument/2006/relationships/notesMaster" Target="/ppt/notesMasters/notesMaster1.xml" Id="Rbbbc60a09f5e471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cbf501949b2480e" /><Relationship Type="http://schemas.openxmlformats.org/officeDocument/2006/relationships/notesMaster" Target="/ppt/notesMasters/notesMaster1.xml" Id="R82498638a536422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65b9afca2624445" /><Relationship Type="http://schemas.openxmlformats.org/officeDocument/2006/relationships/notesMaster" Target="/ppt/notesMasters/notesMaster1.xml" Id="Rd222597551864ac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أعرض اليوم مقترح منصة تساعد على فهم إعدادات حماية مستودعات GitHub، وتوثيق أدلتها، واقتراح خطة إصلاح قابلة للمراجعة.</a:t>
            </a:r>
          </a:p>
          <a:p xmlns:a="http://schemas.openxmlformats.org/drawingml/2006/main">
            <a:r>
              <a:t/>
            </a:r>
          </a:p>
          <a:p xmlns:a="http://schemas.openxmlformats.org/drawingml/2006/main">
            <a:r>
              <a:t>الرسم التوضيحي أُنشئ باستخدام image_gen، ولا يمثل لقطة شاشة أو نتيجة تجربة.</a:t>
            </a:r>
          </a:p>
          <a:p xmlns:a="http://schemas.openxmlformats.org/drawingml/2006/main">
            <a:r>
              <a:t>الشعار من نموذج التقرير الجامعي الأصلي المقدم للمشروع.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المشكلة أن وجود قاعدة حماية لا يوضح وحده ما تستطيع كل هوية تنفيذه بعد احتساب القواعد المتراكبة واستثناءاتها. وقد يمنع إصلاح عام عملية مصرحًا بها. هدف المنصة تقييم متطلبات محددة، وربط الحكم بدليله، واقتراح إصلاح للحالات المدعومة ومتابعة إعادة التحقق. مسؤول المؤسسة يحدد السياسة والنطاق؛ المقيّم يتابع النتائج والمعالجة؛ والمراجع يطّلع على الأدلة والتقارير. هذه وظائف مصممة وليست منصة مكتملة.</a:t>
            </a:r>
          </a:p>
          <a:p xmlns:a="http://schemas.openxmlformats.org/drawingml/2006/main">
            <a:r>
              <a:t/>
            </a:r>
          </a:p>
          <a:p xmlns:a="http://schemas.openxmlformats.org/drawingml/2006/main">
            <a:r>
              <a:t>المصادر:</a:t>
            </a:r>
          </a:p>
          <a:p xmlns:a="http://schemas.openxmlformats.org/drawingml/2006/main">
            <a:r>
              <a:t>GitHub, “About rulesets,” GitHub Docs. Accessed Oct. 27, 2026.</a:t>
            </a:r>
          </a:p>
          <a:p xmlns:a="http://schemas.openxmlformats.org/drawingml/2006/main">
            <a:r>
              <a:t>https://docs.github.com/en/repositories/configuring-branches-and-merges-in-your-repository/managing-rulesets/about-rulesets</a:t>
            </a:r>
          </a:p>
          <a:p xmlns:a="http://schemas.openxmlformats.org/drawingml/2006/main">
            <a:r>
              <a:t>GitHub, “Available rules for rulesets,” GitHub Docs. Accessed Oct. 27, 2026.</a:t>
            </a:r>
          </a:p>
          <a:p xmlns:a="http://schemas.openxmlformats.org/drawingml/2006/main">
            <a:r>
              <a:t>https://docs.github.com/en/repositories/configuring-branches-and-merges-in-your-repository/managing-rulesets/available-rules-for-rulesets</a:t>
            </a:r>
          </a:p>
          <a:p xmlns:a="http://schemas.openxmlformats.org/drawingml/2006/main">
            <a:r>
              <a:t>Project research records, “Source-bounded comparison protocol,” PROTOCOL.md, cases.json, comparison-results.json, and repair_spike.py, local artifact set, Oct. 26, 2026.</a:t>
            </a:r>
          </a:p>
          <a:p xmlns:a="http://schemas.openxmlformats.org/drawingml/2006/main">
            <a:r>
              <a:t/>
            </a:r>
          </a:p>
          <a:p xmlns:a="http://schemas.openxmlformats.org/drawingml/2006/main">
            <a:r>
              <a:t/>
            </a:r>
          </a:p>
          <a:p xmlns:a="http://schemas.openxmlformats.org/drawingml/2006/main">
            <a:r>
              <a:t>تفسير الرسم:</a:t>
            </a:r>
          </a:p>
          <a:p xmlns:a="http://schemas.openxmlformats.org/drawingml/2006/main">
            <a:r>
              <a:t>الرسم تمثيلي لقاعدة واحدة. الاستثناء يتيح تجاوز هذه القاعدة فقط، ولا يثبت غياب قواعد أخرى أو وجود مخالفة دون الرجوع إلى سياسة المؤسسة.</a:t>
            </a:r>
          </a:p>
          <a:p xmlns:a="http://schemas.openxmlformats.org/drawingml/2006/main">
            <a:r>
              <a:t/>
            </a:r>
          </a:p>
          <a:p xmlns:a="http://schemas.openxmlformats.org/drawingml/2006/main">
            <a:r>
              <a:t>مصدر الصورة: رسم أصلي مولد باستخدام أداة image_gen المدمجة، 28 أكتوبر 2026. الصورة توضيحية ولا تمثل لقطة من نظام منفذ أو دليلًا جُمع من GitHub.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النطاق المعتمد GitHub.com ومستودعات تتيحها الصلاحيات الممنوحة للاتصال. نبدأ بالفرع الافتراضي القائم، بينما إعدادات Actions والمفاتيح وظهور المستودع تحتفظ بنطاقها على مستوى المستودع. نقرأ الإعدادات وبيانات الخدمات الأمنية دون نسخ الشيفرة. نخطط لعشرين فحصًا أساسيًا وأربعة تعتمد على الخدمات والصلاحيات. المسؤول يطبق الإصلاح يدويًا ثم يعيد التقييم. RAG مؤجل، والفحص الشامل للشيفرة ومخاطر الموردين خارج الإصدار الأول.</a:t>
            </a:r>
          </a:p>
          <a:p xmlns:a="http://schemas.openxmlformats.org/drawingml/2006/main">
            <a:r>
              <a:t/>
            </a:r>
          </a:p>
          <a:p xmlns:a="http://schemas.openxmlformats.org/drawingml/2006/main">
            <a:r>
              <a:t>المصادر:</a:t>
            </a:r>
          </a:p>
          <a:p xmlns:a="http://schemas.openxmlformats.org/drawingml/2006/main">
            <a:r>
              <a:t>GitHub, “About rulesets,” GitHub Docs. Accessed Oct. 27, 2026.</a:t>
            </a:r>
          </a:p>
          <a:p xmlns:a="http://schemas.openxmlformats.org/drawingml/2006/main">
            <a:r>
              <a:t>https://docs.github.com/en/repositories/configuring-branches-and-merges-in-your-repository/managing-rulesets/about-rulesets</a:t>
            </a:r>
          </a:p>
          <a:p xmlns:a="http://schemas.openxmlformats.org/drawingml/2006/main">
            <a:r>
              <a:t>GitHub, “Available rules for rulesets,” GitHub Docs. Accessed Oct. 27, 2026.</a:t>
            </a:r>
          </a:p>
          <a:p xmlns:a="http://schemas.openxmlformats.org/drawingml/2006/main">
            <a:r>
              <a:t>https://docs.github.com/en/repositories/configuring-branches-and-merges-in-your-repository/managing-rulesets/available-rules-for-rulesets</a:t>
            </a:r>
          </a:p>
          <a:p xmlns:a="http://schemas.openxmlformats.org/drawingml/2006/main">
            <a:r>
              <a:t>GitHub, “REST API endpoints for rules,” GitHub Docs. Accessed Oct. 27, 2026.</a:t>
            </a:r>
          </a:p>
          <a:p xmlns:a="http://schemas.openxmlformats.org/drawingml/2006/main">
            <a:r>
              <a:t>https://docs.github.com/en/rest/repos/rules</a:t>
            </a:r>
          </a:p>
          <a:p xmlns:a="http://schemas.openxmlformats.org/drawingml/2006/main">
            <a:r>
              <a:t>GitHub, “REST API endpoints for GitHub Actions permissions.” Accessed Oct. 27, 2026.</a:t>
            </a:r>
          </a:p>
          <a:p xmlns:a="http://schemas.openxmlformats.org/drawingml/2006/main">
            <a:r>
              <a:t>https://docs.github.com/en/rest/actions/permissions</a:t>
            </a:r>
          </a:p>
          <a:p xmlns:a="http://schemas.openxmlformats.org/drawingml/2006/main">
            <a:r>
              <a:t>GitHub, “Managing GitHub Actions settings for a repository.” Accessed Oct. 27, 2026.</a:t>
            </a:r>
          </a:p>
          <a:p xmlns:a="http://schemas.openxmlformats.org/drawingml/2006/main">
            <a:r>
              <a:t>https://docs.github.com/en/repositories/managing-your-repositorys-settings-and-features/enabling-features-for-your-repository/managing-github-actions-settings-for-a-repository</a:t>
            </a:r>
          </a:p>
          <a:p xmlns:a="http://schemas.openxmlformats.org/drawingml/2006/main">
            <a:r>
              <a:t>GitHub, “REST API endpoints for deploy keys.” Accessed Oct. 27, 2026.</a:t>
            </a:r>
          </a:p>
          <a:p xmlns:a="http://schemas.openxmlformats.org/drawingml/2006/main">
            <a:r>
              <a:t>https://docs.github.com/en/rest/deploy-keys/deploy-keys</a:t>
            </a:r>
          </a:p>
          <a:p xmlns:a="http://schemas.openxmlformats.org/drawingml/2006/main">
            <a:r>
              <a:t>GitHub, “REST API endpoints for repository webhooks.” Accessed Oct. 27, 2026.</a:t>
            </a:r>
          </a:p>
          <a:p xmlns:a="http://schemas.openxmlformats.org/drawingml/2006/main">
            <a:r>
              <a:t>https://docs.github.com/en/rest/repos/webhooks</a:t>
            </a:r>
          </a:p>
          <a:p xmlns:a="http://schemas.openxmlformats.org/drawingml/2006/main">
            <a:r>
              <a:t>GitHub, “REST API endpoints for Dependabot alerts.” Accessed Oct. 27, 2026.</a:t>
            </a:r>
          </a:p>
          <a:p xmlns:a="http://schemas.openxmlformats.org/drawingml/2006/main">
            <a:r>
              <a:t>https://docs.github.com/en/rest/dependabot/alerts</a:t>
            </a:r>
          </a:p>
          <a:p xmlns:a="http://schemas.openxmlformats.org/drawingml/2006/main">
            <a:r>
              <a:t>GitHub, “REST API endpoints for code scanning.” Accessed Oct. 27, 2026.</a:t>
            </a:r>
          </a:p>
          <a:p xmlns:a="http://schemas.openxmlformats.org/drawingml/2006/main">
            <a:r>
              <a:t>https://docs.github.com/en/rest/code-scanning/code-scanning</a:t>
            </a:r>
          </a:p>
          <a:p xmlns:a="http://schemas.openxmlformats.org/drawingml/2006/main">
            <a:r>
              <a:t>GitHub, “REST API endpoints for repositories.” Accessed Oct. 27, 2026.</a:t>
            </a:r>
          </a:p>
          <a:p xmlns:a="http://schemas.openxmlformats.org/drawingml/2006/main">
            <a:r>
              <a:t>https://docs.github.com/en/rest/repos/repos</a:t>
            </a:r>
          </a:p>
          <a:p xmlns:a="http://schemas.openxmlformats.org/drawingml/2006/main">
            <a:r>
              <a:t/>
            </a:r>
          </a:p>
          <a:p xmlns:a="http://schemas.openxmlformats.org/drawingml/2006/main">
            <a:r>
              <a:t>تفسير الرسم:</a:t>
            </a:r>
          </a:p>
          <a:p xmlns:a="http://schemas.openxmlformats.org/drawingml/2006/main">
            <a:r>
              <a:t>الرسم يوضح نطاق جمع البيانات المخطط. الحاوية تمثل مستودع GitHub، ولا تعني أن GitHub قاعدة بيانات مستقلة في معمارية المشروع. لا يشمل الإصدار الأول تحليلًا شاملًا للشيفرة.</a:t>
            </a:r>
          </a:p>
          <a:p xmlns:a="http://schemas.openxmlformats.org/drawingml/2006/main">
            <a:r>
              <a:t/>
            </a:r>
          </a:p>
          <a:p xmlns:a="http://schemas.openxmlformats.org/drawingml/2006/main">
            <a:r>
              <a:t>مصدر الصورة: رسم أصلي مولد باستخدام أداة image_gen المدمجة، 28 أكتوبر 2026. الصورة توضيحية ولا تمثل لقطة من نظام منفذ أو دليلًا جُمع من GitHub.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الخدمات السبع هي النطاق والسياسة، الاتصال والجمع، التقييم، تحليل أثر القواعد، تخطيط الإصلاح، المعالجة والتاريخ، والأدلة والتقارير. تفصيلها 22 متطلبًا رئيسيًا، ومعها ستة متطلبات مساندة للمستخدمين والصلاحيات والتدقيق والتقدم واستعادة المهام، فيصبح المجموع 28. كتالوج الفحوص 24 سؤالًا يقع داخل متطلب رئيسي، ولذلك لا نجمع 24 و28 بوصفهما مستوى واحدًا. لم تنفذ هذه الوظائف الإنتاجية بعد.</a:t>
            </a:r>
          </a:p>
          <a:p xmlns:a="http://schemas.openxmlformats.org/drawingml/2006/main">
            <a:r>
              <a:t/>
            </a:r>
          </a:p>
          <a:p xmlns:a="http://schemas.openxmlformats.org/drawingml/2006/main">
            <a:r>
              <a:t>المصدر: التقرير المرحلي ووثائق نطاق المشروع.</a:t>
            </a:r>
          </a:p>
          <a:p xmlns:a="http://schemas.openxmlformats.org/drawingml/2006/main">
            <a:r>
              <a:t/>
            </a:r>
          </a:p>
          <a:p xmlns:a="http://schemas.openxmlformats.org/drawingml/2006/main">
            <a:r>
              <a:t>تفسير الرسم:</a:t>
            </a:r>
          </a:p>
          <a:p xmlns:a="http://schemas.openxmlformats.org/drawingml/2006/main">
            <a:r>
              <a:t>الرسم يلخص علاقة الخدمات المقترحة ولا يصور واجهة منفذة. REPAIR تعني توليد خطة إعدادات يراجعها المسؤول ويطبقها يدويًا قبل إعادة التحقق.</a:t>
            </a:r>
          </a:p>
          <a:p xmlns:a="http://schemas.openxmlformats.org/drawingml/2006/main">
            <a:r>
              <a:t/>
            </a:r>
          </a:p>
          <a:p xmlns:a="http://schemas.openxmlformats.org/drawingml/2006/main">
            <a:r>
              <a:t>مصدر الصورة: رسم أصلي مولد باستخدام أداة image_gen المدمجة، 28 أكتوبر 2026. الصورة توضيحية ولا تمثل لقطة من نظام منفذ أو دليلًا جُمع من GitHub.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توزيع الكتالوج 10 لحماية الفروع والاستثناءات، و7 لإعدادات Actions، و3 للمفاتيح وظهور المستودع وWebhooks، و4 مشروطة للخدمات الأمنية. مثال الفحص: هل العدد المطلوب من الموافقات يطابق سياسة المؤسسة؟ وهل مصدر الفحص المطلوب هو التطبيق المعتمد؟ تفعيل إعداد أو حداثة تحليل لا يثبت وحده سلامة الشيفرة أو الامتثال الكامل. الفحوص المشروطة تتناول Secret Scanning وPush Protection وأعمار تنبيهات Dependabot وحداثة دليل Code Scanning. لا نفسر غياب الصلاحية على أنه عدم وجود تنبيهات.</a:t>
            </a:r>
          </a:p>
          <a:p xmlns:a="http://schemas.openxmlformats.org/drawingml/2006/main">
            <a:r>
              <a:t/>
            </a:r>
          </a:p>
          <a:p xmlns:a="http://schemas.openxmlformats.org/drawingml/2006/main">
            <a:r>
              <a:t>المصادر:</a:t>
            </a:r>
          </a:p>
          <a:p xmlns:a="http://schemas.openxmlformats.org/drawingml/2006/main">
            <a:r>
              <a:t>GitHub, “Available rules for rulesets,” GitHub Docs. Accessed Oct. 27, 2026.</a:t>
            </a:r>
          </a:p>
          <a:p xmlns:a="http://schemas.openxmlformats.org/drawingml/2006/main">
            <a:r>
              <a:t>https://docs.github.com/en/repositories/configuring-branches-and-merges-in-your-repository/managing-rulesets/available-rules-for-rulesets</a:t>
            </a:r>
          </a:p>
          <a:p xmlns:a="http://schemas.openxmlformats.org/drawingml/2006/main">
            <a:r>
              <a:t>GitHub, “REST API endpoints for rules,” GitHub Docs. Accessed Oct. 27, 2026.</a:t>
            </a:r>
          </a:p>
          <a:p xmlns:a="http://schemas.openxmlformats.org/drawingml/2006/main">
            <a:r>
              <a:t>https://docs.github.com/en/rest/repos/rules</a:t>
            </a:r>
          </a:p>
          <a:p xmlns:a="http://schemas.openxmlformats.org/drawingml/2006/main">
            <a:r>
              <a:t>GitHub, “REST API endpoints for GitHub Actions permissions.” Accessed Oct. 27, 2026.</a:t>
            </a:r>
          </a:p>
          <a:p xmlns:a="http://schemas.openxmlformats.org/drawingml/2006/main">
            <a:r>
              <a:t>https://docs.github.com/en/rest/actions/permissions</a:t>
            </a:r>
          </a:p>
          <a:p xmlns:a="http://schemas.openxmlformats.org/drawingml/2006/main">
            <a:r>
              <a:t>GitHub, “Managing GitHub Actions settings for a repository.” Accessed Oct. 27, 2026.</a:t>
            </a:r>
          </a:p>
          <a:p xmlns:a="http://schemas.openxmlformats.org/drawingml/2006/main">
            <a:r>
              <a:t>https://docs.github.com/en/repositories/managing-your-repositorys-settings-and-features/enabling-features-for-your-repository/managing-github-actions-settings-for-a-repository</a:t>
            </a:r>
          </a:p>
          <a:p xmlns:a="http://schemas.openxmlformats.org/drawingml/2006/main">
            <a:r>
              <a:t>GitHub, “REST API endpoints for deploy keys.” Accessed Oct. 27, 2026.</a:t>
            </a:r>
          </a:p>
          <a:p xmlns:a="http://schemas.openxmlformats.org/drawingml/2006/main">
            <a:r>
              <a:t>https://docs.github.com/en/rest/deploy-keys/deploy-keys</a:t>
            </a:r>
          </a:p>
          <a:p xmlns:a="http://schemas.openxmlformats.org/drawingml/2006/main">
            <a:r>
              <a:t>GitHub, “REST API endpoints for repository webhooks.” Accessed Oct. 27, 2026.</a:t>
            </a:r>
          </a:p>
          <a:p xmlns:a="http://schemas.openxmlformats.org/drawingml/2006/main">
            <a:r>
              <a:t>https://docs.github.com/en/rest/repos/webhooks</a:t>
            </a:r>
          </a:p>
          <a:p xmlns:a="http://schemas.openxmlformats.org/drawingml/2006/main">
            <a:r>
              <a:t>GitHub, “REST API endpoints for Dependabot alerts.” Accessed Oct. 27, 2026.</a:t>
            </a:r>
          </a:p>
          <a:p xmlns:a="http://schemas.openxmlformats.org/drawingml/2006/main">
            <a:r>
              <a:t>https://docs.github.com/en/rest/dependabot/alerts</a:t>
            </a:r>
          </a:p>
          <a:p xmlns:a="http://schemas.openxmlformats.org/drawingml/2006/main">
            <a:r>
              <a:t>GitHub, “REST API endpoints for code scanning.” Accessed Oct. 27, 2026.</a:t>
            </a:r>
          </a:p>
          <a:p xmlns:a="http://schemas.openxmlformats.org/drawingml/2006/main">
            <a:r>
              <a:t>https://docs.github.com/en/rest/code-scanning/code-scanning</a:t>
            </a:r>
          </a:p>
          <a:p xmlns:a="http://schemas.openxmlformats.org/drawingml/2006/main">
            <a:r>
              <a:t>GitHub, “REST API endpoints for repositories.” Accessed Oct. 27, 2026.</a:t>
            </a:r>
          </a:p>
          <a:p xmlns:a="http://schemas.openxmlformats.org/drawingml/2006/main">
            <a:r>
              <a:t>https://docs.github.com/en/rest/repos/repos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في مسار الاستخدام المقترح، يختار المسؤول مستودعًا ويحدد عملية يجب منعها. تجمع المنصة الأدلة وتعرض المخالفة، ثم تقترح خطة في الحالات التي يدعمها المحرك. يراجع المسؤول التعديل ويطبقه خارج المنصة، ثم يطلب إعادة الجمع والتقييم. ويُحتفظ بالدليل السابق لإمكان المقارنة قبل المعالجة وبعدها.</a:t>
            </a:r>
          </a:p>
          <a:p xmlns:a="http://schemas.openxmlformats.org/drawingml/2006/main">
            <a:r>
              <a:t/>
            </a:r>
          </a:p>
          <a:p xmlns:a="http://schemas.openxmlformats.org/drawingml/2006/main">
            <a:r>
              <a:t>مخطط أصلي مقترح، بعناصر قابلة للتحرير.</a:t>
            </a:r>
          </a:p>
          <a:p xmlns:a="http://schemas.openxmlformats.org/drawingml/2006/main">
            <a:r>
              <a:t/>
            </a:r>
          </a:p>
          <a:p xmlns:a="http://schemas.openxmlformats.org/drawingml/2006/main">
            <a:r>
              <a:t>المصدر: التقرير المرحلي ووثائق نطاق المشروع.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يتضمن التصميم حفظ مصدر الدليل ووقته ونطاقه ونسخة السياسة والمحرك وأوجه النقص في جمع البيانات. النتائج أربع: مستوفى، غير مستوفى، غير محسوم، وغير منطبق بسبب مسجل. اكتمال المهمة شيء واكتمال الأدلة لكل سؤال شيء آخر. قد نثبت مخالفة من جزء متاح بينما تبقى أسئلة أخرى غير محسومة. إعادة التحقق تنشئ تقييمًا جديدًا ولا تحذف السابق. NIST SP 800-53A يميز الفحص والمقابلة والاختبار. قراءة إعدادات GitHub هنا فحص للأدلة، والتجربة الحية في المختبر عمل قادم.</a:t>
            </a:r>
          </a:p>
          <a:p xmlns:a="http://schemas.openxmlformats.org/drawingml/2006/main">
            <a:r>
              <a:t/>
            </a:r>
          </a:p>
          <a:p xmlns:a="http://schemas.openxmlformats.org/drawingml/2006/main">
            <a:r>
              <a:t>المصادر:</a:t>
            </a:r>
          </a:p>
          <a:p xmlns:a="http://schemas.openxmlformats.org/drawingml/2006/main">
            <a:r>
              <a:t>Joint Task Force, “Assessing Security and Privacy Controls in Information Systems and Organizations,” NIST SP 800-53A Rev. 5, 2022.</a:t>
            </a:r>
          </a:p>
          <a:p xmlns:a="http://schemas.openxmlformats.org/drawingml/2006/main">
            <a:r>
              <a:t>https://doi.org/10.6028/NIST.SP.800-53Ar5</a:t>
            </a:r>
          </a:p>
          <a:p xmlns:a="http://schemas.openxmlformats.org/drawingml/2006/main">
            <a:r>
              <a:t>GitHub, “REST API endpoints for rules,” GitHub Docs. Accessed Oct. 27, 2026.</a:t>
            </a:r>
          </a:p>
          <a:p xmlns:a="http://schemas.openxmlformats.org/drawingml/2006/main">
            <a:r>
              <a:t>https://docs.github.com/en/rest/repos/rules</a:t>
            </a:r>
          </a:p>
          <a:p xmlns:a="http://schemas.openxmlformats.org/drawingml/2006/main">
            <a:r>
              <a:t/>
            </a:r>
          </a:p>
          <a:p xmlns:a="http://schemas.openxmlformats.org/drawingml/2006/main">
            <a:r>
              <a:t>تفسير الرسم:</a:t>
            </a:r>
          </a:p>
          <a:p xmlns:a="http://schemas.openxmlformats.org/drawingml/2006/main">
            <a:r>
              <a:t>المثال افتراضي: required: 2 هو عدد الموافقات الذي تطلبه سياسة المؤسسة، وobserved: 1 هو عدد الموافقات الذي يفرضه الإعداد المقروء، وليس عدد موافقات PR بعينه. FAIL نتيجة لهذا السؤال الجزئي فقط. الوقت والنطاق والمصدر الكامل يسجلان في الدليل المقترح ولا تظهر جميع حقوله في الرسم.</a:t>
            </a:r>
          </a:p>
          <a:p xmlns:a="http://schemas.openxmlformats.org/drawingml/2006/main">
            <a:r>
              <a:t/>
            </a:r>
          </a:p>
          <a:p xmlns:a="http://schemas.openxmlformats.org/drawingml/2006/main">
            <a:r>
              <a:t>مصدر الصورة: رسم أصلي مولد باستخدام أداة image_gen المدمجة، 28 أكتوبر 2026. الصورة توضيحية ولا تمثل لقطة من نظام منفذ أو دليلًا جُمع من GitHub.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CloudFix — 2026</a:t>
            </a:r>
          </a:p>
          <a:p xmlns:a="http://schemas.openxmlformats.org/drawingml/2006/main">
            <a:r>
              <a:t/>
            </a:r>
          </a:p>
          <a:p xmlns:a="http://schemas.openxmlformats.org/drawingml/2006/main">
            <a:r>
              <a:t>**السنة والنوع:** النسخة الثانية مؤرخة في 29 يناير 2026، وهي Preprint. مجال التجربة سياسات AWS IAM.</a:t>
            </a:r>
          </a:p>
          <a:p xmlns:a="http://schemas.openxmlformats.org/drawingml/2006/main">
            <a:r>
              <a:t/>
            </a:r>
          </a:p>
          <a:p xmlns:a="http://schemas.openxmlformats.org/drawingml/2006/main">
            <a:r>
              <a:t>**المشكلة:** قد تسمح السياسة بعملية يجب منعها، أو تمنع عملية تحتاجها المؤسسة. تشديد جميع الصلاحيات لا يصلح المشكلة إذا أوقف العمل المطلوب.</a:t>
            </a:r>
          </a:p>
          <a:p xmlns:a="http://schemas.openxmlformats.org/drawingml/2006/main">
            <a:r>
              <a:t/>
            </a:r>
          </a:p>
          <a:p xmlns:a="http://schemas.openxmlformats.org/drawingml/2006/main">
            <a:r>
              <a:t>**كيف يعمل؟** يستقبل سياسة موجودة وطلبات معلّمة: يجب السماح بهذا، ويجب منع ذاك. يفحص أين يختلف القرار عن المطلوب، ويحدد العبارات المسببة لذلك. يرسل هذه المعلومات إلى نموذج لغوي ليقترح تعديلًا، ثم يتحقق محرك منطقي SMT من تصنيف الطلبات بعد التعديل. يعيد المحاولة ضمن حد محدد. وقد ينتهي بأفضل مرشح جزئي إذا لم يصل إلى تحقيق جميع الأهداف؛ لذلك يجب تمييز الإصلاح الكامل عن الجزئي.</a:t>
            </a:r>
          </a:p>
          <a:p xmlns:a="http://schemas.openxmlformats.org/drawingml/2006/main">
            <a:r>
              <a:t/>
            </a:r>
          </a:p>
          <a:p xmlns:a="http://schemas.openxmlformats.org/drawingml/2006/main">
            <a:r>
              <a:t>**مثال توضيحي:** المطلوب أن يقرأ تطبيق النسخ الاحتياطي الملفات وألا يحذفها. إذا منعنا كل وصول فسنوقف القراءة أيضًا. لا نقبل تعديلًا إلا إذا أبقى القراءة وحقق منع الحذف وفق الطلبات المحددة. في مشروعنا نقابل ذلك بعمليات GitHub لأطراف محددة، مثل منع الدفع القسري لتطبيق الإصدارات مع الحفاظ على عملية يحتاجها تطبيق المزامنة.</a:t>
            </a:r>
          </a:p>
          <a:p xmlns:a="http://schemas.openxmlformats.org/drawingml/2006/main">
            <a:r>
              <a:t/>
            </a:r>
          </a:p>
          <a:p xmlns:a="http://schemas.openxmlformats.org/drawingml/2006/main">
            <a:r>
              <a:t>**ماذا أثبتت التجربة؟** استُخدمت 282 سياسة مأخوذة من منشورات منتديات وأضيفت طلبات مصممة. مع عشرة طلبات لكل سياسة، حققت الطريقة الموجهة بتحديد الخطأ 237 إصلاحًا كاملًا مقابل 136 لمرجع يعطي النموذج السياسة والطلبات دون تقرير تحديد الخطأ. عند خمسين طلبًا انخفض عدد الإصلاحات الكاملة إلى سبعة. «إصلاح كامل» هنا يعني تحقيق الطلبات المختبرة، لا صحة السياسة لكل استخدام ممكن.</a:t>
            </a:r>
          </a:p>
          <a:p xmlns:a="http://schemas.openxmlformats.org/drawingml/2006/main">
            <a:r>
              <a:t/>
            </a:r>
          </a:p>
          <a:p xmlns:a="http://schemas.openxmlformats.org/drawingml/2006/main">
            <a:r>
              <a:t>**ما الذي نأخذه؟** نفصل توليد الاقتراح عن التحقق منه، ونختبر جميع عمليات السماح والمنع المعلنة قبل قبول خطة. لا نأخذ منها ضرورة استخدام LLM؛ محركنا الحتمي يبحث في تعديلات GitHub مدعومة ومحدودة، بينما الدراسة تولد سياسات AWS بمساعدة نموذج لغوي. صحة نموذجنا وتمثيله لقواعد GitHub تحتاج تحققًا مستقلًا.</a:t>
            </a:r>
          </a:p>
          <a:p xmlns:a="http://schemas.openxmlformats.org/drawingml/2006/main">
            <a:r>
              <a:t/>
            </a:r>
          </a:p>
          <a:p xmlns:a="http://schemas.openxmlformats.org/drawingml/2006/main">
            <a:r>
              <a:t>**عبارة للمناقشة:** «استفدت من CloudFix أن الإصلاح يجب أن يحقق أهداف السماح والمنع معًا، وأن اقتراح التعديل لا يكفي دون فحصه. طبقت الفكرة على نموذج GitHub محدود، ولم أنسب اختراع إصلاح السياسات إلى مشروعي».</a:t>
            </a:r>
          </a:p>
          <a:p xmlns:a="http://schemas.openxmlformats.org/drawingml/2006/main">
            <a:r>
              <a:t/>
            </a:r>
          </a:p>
          <a:p xmlns:a="http://schemas.openxmlformats.org/drawingml/2006/main">
            <a:r>
              <a:t>**سؤال متوقع: لماذا لا نستخدم CloudFix نفسه؟** لأنه قُيّم على AWS IAM وتمثيلها وطلبات الوصول الخاصة بها. تشغيله على GitHub يتطلب بناء تمثيل صحيح لقواعد الفروع وتراكبها والاستثناءات. اختلاف مجال التطبيق لا يثبت التفوق؛ المقارنة المطلوبة تخص صحة الحل والكلفة والجهد في المهمة نفسها.</a:t>
            </a:r>
          </a:p>
          <a:p xmlns:a="http://schemas.openxmlformats.org/drawingml/2006/main">
            <a:r>
              <a:t/>
            </a:r>
          </a:p>
          <a:p xmlns:a="http://schemas.openxmlformats.org/drawingml/2006/main">
            <a:r>
              <a:t>المصدر: https://arxiv.org/html/2512.09957v2 — القسم III، وتصميم التجربة وجدول III.</a:t>
            </a:r>
          </a:p>
          <a:p xmlns:a="http://schemas.openxmlformats.org/drawingml/2006/main">
            <a:r>
              <a:t/>
            </a:r>
          </a:p>
          <a:p xmlns:a="http://schemas.openxmlformats.org/drawingml/2006/main">
            <a:r>
              <a:t>## IAM-PolicyRefiner — 2024</a:t>
            </a:r>
          </a:p>
          <a:p xmlns:a="http://schemas.openxmlformats.org/drawingml/2006/main">
            <a:r>
              <a:t/>
            </a:r>
          </a:p>
          <a:p xmlns:a="http://schemas.openxmlformats.org/drawingml/2006/main">
            <a:r>
              <a:t>**الاسم العلمي:** Automatically Reducing Privilege for Access Control Policies، منشورة في OOPSLA 2024. اسم الأداة IAM-PolicyRefiner.</a:t>
            </a:r>
          </a:p>
          <a:p xmlns:a="http://schemas.openxmlformats.org/drawingml/2006/main">
            <a:r>
              <a:t/>
            </a:r>
          </a:p>
          <a:p xmlns:a="http://schemas.openxmlformats.org/drawingml/2006/main">
            <a:r>
              <a:t>**المشكلة:** قد تعمل التطبيقات بصلاحيات واسعة لأنها أسهل في الإعداد. تقليلها يدويًا قد يعطل طلبًا ضروريًا، وإعادة كتابة سياسة كاملة قد تجعل مراجعتها أصعب.</a:t>
            </a:r>
          </a:p>
          <a:p xmlns:a="http://schemas.openxmlformats.org/drawingml/2006/main">
            <a:r>
              <a:t/>
            </a:r>
          </a:p>
          <a:p xmlns:a="http://schemas.openxmlformats.org/drawingml/2006/main">
            <a:r>
              <a:t>**كيف يعمل؟** يأخذ السياسة الحالية وسجل طلبات التطبيق. ينظم التعديلات المحلية الممكنة بحسب مقدار الصلاحية الذي تمنحه، ويحسب سياسة أقل صلاحية تحافظ على الطلبات المرصودة. يحافظ على شبهها بالسياسة الأصلية لتبقى الفروق قابلة للمراجعة. الحد الأدنى هنا يخص مقدار الصلاحيات داخل فضاء التعديلات المعرف، وليس أقل عدد من الكتابات أو أقل عدد من الأسطر.</a:t>
            </a:r>
          </a:p>
          <a:p xmlns:a="http://schemas.openxmlformats.org/drawingml/2006/main">
            <a:r>
              <a:t/>
            </a:r>
          </a:p>
          <a:p xmlns:a="http://schemas.openxmlformats.org/drawingml/2006/main">
            <a:r>
              <a:t>**مثال مبسط من الورقة:** يحتاج مساعد تدريس إلى قراءة تسليمات الطلاب ورفع التصحيحات. تبدأ السياسة بصلاحيات واسعة على التخزين، ثم تستخدم طلبات تشغيل تجريبي لتضييق العمليات ومسارات الملفات مع إبقاء العمل المرصود. لا تنسخ الأداة كل اسم ملف شوهد في السجل كحالة منفردة فقط؛ فهي تعمم داخل أشكال التعديل المسموحة.</a:t>
            </a:r>
          </a:p>
          <a:p xmlns:a="http://schemas.openxmlformats.org/drawingml/2006/main">
            <a:r>
              <a:t/>
            </a:r>
          </a:p>
          <a:p xmlns:a="http://schemas.openxmlformats.org/drawingml/2006/main">
            <a:r>
              <a:t>**ماذا أثبتت التجربة؟** قدمت الورقة ضمانات لخوارزميتها داخل التمثيل المحدد، وذكرت إنتاج سياسات قابلة للمراجعة بأقل من دقيقة لكل دور في تجربتها، مع اختبار طلبات محجوزة خارج سجل التوليد. هذه ليست نتيجة زمنية لمحركنا.</a:t>
            </a:r>
          </a:p>
          <a:p xmlns:a="http://schemas.openxmlformats.org/drawingml/2006/main">
            <a:r>
              <a:t/>
            </a:r>
          </a:p>
          <a:p xmlns:a="http://schemas.openxmlformats.org/drawingml/2006/main">
            <a:r>
              <a:t>**ما الذي نأخذه؟** نحدد أنواع التعديلات المسموحة قبل البحث، ونحافظ على الاستخدام الضروري. لكننا نطلب العمليات المطلوبة صراحة من المؤسسة، لأن سجلًا لا يحتوي عملية نشر شهرية لا يثبت أنها غير لازمة. محركنا يرتب خططًا بكلفة معلنة ضمن حد بحث؛ لا ننسب إليه ضمان الأقل صلاحية أو الأمثلية العالمية من هذه الدراسة.</a:t>
            </a:r>
          </a:p>
          <a:p xmlns:a="http://schemas.openxmlformats.org/drawingml/2006/main">
            <a:r>
              <a:t/>
            </a:r>
          </a:p>
          <a:p xmlns:a="http://schemas.openxmlformats.org/drawingml/2006/main">
            <a:r>
              <a:t>**عبارة للمناقشة:** «هذه الدراسة علمتني أن تقليل الصلاحيات يجب أن يحافظ على العمل الضروري وأن يبقى التعديل واضحًا للمراجع. في مشروعنا المؤسسة تصرح بهذا العمل بدل أن نستنتج كل احتياجاتها من سجل سابق».</a:t>
            </a:r>
          </a:p>
          <a:p xmlns:a="http://schemas.openxmlformats.org/drawingml/2006/main">
            <a:r>
              <a:t/>
            </a:r>
          </a:p>
          <a:p xmlns:a="http://schemas.openxmlformats.org/drawingml/2006/main">
            <a:r>
              <a:t>**سؤال متوقع: هل نستخدم خوارزميتها نفسها؟** لا. نستفيد من تحديد فضاء التعديل والحفاظ على الاستخدام، لكن نموذج GitHub وآلية البحث وكلفة الخطط مختلفة. نحتاج تقييمًا خاصًا بنا ولا ننقل ضمانات الورقة إلى محركنا.</a:t>
            </a:r>
          </a:p>
          <a:p xmlns:a="http://schemas.openxmlformats.org/drawingml/2006/main">
            <a:r>
              <a:t/>
            </a:r>
          </a:p>
          <a:p xmlns:a="http://schemas.openxmlformats.org/drawingml/2006/main">
            <a:r>
              <a:t>المصدر: https://www.amazon.science/publications/automatically-reducing-privilege-for-access-control-policies — الملخص؛ النص الكامل، القسمان 2 و4 وقسم التقييم.</a:t>
            </a:r>
          </a:p>
          <a:p xmlns:a="http://schemas.openxmlformats.org/drawingml/2006/main">
            <a:r>
              <a:t/>
            </a:r>
          </a:p>
          <a:p xmlns:a="http://schemas.openxmlformats.org/drawingml/2006/main">
            <a:r>
              <a:t/>
            </a:r>
          </a:p>
          <a:p xmlns:a="http://schemas.openxmlformats.org/drawingml/2006/main">
            <a:r>
              <a:t/>
            </a:r>
          </a:p>
          <a:p xmlns:a="http://schemas.openxmlformats.org/drawingml/2006/main">
            <a:r>
              <a:t>المراجع الكاملة:</a:t>
            </a:r>
          </a:p>
          <a:p xmlns:a="http://schemas.openxmlformats.org/drawingml/2006/main">
            <a:r>
              <a:t>B. Hall, O. Ungaro, and W. Eiers, “CloudFix: Automated Policy Repair for Cloud Access Control Policies Using Large Language Models,” arXiv:2512.09957, ver. 2, Jan. 2026, preprint.</a:t>
            </a:r>
          </a:p>
          <a:p xmlns:a="http://schemas.openxmlformats.org/drawingml/2006/main">
            <a:r>
              <a:t>https://arxiv.org/html/2512.09957v2</a:t>
            </a:r>
          </a:p>
          <a:p xmlns:a="http://schemas.openxmlformats.org/drawingml/2006/main">
            <a:r>
              <a:t>L. D’Antoni, S. Ding, A. Goel, M. Ramesh, N. Rungta, and C. Sung, “Automatically Reducing Privilege for Access Control Policies,” Proc. ACM Program. Lang., vol. 8, OOPSLA2, art. 298, 2024, doi: 10.1145/3689738.</a:t>
            </a:r>
          </a:p>
          <a:p xmlns:a="http://schemas.openxmlformats.org/drawingml/2006/main">
            <a:r>
              <a:t>https://www.amazon.science/publications/automatically-reducing-privilege-for-access-control-policies</a:t>
            </a:r>
          </a:p>
          <a:p xmlns:a="http://schemas.openxmlformats.org/drawingml/2006/main">
            <a:r>
              <a:t/>
            </a:r>
          </a:p>
          <a:p xmlns:a="http://schemas.openxmlformats.org/drawingml/2006/main">
            <a:r>
              <a:t>تفاصيل إضافية من المصادر الأصلية، مراجعة 28 أكتوبر 2026:</a:t>
            </a:r>
          </a:p>
          <a:p xmlns:a="http://schemas.openxmlformats.org/drawingml/2006/main">
            <a:r>
              <a:t/>
            </a:r>
          </a:p>
          <a:p xmlns:a="http://schemas.openxmlformats.org/drawingml/2006/main">
            <a:r>
              <a:t>CloudFix، الأقسام III وV والجداول II–IV:</a:t>
            </a:r>
          </a:p>
          <a:p xmlns:a="http://schemas.openxmlformats.org/drawingml/2006/main">
            <a:r>
              <a:t>وحدة Goal Validator تفحص الطلبات بعد تمثيلها منطقيًا، ويستخدم العمل Quacky وSMT. إذا أخفق طلب يحدد Fault Localizer العبارات ذات الصلة، ثم يمرر Prompt Generator السياسة والطلبات والتشخيص إلى النموذج ليقترح سياسة بديلة. يعود المقترح إلى الفاحص. حد التجربة خمس دورات، وأفضل مرشح جزئي يبقى جزئيًا إذا لم يحقق كل الأهداف.</a:t>
            </a:r>
          </a:p>
          <a:p xmlns:a="http://schemas.openxmlformats.org/drawingml/2006/main">
            <a:r>
              <a:t>مهم في تفسير الأرقام: عند عشرة طلبات لكل سياسة، 95.21% هي متوسط دقة تصنيف الطلبات؛ أما 237 من 282، أي 84.0%، فهي نسبة السياسات المصلحة بالكامل. هذان مقياسان مختلفان. عند خمسين طلبًا بلغ عدد الإصلاحات الكاملة سبعة فقط مقابل صفر للمرجع، ولم يبلغ فرق متوسط الدقة عتبة الدلالة الإحصائية 0.05. العدد عشرة أو خمسون هو حجم مجموعة الطلبات لكل سياسة، وليس عدد مرات استدعاء النموذج.</a:t>
            </a:r>
          </a:p>
          <a:p xmlns:a="http://schemas.openxmlformats.org/drawingml/2006/main">
            <a:r>
              <a:t>المرجع يحصل على السياسة والطلبات وتعليمات الإصلاح نفسها دون تقرير تحديد الخطأ، لا مرجعًا بلا متطلبات. مجموعة السياسات من منشورات منتديات، والطلبات مصممة؛ لذلك لا نعمم الأرقام على سياسات أي مؤسسة أو GitHub. مثال القراءة دون الحذف مثالنا التوضيحي، وليس قياسًا من تجربتهم. مثال الورقة الأساسي يضيف سماحًا لعملية منعتها السياسة ضمنيًا.</a:t>
            </a:r>
          </a:p>
          <a:p xmlns:a="http://schemas.openxmlformats.org/drawingml/2006/main">
            <a:r>
              <a:t/>
            </a:r>
          </a:p>
          <a:p xmlns:a="http://schemas.openxmlformats.org/drawingml/2006/main">
            <a:r>
              <a:t>IAM-PolicyRefiner، الأقسام 2 و6 و7:</a:t>
            </a:r>
          </a:p>
          <a:p xmlns:a="http://schemas.openxmlformats.org/drawingml/2006/main">
            <a:r>
              <a:t>المدخل سياسة مع طلبات وصول مرصودة. يربط التطبيق الطلب بعبارة مناسبة ويعمم القيم داخل فضاء تعديلات محلية، ليحصل على سياسة أضيق مع الاحتفاظ بالوصول المرصود. تقليل الصلاحيات بمعنى مجموعة الطلبات المسموحة يختلف عن تقليل عدد كتابات قواعد GitHub.</a:t>
            </a:r>
          </a:p>
          <a:p xmlns:a="http://schemas.openxmlformats.org/drawingml/2006/main">
            <a:r>
              <a:t>شملت التجربة أحد عشر دورًا من أربعة حسابات وسجلات ثلاثة أشهر، بين 70 ألفًا و320 ألف طلب للدور. باستخدام نصف السجل نجحت طلبات العينة كلها لكل الأدوار. لكن استخدام أول 10% من السجل لدور واحد سمح بـ62% فقط من مجموع طلباته. إذن الحفاظ على السجل المتاح لا يكفي وحده لضمان كل استخدام مستقبلي. زمن أقل من دقيقة نتيجة تخص بيئة تجربتهم.</a:t>
            </a:r>
          </a:p>
          <a:p xmlns:a="http://schemas.openxmlformats.org/drawingml/2006/main">
            <a:r>
              <a:t>يمتد القسم 6 إلى IAM-PolicyRefinerNeg: يُنشئ عبارة منع من طلبات يجب منعها مع تقليل المنع الزائد ضمن فضاء التمثيل. في القسم 7.2 أدى تعميم خشن بالبادئة أولًا إلى منع الجميع؛ حسّن تمثيل السلاسل النتيجة. هذه حالة فشل مهمة لتبرير اختبار تمثيلنا، وليست عيبًا نخفيه. كذلك خالف دوران افتراضًا مطلوبًا لضمان الحل الأدنى الوحيد؛ لا ننقل هذا الضمان إلى مشروعنا.</a:t>
            </a:r>
          </a:p>
          <a:p xmlns:a="http://schemas.openxmlformats.org/drawingml/2006/main">
            <a:r>
              <a:t/>
            </a:r>
          </a:p>
          <a:p xmlns:a="http://schemas.openxmlformats.org/drawingml/2006/main">
            <a:r>
              <a:t>استنتاجنا للمشروع، منفصل عن نتائج الدراستين: نحدد عمليات الأطراف وفضاء التعديل، ونختبر جميع الأهداف وحالات المنع الزائد. مبدأ الإصلاح المقيد بالعمليات له أعمال سابقة. الجهد الجديد المستهدف هو تمثيل وتقييم قواعد GitHub المدعومة، لا اختراع هذا المبدأ.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Automated Security Findings Management — 2024</a:t>
            </a:r>
          </a:p>
          <a:p xmlns:a="http://schemas.openxmlformats.org/drawingml/2006/main">
            <a:r>
              <a:t/>
            </a:r>
          </a:p>
          <a:p xmlns:a="http://schemas.openxmlformats.org/drawingml/2006/main">
            <a:r>
              <a:t>**العنوان الكامل:** Automated Security Findings Management: A Case Study in Industrial DevOps. منشورة في ICSE-SEIP 2024، وتقدم تطبيق Security Flama. هذه الدراسة التي ذكر المستخدم أنه وضعها في استمارة المشروع.</a:t>
            </a:r>
          </a:p>
          <a:p xmlns:a="http://schemas.openxmlformats.org/drawingml/2006/main">
            <a:r>
              <a:t/>
            </a:r>
          </a:p>
          <a:p xmlns:a="http://schemas.openxmlformats.org/drawingml/2006/main">
            <a:r>
              <a:t>**المشكلة:** تشغيل أدوات الأمن ينتج تقارير مختلفة ومتكررة. يصعب على الفريق تمييز الجديد، ومعرفة حالة المشكلة، وتحديد من يحتاج الاطلاع عليها. كثرة نتائج الفحص لا تعني أنها وصلت إلى من يعالجها.</a:t>
            </a:r>
          </a:p>
          <a:p xmlns:a="http://schemas.openxmlformats.org/drawingml/2006/main">
            <a:r>
              <a:t/>
            </a:r>
          </a:p>
          <a:p xmlns:a="http://schemas.openxmlformats.org/drawingml/2006/main">
            <a:r>
              <a:t>**كيف عالجتها؟** تجمع تقارير الأدوات، وتحولها إلى نموذج مشترك، وتجمع النتائج المتشابهة، وتحفظ تاريخ ظهور كل نتيجة وحالتها. تعرض معلومات تناسب دور المطور أو المدير أو خبير الأمن. التطبيق يستخدم قاعدة معرفة دلالية، لكن الاستفادة من المنهج لا تلزم مشروعنا بتبني تقنياته أو إضافة قاعدة معرفة.</a:t>
            </a:r>
          </a:p>
          <a:p xmlns:a="http://schemas.openxmlformats.org/drawingml/2006/main">
            <a:r>
              <a:t/>
            </a:r>
          </a:p>
          <a:p xmlns:a="http://schemas.openxmlformats.org/drawingml/2006/main">
            <a:r>
              <a:t>**مثال توضيحي:** إذا ظهرت المشكلة نفسها في تقارير متعاقبة، نريد أن يعرف المراجع أنها مستمرة، ومتى ظهرت، وما مصدرها، وماذا تقرر بشأنها. كما يجب التفريق بين اختفائها من تقرير وإثبات إصلاحها. هذا التفسير الأخير قرار تقييم في مشروعنا؛ الدراسة تستخدم حالة Disappeared عند غياب النتيجة عن التقرير الأخير.</a:t>
            </a:r>
          </a:p>
          <a:p xmlns:a="http://schemas.openxmlformats.org/drawingml/2006/main">
            <a:r>
              <a:t/>
            </a:r>
          </a:p>
          <a:p xmlns:a="http://schemas.openxmlformats.org/drawingml/2006/main">
            <a:r>
              <a:t>**ماذا وجدوا؟** طبّقوا المنهج في مشروعين صناعيين، وجمعوا بيانات ومقابلات متكررة. أبرز المستخدمون فائدة النظرة الموحدة والمحدثة للنتائج. لكنهم أشاروا أيضًا إلى جهد الإدارة اليدوية، وتكرار متابعة بعض المشكلات في Backlog، وعدم وضوح معالجة البيانات بما يكفي. هذه شواهد استخدام في حالتين، وليست نسبة توفير عامة أو تجربة تثبت نجاح كل منصة مشابهة.</a:t>
            </a:r>
          </a:p>
          <a:p xmlns:a="http://schemas.openxmlformats.org/drawingml/2006/main">
            <a:r>
              <a:t/>
            </a:r>
          </a:p>
          <a:p xmlns:a="http://schemas.openxmlformats.org/drawingml/2006/main">
            <a:r>
              <a:t>**ما الذي نأخذه؟** نعطي النتيجة مصدرًا وتاريخًا وحالة مفهومة، ونوضح سبب الحكم وما يحتاجه المسؤول لاتخاذ إجراء. ونقيّم إن كانت المنصة تسهل المتابعة أو تضيف عبئًا مكررًا. هذه مبادئ سابقة لإدارة النتائج، ولا نقدمها ابتكارًا خاصًا بنا. مساهمتنا المقترحة تركز على توليد إصلاح GitHub وفق العمليات المعلنة والتحقق منه.</a:t>
            </a:r>
          </a:p>
          <a:p xmlns:a="http://schemas.openxmlformats.org/drawingml/2006/main">
            <a:r>
              <a:t/>
            </a:r>
          </a:p>
          <a:p xmlns:a="http://schemas.openxmlformats.org/drawingml/2006/main">
            <a:r>
              <a:t>**عبارة للمناقشة:** «الدراسة مرتبطة بنواة منصتنا، لأنها تبين أن جمع نتائج الفحص يجب أن يتبعه تنظيم وتاريخ وتواصل يساعد على المعالجة. وأظهرت أيضًا أن لوحة نتائج جيدة قد تضيف عملًا يدويًا إن لم نفهم طريقة استخدام الفريق لها».</a:t>
            </a:r>
          </a:p>
          <a:p xmlns:a="http://schemas.openxmlformats.org/drawingml/2006/main">
            <a:r>
              <a:t/>
            </a:r>
          </a:p>
          <a:p xmlns:a="http://schemas.openxmlformats.org/drawingml/2006/main">
            <a:r>
              <a:t>**سؤال متوقع: هل مشروعنا يكرر Security Flama؟** توجد وظائف مشتركة معروفة لإدارة النتائج. لا ننكرها ولا نحسبها تميزًا. نستهدف تقييم إعدادات GitHub وتوليد خطط إصلاح محدودة لأهداف أطراف محددة؛ وتبقى فائدتها المقارنة بحاجة إلى قياس.</a:t>
            </a:r>
          </a:p>
          <a:p xmlns:a="http://schemas.openxmlformats.org/drawingml/2006/main">
            <a:r>
              <a:t/>
            </a:r>
          </a:p>
          <a:p xmlns:a="http://schemas.openxmlformats.org/drawingml/2006/main">
            <a:r>
              <a:t>المصدر: https://arxiv.org/html/2401.06602v1 — الأقسام 3.1 إلى 3.3، و4.2، والمناقشة.</a:t>
            </a:r>
          </a:p>
          <a:p xmlns:a="http://schemas.openxmlformats.org/drawingml/2006/main">
            <a:r>
              <a:t/>
            </a:r>
          </a:p>
          <a:p xmlns:a="http://schemas.openxmlformats.org/drawingml/2006/main">
            <a:r>
              <a:t>## Towards Automated Continuous Security Compliance — 2024</a:t>
            </a:r>
          </a:p>
          <a:p xmlns:a="http://schemas.openxmlformats.org/drawingml/2006/main">
            <a:r>
              <a:t/>
            </a:r>
          </a:p>
          <a:p xmlns:a="http://schemas.openxmlformats.org/drawingml/2006/main">
            <a:r>
              <a:t>**السنة والنوع:** 2024، ورقة رؤية وبحث تمهيدي مرتبطة بـESEM. لا تعرض منتجًا مكتملًا أو قياسًا لتفوق منصة.</a:t>
            </a:r>
          </a:p>
          <a:p xmlns:a="http://schemas.openxmlformats.org/drawingml/2006/main">
            <a:r>
              <a:t/>
            </a:r>
          </a:p>
          <a:p xmlns:a="http://schemas.openxmlformats.org/drawingml/2006/main">
            <a:r>
              <a:t>**المشكلة:** يتغير المنتج باستمرار، بينما قد تبقى الأدلة والمراجعات منفصلة عن هذا التغير. كما أن جمع أدلة الأمن وتوثيقها ومطابقتها بالمتطلبات يستهلك جهدًا.</a:t>
            </a:r>
          </a:p>
          <a:p xmlns:a="http://schemas.openxmlformats.org/drawingml/2006/main">
            <a:r>
              <a:t/>
            </a:r>
          </a:p>
          <a:p xmlns:a="http://schemas.openxmlformats.org/drawingml/2006/main">
            <a:r>
              <a:t>**كيف درستها؟** راجعت مراجعات ودراسات سابقة، وجمعت تحديات الامتثال الأمني المستمر، وقدمت تعريفًا وخريطة بحث. من التحديات التي فصلتها NC4: الجهد المطلوب لتوليد أدلة الامتثال وتوثيقها. وتشدد على فهم المتطلبات وحدود الأتمتة قبل بناء حل.</a:t>
            </a:r>
          </a:p>
          <a:p xmlns:a="http://schemas.openxmlformats.org/drawingml/2006/main">
            <a:r>
              <a:t/>
            </a:r>
          </a:p>
          <a:p xmlns:a="http://schemas.openxmlformats.org/drawingml/2006/main">
            <a:r>
              <a:t>**مثال توضيحي:** إثبات أن الفرع كان يفرض مراجعتين أمس لا يثبت إعداد اليوم بعد تغييره. لذلك نربط دليل مشروعنا بوقت ونطاق ونسخة سياسة، ونجعل إعادة التقييم تنتج سجلًا جديدًا. هذه آلية نقترحها لمعالجة جزء من المشكلة، وليست أداة نفذتها هذه الورقة لنا.</a:t>
            </a:r>
          </a:p>
          <a:p xmlns:a="http://schemas.openxmlformats.org/drawingml/2006/main">
            <a:r>
              <a:t/>
            </a:r>
          </a:p>
          <a:p xmlns:a="http://schemas.openxmlformats.org/drawingml/2006/main">
            <a:r>
              <a:t>**ما الذي نأخذه؟** ننطلق من سؤال أمني واضح، ثم نحدد مصدر الدليل وما تستطيع الأتمتة حسمه ومتى تحتاج مراجعة بشرية. الورقة تبرر إدارة الأدلة وإعادة التقييم، ولا تثبت أن مشروعنا يحقق امتثال NIST كاملًا أو يوفر وقتًا معينًا.</a:t>
            </a:r>
          </a:p>
          <a:p xmlns:a="http://schemas.openxmlformats.org/drawingml/2006/main">
            <a:r>
              <a:t/>
            </a:r>
          </a:p>
          <a:p xmlns:a="http://schemas.openxmlformats.org/drawingml/2006/main">
            <a:r>
              <a:t>**عبارة للمناقشة:** «استخدمت هذه الدراسة لفهم مشكلة بقاء الأدلة مواكبة للتغييرات وكلفة توثيقها. هي أساس لتنظيم المتطلبات وحدود الأتمتة، وليست مرجعًا لخوارزمية الإصلاح أو دليلًا تجريبيًا على نجاح منصتنا».</a:t>
            </a:r>
          </a:p>
          <a:p xmlns:a="http://schemas.openxmlformats.org/drawingml/2006/main">
            <a:r>
              <a:t/>
            </a:r>
          </a:p>
          <a:p xmlns:a="http://schemas.openxmlformats.org/drawingml/2006/main">
            <a:r>
              <a:t>المصدر: https://arxiv.org/html/2407.21494v1 — القسمان 2.2 و3، والتحدي NC4.</a:t>
            </a:r>
          </a:p>
          <a:p xmlns:a="http://schemas.openxmlformats.org/drawingml/2006/main">
            <a:r>
              <a:t/>
            </a:r>
          </a:p>
          <a:p xmlns:a="http://schemas.openxmlformats.org/drawingml/2006/main">
            <a:r>
              <a:t>## Revisiting Security Practices for GitHub Actions Workflows — 2025</a:t>
            </a:r>
          </a:p>
          <a:p xmlns:a="http://schemas.openxmlformats.org/drawingml/2006/main">
            <a:r>
              <a:t/>
            </a:r>
          </a:p>
          <a:p xmlns:a="http://schemas.openxmlformats.org/drawingml/2006/main">
            <a:r>
              <a:t>**السنة والنوع:** ICPC 2025، دراسة رصدية تقارن نسخ Workflows بين 2022 و2024. سنة النشر 2025، وسنتا البيانات مختلفتان عنها.</a:t>
            </a:r>
          </a:p>
          <a:p xmlns:a="http://schemas.openxmlformats.org/drawingml/2006/main">
            <a:r>
              <a:t/>
            </a:r>
          </a:p>
          <a:p xmlns:a="http://schemas.openxmlformats.org/drawingml/2006/main">
            <a:r>
              <a:t>**المشكلة والطريقة:** هل تحسنت الممارسات الأمنية بعد انتشار توصيات GitHub؟ فحصت الدراسة 18,938 سير عمل من 5,246 مستودعًا نشطًا، باستخدام نسخة معدلة من GHAST. رصدت أربع فئات، منها غياب التصريح بالصلاحيات ومراجع Actions غير المثبتة وتسرب معلومات وحقن أوامر.</a:t>
            </a:r>
          </a:p>
          <a:p xmlns:a="http://schemas.openxmlformats.org/drawingml/2006/main">
            <a:r>
              <a:t/>
            </a:r>
          </a:p>
          <a:p xmlns:a="http://schemas.openxmlformats.org/drawingml/2006/main">
            <a:r>
              <a:t>**ما النتيجة؟** تحسن التصريح بالصلاحيات، لكن بقيت ممارسات خطرة. العدد 33,362 يمثل حالات رصد آلي في النسخ الأحدث، ولا يعني وقوع هذا العدد من الاختراقات. كذلك لا نستخدمه كنسبة خطأ أو نجاح لفحوص مشروعنا.</a:t>
            </a:r>
          </a:p>
          <a:p xmlns:a="http://schemas.openxmlformats.org/drawingml/2006/main">
            <a:r>
              <a:t/>
            </a:r>
          </a:p>
          <a:p xmlns:a="http://schemas.openxmlformats.org/drawingml/2006/main">
            <a:r>
              <a:t>**مثال توضيحي:** إعداد صلاحيات Token الافتراضي على القراءة يعطينا معلومة مفيدة عن الإعداد، لكنه لا يكفي للحكم على صلاحيات كل Workflow، لأنها قد تعلن صلاحياتها الخاصة. لذلك نتيجة فحص الإعدادات يجب أن تذكر هذا الحد.</a:t>
            </a:r>
          </a:p>
          <a:p xmlns:a="http://schemas.openxmlformats.org/drawingml/2006/main">
            <a:r>
              <a:t/>
            </a:r>
          </a:p>
          <a:p xmlns:a="http://schemas.openxmlformats.org/drawingml/2006/main">
            <a:r>
              <a:t>**ما الذي نأخذه؟** فحوص الأتمتة لها مبرر عملي، لكن نطاقنا الأول يقرأ إعدادات المستودع وبيانات الخدمات المتاحة. لا ننسب للمنصة اكتشاف حقن الأوامر أو سلامة شيفرة Workflow لأن الدراسة فحصت ملفات ونحن لا ننفذ تحليلًا شاملًا لها.</a:t>
            </a:r>
          </a:p>
          <a:p xmlns:a="http://schemas.openxmlformats.org/drawingml/2006/main">
            <a:r>
              <a:t/>
            </a:r>
          </a:p>
          <a:p xmlns:a="http://schemas.openxmlformats.org/drawingml/2006/main">
            <a:r>
              <a:t>**عبارة للمناقشة:** «اخترتها لأنها تدرس GitHub مباشرة وتوضح استمرار مشكلات الأتمتة. استفدت منها في اختيار أسئلة صلاحيات الأتمتة وفي عدم توسيع حكم فحص جزئي إلى سلامة كل Pipeline».</a:t>
            </a:r>
          </a:p>
          <a:p xmlns:a="http://schemas.openxmlformats.org/drawingml/2006/main">
            <a:r>
              <a:t/>
            </a:r>
          </a:p>
          <a:p xmlns:a="http://schemas.openxmlformats.org/drawingml/2006/main">
            <a:r>
              <a:t>المصدر: https://jiangnanpro.github.io/assets/pdf/Huang2025a.pdf — تصميم الدراسة وجدولا I وII والنتائج.</a:t>
            </a:r>
          </a:p>
          <a:p xmlns:a="http://schemas.openxmlformats.org/drawingml/2006/main">
            <a:r>
              <a:t/>
            </a:r>
          </a:p>
          <a:p xmlns:a="http://schemas.openxmlformats.org/drawingml/2006/main">
            <a:r>
              <a:t/>
            </a:r>
          </a:p>
          <a:p xmlns:a="http://schemas.openxmlformats.org/drawingml/2006/main">
            <a:r>
              <a:t/>
            </a:r>
          </a:p>
          <a:p xmlns:a="http://schemas.openxmlformats.org/drawingml/2006/main">
            <a:r>
              <a:t>المراجع الكاملة:</a:t>
            </a:r>
          </a:p>
          <a:p xmlns:a="http://schemas.openxmlformats.org/drawingml/2006/main">
            <a:r>
              <a:t>M. Voggenreiter, F. Angermeir, F. Moyon, U. Schopp, and P. Bonvin, “Automated Security Findings Management: A Case Study in Industrial DevOps,” ICSE-SEIP 2024, pp. 312-322, doi: 10.1145/3639477.3639744.</a:t>
            </a:r>
          </a:p>
          <a:p xmlns:a="http://schemas.openxmlformats.org/drawingml/2006/main">
            <a:r>
              <a:t>https://arxiv.org/html/2401.06602v1</a:t>
            </a:r>
          </a:p>
          <a:p xmlns:a="http://schemas.openxmlformats.org/drawingml/2006/main">
            <a:r>
              <a:t>F. Angermeir, J. Fischbach, F. Moyon, and D. Mendez, “Towards Automated Continuous Security Compliance,” ESEM 2024, vision paper. Author manuscript: arXiv:2407.21494.</a:t>
            </a:r>
          </a:p>
          <a:p xmlns:a="http://schemas.openxmlformats.org/drawingml/2006/main">
            <a:r>
              <a:t>https://arxiv.org/html/2407.21494v1</a:t>
            </a:r>
          </a:p>
          <a:p xmlns:a="http://schemas.openxmlformats.org/drawingml/2006/main">
            <a:r>
              <a:t>J. Huang and B. Lin, “Revisiting Security Practices for GitHub Actions Workflows,” ICPC 2025, doi: 10.1109/ICPC66645.2025.00016.</a:t>
            </a:r>
          </a:p>
          <a:p xmlns:a="http://schemas.openxmlformats.org/drawingml/2006/main">
            <a:r>
              <a:t>https://jiangnanpro.github.io/assets/pdf/Huang2025a.pdf</a:t>
            </a:r>
          </a:p>
          <a:p xmlns:a="http://schemas.openxmlformats.org/drawingml/2006/main">
            <a:r>
              <a:t/>
            </a:r>
          </a:p>
          <a:p xmlns:a="http://schemas.openxmlformats.org/drawingml/2006/main">
            <a:r>
              <a:t>تفاصيل إضافية من المصادر الأصلية، مراجعة 28 أكتوبر 2026:</a:t>
            </a:r>
          </a:p>
          <a:p xmlns:a="http://schemas.openxmlformats.org/drawingml/2006/main">
            <a:r>
              <a:t/>
            </a:r>
          </a:p>
          <a:p xmlns:a="http://schemas.openxmlformats.org/drawingml/2006/main">
            <a:r>
              <a:t>Automated Security Findings Management: A Case Study in Industrial DevOps، 2024، الأقسام 3–5:</a:t>
            </a:r>
          </a:p>
          <a:p xmlns:a="http://schemas.openxmlformats.org/drawingml/2006/main">
            <a:r>
              <a:t>Security Flama تطبيق لمنهجية إدارة النتائج، وهي الدراسة المذكورة في استمارة المشروع. تبدأ بجمع التقارير ثم تحويل الحقول إلى نموذج مشترك، وتجميع المتشابه دلاليًا وإضافة شرح بقواعد خاصة بالمشروع. تحفظ أول وآخر ظهور وتوزيع النتيجة على المصادر وحالتها، ثم تعرض المعلومات بواجهة وAPI بحسب دور المستخدم. حالة Disappeared تعني أن النتيجة لم تعد تظهر في تقرير؛ وهي حالة مستقلة عن Solved التي يمكن أن يضعها المستخدم. ليس كل اختفاء إثبات إصلاح تقني.</a:t>
            </a:r>
          </a:p>
          <a:p xmlns:a="http://schemas.openxmlformats.org/drawingml/2006/main">
            <a:r>
              <a:t>التقييم مشروعان صناعيان، وست عشرة مناسبة لجمع البيانات، مع مقابلات متكررة. خفض التجميع عدد النتائج بمقدار الثلثين على الأقل في المشروعين؛ المقصود تقليل عناصر المتابعة المكررة، لا أن الأداة أصلحت ثلثي الثغرات. تحسن عدد النتائج غير المعالجة بصورة كبيرة في مشروع واحد فقط، وكان أثرها في الآخر محدودًا مع ضعف التبني. اشتكى المشاركون من تكرار الإدارة مع Backlog، وصعوبة ترتيب الأولويات يدويًا، وضعف شفافية معالجة البيانات. لا ننقل نتيجة التوفير أو النجاح إلى منصتنا دون قياس.</a:t>
            </a:r>
          </a:p>
          <a:p xmlns:a="http://schemas.openxmlformats.org/drawingml/2006/main">
            <a:r>
              <a:t>ما نأخذه في التصميم: حفظ المصدر والتاريخ وشرح انتقال الحالة، وفصل إغلاق المهمة عن إعادة الفحص. لا نحتاج نسخ قاعدة المعرفة أو التجميع الدلالي لنبني هذه الدورة الأساسية. من أسئلة تقييمنا: هل يعرف المستخدم سبب تغير النتيجة؟ وهل المتابعة تضيف إدخالًا مكررًا؟</a:t>
            </a:r>
          </a:p>
          <a:p xmlns:a="http://schemas.openxmlformats.org/drawingml/2006/main">
            <a:r>
              <a:t/>
            </a:r>
          </a:p>
          <a:p xmlns:a="http://schemas.openxmlformats.org/drawingml/2006/main">
            <a:r>
              <a:t>Towards Automated Continuous Security Compliance، 2024، القسمان 2.1 و2.2 والجدول 1:</a:t>
            </a:r>
          </a:p>
          <a:p xmlns:a="http://schemas.openxmlformats.org/drawingml/2006/main">
            <a:r>
              <a:t>هذا بحث تعريف وتحديات وخريطة عمل. البحث في ثلاث قواعد علمية بدأ بـ110 نتائج، ثم أبقى الترشيح وتتبع الاستشهادات أربع دراسات تتضمن 62 تحديًا. دعمت المراجعة تسعة من خمسة عشر تحديًا صناعيًا سابقًا، وصنفت المادة الإضافية في اثني عشر تحديًا جديدًا. فحص أولي مع خبير واحد تناول الوضوح والأولويات؛ ليس إثباتًا واسعًا لتبني منتج.</a:t>
            </a:r>
          </a:p>
          <a:p xmlns:a="http://schemas.openxmlformats.org/drawingml/2006/main">
            <a:r>
              <a:t>NC2 يتناول تغير المتطلبات أو التصميم أو التنفيذ بما يكسر متطلبات أمنية. NC4 يتناول كلفة إنشاء الأدلة وتوثيقها. NC7 يتناول حدود الاختبارات الأمنية. لذلك نستفيد منه في تحديد سؤال التقييم والدليل اللازم، وتوثيق النسخة والوقت، وإعادة التقييم بعد تغيير ذي صلة. مثال إضافة استثناء بعد حفظ دليل قديم تطبيقنا لهذه الفكرة، وليس تجربة وردت في الدراسة. الورقة لا تقيس أداء منصتنا ولا تزعم أن فحوص الإعدادات تحقق امتثالًا كاملًا.</a:t>
            </a:r>
          </a:p>
          <a:p xmlns:a="http://schemas.openxmlformats.org/drawingml/2006/main">
            <a:r>
              <a:t/>
            </a:r>
          </a:p>
          <a:p xmlns:a="http://schemas.openxmlformats.org/drawingml/2006/main">
            <a:r>
              <a:t>Revisiting Security Practices for GitHub Actions Workflows، 2025، الجدولان I وIII والشكل 1:</a:t>
            </a:r>
          </a:p>
          <a:p xmlns:a="http://schemas.openxmlformats.org/drawingml/2006/main">
            <a:r>
              <a:t>قارنت 18,938 ملف أتمتة من 5,246 مستودعًا في نسختي 2022 و2024. استبعدت الملفات الجديدة وغير المتاحة للمقارنة الزمنية نفسها. GHAST المعدل يفحص أربع فئات: كشف بيانات حساسة، وحقن أوامر، واستخدام Actions غير موثقة دون تثبيت بمعرف Commit كامل، وعدم التصريح بالصلاحيات.</a:t>
            </a:r>
          </a:p>
          <a:p xmlns:a="http://schemas.openxmlformats.org/drawingml/2006/main">
            <a:r>
              <a:t>رصدت الأداة 33,362 حالة في النسخ الأحدث، منها 2,731 حالة ضمن فئتي الثغرات و30,631 سوء إعداد. هذه نتائج كاشف، وليست هجمات ناجحة ولا عدد مستودعات مستقلة. هبط غياب تصريح الصلاحيات من84.7% إلى74.9%، لكن هذا لا يساوي إثبات تقليل كل صلاحية فعلية. لم تتراجع جميع الفئات؛ زادت أمثلة كشف البيانات وحقن الأوامر، دون فرق إحصائي دال في الدراسة.</a:t>
            </a:r>
          </a:p>
          <a:p xmlns:a="http://schemas.openxmlformats.org/drawingml/2006/main">
            <a:r>
              <a:t>العينة مستودعات عامة نشطة وشائعة، والأحكام تعتمد على الكاشف؛ لا تعميم على GitHub كله. ما نأخذه للمشروع هو تبرير فحوص إعدادات Actions مع بيان حدودها. نحن لا نحلل كل ملف أتمتة في النطاق الأول، ولذلك لا ندعي إعادة تنفيذ هذه التحليلات أو كشف حقن الأوامر من إعداد المستودع وحده.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المقارنة هنا واسعة على مستوى الخدمات، ولا تخلط مخرجات Scanner مع نظام لإدارة الأدلة. Scorecard: ممارسات أمن مستودعات وفروع وActions، مع درجات وأسباب وJSON وتخصيص عتبات. Checkov: إعدادات GitHub وملفات Workflows وسياسات Python أو YAML وتقارير متعددة منها SARIF. لا نفترض أن كل نوع سياسة متاح بالطريقة نفسها لكل Runner. Legitify المفتوح يحلل المؤسسة والمستودع والأعضاء وActions بسياسات OPA ويصدر JSON أو SARIF. لا ننسب إليه قدرات Legit Security التجاري. Minder يجمع ويقيم السياسات ويبلغ ويصلح، ويدعم Profiles وRego وJQ. DefectDojo Open Source أضيف لأنه يدير النتائج المستوردة، وحالات المعالجة وقبول المخاطر والمرفقات والتقارير؛ ليس مجرد Scanner لإعدادات GitHub. دعم المرفقات لا يثبت تلقائيًا وجود تاريخ مصدر الأدلة بالمعنى الذي نقترحه. صف مشروعنا مستهدف في التصميم؛ وظائف المنصة الإنتاجية غير منفذة. التفاصيل والمصادر لكل محور في التقرير. أوصاف الإطار مبنية على الوثائق، وأحكام المسارات التقنية مقيدة بنسخ المصدر المثبتة.</a:t>
            </a:r>
          </a:p>
          <a:p xmlns:a="http://schemas.openxmlformats.org/drawingml/2006/main">
            <a:r>
              <a:t/>
            </a:r>
          </a:p>
          <a:p xmlns:a="http://schemas.openxmlformats.org/drawingml/2006/main">
            <a:r>
              <a:t>المصادر:</a:t>
            </a:r>
          </a:p>
          <a:p xmlns:a="http://schemas.openxmlformats.org/drawingml/2006/main">
            <a:r>
              <a:t>OpenSSF, “Scorecard Branch-Protection source and policy interface,” commit 47770053fe5d4445ffedd98754258a24b75792ac. Reviewed Oct. 26, 2026.</a:t>
            </a:r>
          </a:p>
          <a:p xmlns:a="http://schemas.openxmlformats.org/drawingml/2006/main">
            <a:r>
              <a:t>https://github.com/ossf/scorecard/blob/47770053fe5d4445ffedd98754258a24b75792ac/checks/branch_protection.go</a:t>
            </a:r>
          </a:p>
          <a:p xmlns:a="http://schemas.openxmlformats.org/drawingml/2006/main">
            <a:r>
              <a:t>Checkov, “GitHub configuration runner,” commit 811d0687902c66d5964c68da5739c947979e85b1. Reviewed Oct. 26, 2026.</a:t>
            </a:r>
          </a:p>
          <a:p xmlns:a="http://schemas.openxmlformats.org/drawingml/2006/main">
            <a:r>
              <a:t>https://github.com/bridgecrewio/checkov/blob/811d0687902c66d5964c68da5739c947979e85b1/checkov/github/runner.py</a:t>
            </a:r>
          </a:p>
          <a:p xmlns:a="http://schemas.openxmlformats.org/drawingml/2006/main">
            <a:r>
              <a:t>Legitify, “GitHub repository policies,” commit 038aa49473a6974a3ef79f6c76b949b689d23282. Reviewed Oct. 26, 2026.</a:t>
            </a:r>
          </a:p>
          <a:p xmlns:a="http://schemas.openxmlformats.org/drawingml/2006/main">
            <a:r>
              <a:t>https://github.com/Legit-Labs/legitify/blob/038aa49473a6974a3ef79f6c76b949b689d23282/policies/github/repository.rego</a:t>
            </a:r>
          </a:p>
          <a:p xmlns:a="http://schemas.openxmlformats.org/drawingml/2006/main">
            <a:r>
              <a:t>Minder, “OSPS-AC-03.01 rule and remediation metadata,” commit 9d1841adbf0da3026550671c74b2fcd51558bc95. Reviewed Oct. 26, 2026.</a:t>
            </a:r>
          </a:p>
          <a:p xmlns:a="http://schemas.openxmlformats.org/drawingml/2006/main">
            <a:r>
              <a:t>https://github.com/mindersec/minder-rules-and-profiles/blob/9d1841adbf0da3026550671c74b2fcd51558bc95/security-baseline/rule-types/github/osps-ac-03-01.rego</a:t>
            </a:r>
          </a:p>
          <a:p xmlns:a="http://schemas.openxmlformats.org/drawingml/2006/main">
            <a:r>
              <a:t>OpenSSF, “Scorecard project overview, checks, and outputs.” Reviewed Oct. 28, 2026.</a:t>
            </a:r>
          </a:p>
          <a:p xmlns:a="http://schemas.openxmlformats.org/drawingml/2006/main">
            <a:r>
              <a:t>https://github.com/ossf/scorecard</a:t>
            </a:r>
          </a:p>
          <a:p xmlns:a="http://schemas.openxmlformats.org/drawingml/2006/main">
            <a:r>
              <a:t>Checkov, “Custom Policies Overview.” Reviewed Oct. 28, 2026.</a:t>
            </a:r>
          </a:p>
          <a:p xmlns:a="http://schemas.openxmlformats.org/drawingml/2006/main">
            <a:r>
              <a:t>https://www.checkov.io/3.Custom%20Policies/Custom%20Policies%20Overview.html</a:t>
            </a:r>
          </a:p>
          <a:p xmlns:a="http://schemas.openxmlformats.org/drawingml/2006/main">
            <a:r>
              <a:t>Legit Labs, “Legitify overview, namespaces, and output formats.” Reviewed Oct. 28, 2026.</a:t>
            </a:r>
          </a:p>
          <a:p xmlns:a="http://schemas.openxmlformats.org/drawingml/2006/main">
            <a:r>
              <a:t>https://github.com/Legit-Labs/legitify</a:t>
            </a:r>
          </a:p>
          <a:p xmlns:a="http://schemas.openxmlformats.org/drawingml/2006/main">
            <a:r>
              <a:t>Minder, “Rule Evaluation in Depth.” Reviewed Oct. 28, 2026.</a:t>
            </a:r>
          </a:p>
          <a:p xmlns:a="http://schemas.openxmlformats.org/drawingml/2006/main">
            <a:r>
              <a:t>https://docs.mindersec.dev/ref/rule_evaluation_details</a:t>
            </a:r>
          </a:p>
          <a:p xmlns:a="http://schemas.openxmlformats.org/drawingml/2006/main">
            <a:r>
              <a:t>DefectDojo, “Introduction to Findings,” Open Source workflow. Reviewed Oct. 28, 2026.</a:t>
            </a:r>
          </a:p>
          <a:p xmlns:a="http://schemas.openxmlformats.org/drawingml/2006/main">
            <a:r>
              <a:t>https://docs.defectdojo.com/triage_findings/findings_workflows/intro_to_findings/</a:t>
            </a:r>
          </a:p>
          <a:p xmlns:a="http://schemas.openxmlformats.org/drawingml/2006/main">
            <a:r>
              <a:t>DefectDojo, “Attaching Files (Open Source).” Reviewed Oct. 28, 2026.</a:t>
            </a:r>
          </a:p>
          <a:p xmlns:a="http://schemas.openxmlformats.org/drawingml/2006/main">
            <a:r>
              <a:t>https://docs.defectdojo.com/triage_findings/findings_workflows/os__add_files/</a:t>
            </a:r>
          </a:p>
          <a:p xmlns:a="http://schemas.openxmlformats.org/drawingml/2006/main">
            <a:r>
              <a:t>DefectDojo, “Main Dashboard (Open Source).” Reviewed Oct. 28, 2026.</a:t>
            </a:r>
          </a:p>
          <a:p xmlns:a="http://schemas.openxmlformats.org/drawingml/2006/main">
            <a:r>
              <a:t>https://docs.defectdojo.com/metrics_reports/dashboards/introduction_dashboard/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هذه الشريحة تفصل نوع المدخلات عن ناتج المعالجة وعن تنفيذ التغيير. Scorecard Branch-Protection يقرأ الحماية ويقدم درجات وأسبابًا وإرشادات؛ لا نختزل كل Scorecard في هذا المسار لأن به قدرات أخرى. Checkov GitHub Configuration المفحوص يقرأ الحماية التقليدية؛ سياسات checks ليست بذاتها قائمة أهداف actor-operation لإنتاج Rulesets. Legitify يفحص Rulesets وbypass، وإرشاد السياسة المفحوصة يقترح إفراغ قائمة الاستثناءات؛ ندعم الفرق عن ذلك الإرشاد تحديدًا، ولا ننكر قابلية كتابة Rego مخصص. Minder OSPS-AC-03.01 يملك قالب non_fast_forward مستقلًا، والإطار يدعم تمرير مخرجات التقييم إلى REST أو إنشاء PR. هذا تفوق تشغيلي قائم للمنافس؛ تصميمنا يترك التطبيق يدويًا بعد مراجعة المسؤول. DefectDojo OSS يدير بيانات وقرارات المعالجة؛ لم نتحقق في هذا الاستعراض من واجهة أصلية لإصلاح Rulesets بعقد أهداف الأطراف، ولا ننسب غيابها إلى كل الإصدارات أو الإضافات. النموذج المحلي لدينا يستقبل قائمة السماح والمنع ويبحث بين تعديلات مسموحة، يحترم الطبقات الثابتة، ويفحص جميع الشروط المعلنة ويختار بكلفة محددة. ليست المقارنة إثبات تفوق في زمن المستخدم؛ المرجع القوي خطة يدوية أو سكربت صحيح واعٍ بالأطراف. جدول التقرير يوضح أيضًا نقص البيانات ومخرجات التحقق وإعادة التقييم.</a:t>
            </a:r>
          </a:p>
          <a:p xmlns:a="http://schemas.openxmlformats.org/drawingml/2006/main">
            <a:r>
              <a:t/>
            </a:r>
          </a:p>
          <a:p xmlns:a="http://schemas.openxmlformats.org/drawingml/2006/main">
            <a:r>
              <a:t>المصادر:</a:t>
            </a:r>
          </a:p>
          <a:p xmlns:a="http://schemas.openxmlformats.org/drawingml/2006/main">
            <a:r>
              <a:t>OpenSSF, “Scorecard Branch-Protection source and policy interface,” commit 47770053fe5d4445ffedd98754258a24b75792ac. Reviewed Oct. 26, 2026.</a:t>
            </a:r>
          </a:p>
          <a:p xmlns:a="http://schemas.openxmlformats.org/drawingml/2006/main">
            <a:r>
              <a:t>https://github.com/ossf/scorecard/blob/47770053fe5d4445ffedd98754258a24b75792ac/checks/branch_protection.go</a:t>
            </a:r>
          </a:p>
          <a:p xmlns:a="http://schemas.openxmlformats.org/drawingml/2006/main">
            <a:r>
              <a:t>Checkov, “GitHub configuration runner,” commit 811d0687902c66d5964c68da5739c947979e85b1. Reviewed Oct. 26, 2026.</a:t>
            </a:r>
          </a:p>
          <a:p xmlns:a="http://schemas.openxmlformats.org/drawingml/2006/main">
            <a:r>
              <a:t>https://github.com/bridgecrewio/checkov/blob/811d0687902c66d5964c68da5739c947979e85b1/checkov/github/runner.py</a:t>
            </a:r>
          </a:p>
          <a:p xmlns:a="http://schemas.openxmlformats.org/drawingml/2006/main">
            <a:r>
              <a:t>Legitify, “GitHub repository policies,” commit 038aa49473a6974a3ef79f6c76b949b689d23282. Reviewed Oct. 26, 2026.</a:t>
            </a:r>
          </a:p>
          <a:p xmlns:a="http://schemas.openxmlformats.org/drawingml/2006/main">
            <a:r>
              <a:t>https://github.com/Legit-Labs/legitify/blob/038aa49473a6974a3ef79f6c76b949b689d23282/policies/github/repository.rego</a:t>
            </a:r>
          </a:p>
          <a:p xmlns:a="http://schemas.openxmlformats.org/drawingml/2006/main">
            <a:r>
              <a:t>Minder, “OSPS-AC-03.01 rule and remediation metadata,” commit 9d1841adbf0da3026550671c74b2fcd51558bc95. Reviewed Oct. 26, 2026.</a:t>
            </a:r>
          </a:p>
          <a:p xmlns:a="http://schemas.openxmlformats.org/drawingml/2006/main">
            <a:r>
              <a:t>https://github.com/mindersec/minder-rules-and-profiles/blob/9d1841adbf0da3026550671c74b2fcd51558bc95/security-baseline/rule-types/github/osps-ac-03-01.rego</a:t>
            </a:r>
          </a:p>
          <a:p xmlns:a="http://schemas.openxmlformats.org/drawingml/2006/main">
            <a:r>
              <a:t>Project research records, “Source-bounded comparison protocol,” PROTOCOL.md, cases.json, comparison-results.json, and repair_spike.py, local artifact set, Oct. 26, 2026.</a:t>
            </a:r>
          </a:p>
          <a:p xmlns:a="http://schemas.openxmlformats.org/drawingml/2006/main">
            <a:r>
              <a:t/>
            </a:r>
          </a:p>
          <a:p xmlns:a="http://schemas.openxmlformats.org/drawingml/2006/main">
            <a:r>
              <a:t>Minder, “Rule Evaluation in Depth.” Reviewed Oct. 28, 2026.</a:t>
            </a:r>
          </a:p>
          <a:p xmlns:a="http://schemas.openxmlformats.org/drawingml/2006/main">
            <a:r>
              <a:t>https://docs.mindersec.dev/ref/rule_evaluation_details</a:t>
            </a:r>
          </a:p>
          <a:p xmlns:a="http://schemas.openxmlformats.org/drawingml/2006/main">
            <a:r>
              <a:t>DefectDojo, “Introduction to Findings,” Open Source workflow. Reviewed Oct. 28, 2026.</a:t>
            </a:r>
          </a:p>
          <a:p xmlns:a="http://schemas.openxmlformats.org/drawingml/2006/main">
            <a:r>
              <a:t>https://docs.defectdojo.com/triage_findings/findings_workflows/intro_to_findings/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المساهمة المختارة محرك محدود يولد إصلاحًا لقواعد GitHub المتراكبة. المؤسسة تحدد العمليات المطلوبة والممنوعة لكل طرف وحدود التعديل. المحرك يتحقق من أثر الخطة على هذه القائمة ويحترم الطبقات الثابتة. لا يعرف احتياجات المؤسسة من تلقاء نفسه، ولا يضمن عمليات لم ندخلها في الشروط. هذا تكييف هندسي متخصص له نموذج محلي، أما التفوق العملي على البدائل فيحتاج التقييم الحي والمقارنة العادلة.</a:t>
            </a:r>
          </a:p>
          <a:p xmlns:a="http://schemas.openxmlformats.org/drawingml/2006/main">
            <a:r>
              <a:t/>
            </a:r>
          </a:p>
          <a:p xmlns:a="http://schemas.openxmlformats.org/drawingml/2006/main">
            <a:r>
              <a:t>المصادر:</a:t>
            </a:r>
          </a:p>
          <a:p xmlns:a="http://schemas.openxmlformats.org/drawingml/2006/main">
            <a:r>
              <a:t>GitHub, “About rulesets,” GitHub Docs. Accessed Oct. 27, 2026.</a:t>
            </a:r>
          </a:p>
          <a:p xmlns:a="http://schemas.openxmlformats.org/drawingml/2006/main">
            <a:r>
              <a:t>https://docs.github.com/en/repositories/configuring-branches-and-merges-in-your-repository/managing-rulesets/about-rulesets</a:t>
            </a:r>
          </a:p>
          <a:p xmlns:a="http://schemas.openxmlformats.org/drawingml/2006/main">
            <a:r>
              <a:t>B. Hall, O. Ungaro, and W. Eiers, “CloudFix: Automated Policy Repair for Cloud Access Control Policies Using Large Language Models,” arXiv:2512.09957, ver. 2, Jan. 2026, preprint.</a:t>
            </a:r>
          </a:p>
          <a:p xmlns:a="http://schemas.openxmlformats.org/drawingml/2006/main">
            <a:r>
              <a:t>https://arxiv.org/html/2512.09957v2</a:t>
            </a:r>
          </a:p>
          <a:p xmlns:a="http://schemas.openxmlformats.org/drawingml/2006/main">
            <a:r>
              <a:t>L. D’Antoni, S. Ding, A. Goel, M. Ramesh, N. Rungta, and C. Sung, “Automatically Reducing Privilege for Access Control Policies,” Proc. ACM Program. Lang., vol. 8, OOPSLA2, art. 298, 2024, doi: 10.1145/3689738.</a:t>
            </a:r>
          </a:p>
          <a:p xmlns:a="http://schemas.openxmlformats.org/drawingml/2006/main">
            <a:r>
              <a:t>https://www.amazon.science/publications/automatically-reducing-privilege-for-access-control-policies</a:t>
            </a:r>
          </a:p>
          <a:p xmlns:a="http://schemas.openxmlformats.org/drawingml/2006/main">
            <a:r>
              <a:t>Project research records, “Source-bounded comparison protocol,” PROTOCOL.md, cases.json, comparison-results.json, and repair_spike.py, local artifact set, Oct. 26, 2026.</a:t>
            </a:r>
          </a:p>
          <a:p xmlns:a="http://schemas.openxmlformats.org/drawingml/2006/main">
            <a:r>
              <a:t/>
            </a:r>
          </a:p>
          <a:p xmlns:a="http://schemas.openxmlformats.org/drawingml/2006/main">
            <a:r>
              <a:t/>
            </a:r>
          </a:p>
          <a:p xmlns:a="http://schemas.openxmlformats.org/drawingml/2006/main">
            <a:r>
              <a:t>تفسير الرسم:</a:t>
            </a:r>
          </a:p>
          <a:p xmlns:a="http://schemas.openxmlformats.org/drawingml/2006/main">
            <a:r>
              <a:t>الرسم تمثيلي لنتيجة إصلاح في السيناريو المعلن: منع الدفع القسري من release-bot والحفاظ عليه من sync-bot. كلاهما تطبيق أتمتة ولا يعني الاسم نموذج ذكاء اصطناعي. لا يمثل الرسم جميع القواعد المتراكبة أو عمليات الدفع العادية، ولا يدعي تحققًا حيًا على GitHub.</a:t>
            </a:r>
          </a:p>
          <a:p xmlns:a="http://schemas.openxmlformats.org/drawingml/2006/main">
            <a:r>
              <a:t/>
            </a:r>
          </a:p>
          <a:p xmlns:a="http://schemas.openxmlformats.org/drawingml/2006/main">
            <a:r>
              <a:t>مصدر الصورة: رسم أصلي مولد باستخدام أداة image_gen المدمجة، 28 أكتوبر 2026. الصورة توضيحية ولا تمثل لقطة من نظام منفذ أو دليلًا جُمع من GitHub.</a:t>
            </a:r>
          </a:p>
          <a:p xmlns:a="http://schemas.openxmlformats.org/drawingml/2006/main">
            <a:r>
              <a:t/>
            </a:r>
          </a:p>
          <a:p xmlns:a="http://schemas.openxmlformats.org/drawingml/2006/main">
            <a:r>
              <a:t>تدقيق 28 أكتوبر 2026: CloudFix يطبق بالفعل إصلاح سياسة من طلبات سماح ومنع والتحقق منها. IAM-PolicyRefiner يقدم حفظ وصول مرصود، ويشرح القسم 6 امتداد IAM-PolicyRefinerNeg من طلبات ممنوعة. لا نزعم اختراع الإصلاح أو أن الحتمية ابتكار. التخصيص المستهدف هو نموذج قواعد GitHub المدعومة وتوليد خططها واحترام الطبقات الثابتة وكلفة محددة. Minder يدعم منطقًا مخصصًا ومخرجات تقييم تغذي الإصلاح؛ الفرق مقيد بالقاعدة الجاهزة المفحوصة. مثال بوتين قد يحل بقالب بمعاملات ولا يكفي وحده لإثبات قيمة البحث. DefectDojo لا يصنف غياب المحرك فيه مؤكدًا؛ القدرات خارج المصادر المقروءة غير محسومة. التفوق على إصلاح خبير أو سكربت صحيح لم يثبت.</a:t>
            </a:r>
          </a:p>
          <a:p xmlns:a="http://schemas.openxmlformats.org/drawingml/2006/main">
            <a:r>
              <a:t/>
            </a:r>
          </a:p>
          <a:p xmlns:a="http://schemas.openxmlformats.org/drawingml/2006/main">
            <a:r>
              <a:t>المراجع الإضافية للتدقيق:</a:t>
            </a:r>
          </a:p>
          <a:p xmlns:a="http://schemas.openxmlformats.org/drawingml/2006/main">
            <a:r>
              <a:t>https://docs.mindersec.dev/ref/rule_evaluation_details</a:t>
            </a:r>
          </a:p>
          <a:p xmlns:a="http://schemas.openxmlformats.org/drawingml/2006/main">
            <a:r>
              <a:t>https://www.amazon.science/publications/automatically-reducing-privilege-for-access-control-policies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هذا مثال مصمم داخل النموذج. البوت هو تطبيق آلي يستخدم هوية مصرحًا بها. المجموعة R1 تشترط PR وتمنع الدفع القسري، لكنها تستثني برنامج الإصدار وبرنامج المزامنة دائمًا. نريد استمرار تحديث الإصدار الطبيعي، ومنعه من إعادة كتابة التاريخ، مع السماح للمزامنة بعمليتها القسرية المعتمدة. إذا حذفنا الاستثناءين منعنا عملًا ضروريًا، وإذا منعنا الدفع القسري للجميع عطلنا المزامنة. نضيف R2 لمنع الدفع القسري مع استثناء المزامنة فقط. يظل المطور خاضعًا لـPR. المثال لا يثبت واقعة في مؤسسة أو سلوك GitHub حيًا.</a:t>
            </a:r>
          </a:p>
          <a:p xmlns:a="http://schemas.openxmlformats.org/drawingml/2006/main">
            <a:r>
              <a:t/>
            </a:r>
          </a:p>
          <a:p xmlns:a="http://schemas.openxmlformats.org/drawingml/2006/main">
            <a:r>
              <a:t>المصادر:</a:t>
            </a:r>
          </a:p>
          <a:p xmlns:a="http://schemas.openxmlformats.org/drawingml/2006/main">
            <a:r>
              <a:t>GitHub, “About rulesets,” GitHub Docs. Accessed Oct. 27, 2026.</a:t>
            </a:r>
          </a:p>
          <a:p xmlns:a="http://schemas.openxmlformats.org/drawingml/2006/main">
            <a:r>
              <a:t>https://docs.github.com/en/repositories/configuring-branches-and-merges-in-your-repository/managing-rulesets/about-rulesets</a:t>
            </a:r>
          </a:p>
          <a:p xmlns:a="http://schemas.openxmlformats.org/drawingml/2006/main">
            <a:r>
              <a:t>GitHub, “Available rules for rulesets,” GitHub Docs. Accessed Oct. 27, 2026.</a:t>
            </a:r>
          </a:p>
          <a:p xmlns:a="http://schemas.openxmlformats.org/drawingml/2006/main">
            <a:r>
              <a:t>https://docs.github.com/en/repositories/configuring-branches-and-merges-in-your-repository/managing-rulesets/available-rules-for-rulesets</a:t>
            </a:r>
          </a:p>
          <a:p xmlns:a="http://schemas.openxmlformats.org/drawingml/2006/main">
            <a:r>
              <a:t>Project research records, “Source-bounded comparison protocol,” PROTOCOL.md, cases.json, comparison-results.json, and repair_spike.py, local artifact set, Oct. 26,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المحرك حتمي ويبحث ضمن تعديلات نسمح بها. يبدأ بالتحقق من اكتمال المدخلات ودعمها وعدم تناقض الشروط. إذا كانت السياسة محققة لا يقترح تعديلًا. وإلا يولد خططًا، ويتحقق من السماح والمنع ومن ترتيب التغييرات، حتى لا يخالف شرطًا كان متحققًا. تُرتب الكلفة الحالية أولًا بعدد كتابات مجموعات القواعد، ثم بعدد مجموعات القواعد الجديدة، ثم بتغييرات الحقول. الحد المحلي كتابتان، مع PR مبسط بموافقة مؤهلة واحدة وقيود دفع قسري وalways وأطراف وعضويات معروفة. النتيجة الأقل كلفة مقيدة بالمجال المفحوص. نفس المدخلات ونسخة المحرك والاختيار تعطي النتيجة نفسها، لكن الحتمية لا تثبت الصحة.</a:t>
            </a:r>
          </a:p>
          <a:p xmlns:a="http://schemas.openxmlformats.org/drawingml/2006/main">
            <a:r>
              <a:t/>
            </a:r>
          </a:p>
          <a:p xmlns:a="http://schemas.openxmlformats.org/drawingml/2006/main">
            <a:r>
              <a:t>المصادر:</a:t>
            </a:r>
          </a:p>
          <a:p xmlns:a="http://schemas.openxmlformats.org/drawingml/2006/main">
            <a:r>
              <a:t>GitHub, “About rulesets,” GitHub Docs. Accessed Oct. 27, 2026.</a:t>
            </a:r>
          </a:p>
          <a:p xmlns:a="http://schemas.openxmlformats.org/drawingml/2006/main">
            <a:r>
              <a:t>https://docs.github.com/en/repositories/configuring-branches-and-merges-in-your-repository/managing-rulesets/about-rulesets</a:t>
            </a:r>
          </a:p>
          <a:p xmlns:a="http://schemas.openxmlformats.org/drawingml/2006/main">
            <a:r>
              <a:t>GitHub, “Available rules for rulesets,” GitHub Docs. Accessed Oct. 27, 2026.</a:t>
            </a:r>
          </a:p>
          <a:p xmlns:a="http://schemas.openxmlformats.org/drawingml/2006/main">
            <a:r>
              <a:t>https://docs.github.com/en/repositories/configuring-branches-and-merges-in-your-repository/managing-rulesets/available-rules-for-rulesets</a:t>
            </a:r>
          </a:p>
          <a:p xmlns:a="http://schemas.openxmlformats.org/drawingml/2006/main">
            <a:r>
              <a:t>Project research records, “Source-bounded comparison protocol,” PROTOCOL.md, cases.json, comparison-results.json, and repair_spike.py, local artifact set, Oct. 26,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المنجز تحديد المشكلة والنطاق والخدمات و28 متطلبًا و24 فحصًا مخططًا، ومراجعة خمس دراسات وخمس أدوات، والمعمارية ونموذج Python محلي. الدراسات المعروضة: CloudFix 2026، IAM-PolicyRefiner 2024، Security Flama 2024، Towards Automated Continuous Security Compliance 2024، Revisiting Security Practices 2025. نتائج 16 حالة مصممة: سبع خطط، واحدة صحيحة أصلًا، أربع بلا خطة ضمن كتابتين، واحدة متناقضة، واحدة ناقصة، وحالتان خارج الدعم. تعادل عدد الكتابات مع المرجع اليدوي الصحيح في الحالات الثماني الممكنة أو الصحيحة أصلًا. المنصة والجامع والتحقق الحي وتوفير وقت المستخدم لم يثبت تنفيذها.</a:t>
            </a:r>
          </a:p>
          <a:p xmlns:a="http://schemas.openxmlformats.org/drawingml/2006/main">
            <a:r>
              <a:t/>
            </a:r>
          </a:p>
          <a:p xmlns:a="http://schemas.openxmlformats.org/drawingml/2006/main">
            <a:r>
              <a:t>المصدر: research/comparison-2026-10-26/proof/comparison-results.json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هذا رسم معماري واحد يجمع مسؤوليات المكونات ومسار مهمة تقييم مقترحة. اخترنا Modular Monolith بلغة C#، وليس خدمات مستقلة لكل مربع. الويب والعامل الخلفي يستدعيان وحدات التطبيق المشتركة. الوحدات المسماة هي الهوية والصلاحيات، والنطاق والسياسة، والتقييم وتنسيق المهام، والأدلة والتاريخ، والمخالفات والمعالجة، والتقارير والتدقيق. هذا تفصيل للمسؤوليات الموجودة ولا يغير عدد خدمات المنتج. كل سهم من المستدعي إلى المكوّن المستدعى، أما رجوع البيانات في الاستجابة فغير مرسوم. الأرقام تتبع مهمة واحدة، وقد تستعمل أكثر من خطوة مسار الاستدعاء نفسه. في الخطوة 1 يطلب المستخدم تقييم نطاق وسياسة محددين، ونتحقق من صلاحيات المؤسسة. في 2 تحفظ المهمة ومرجع النطاق ونسخة السياسة عبر الوصول إلى البيانات، قبل تأكيد قبول الطلب وإرجاع مرجع المهمة. في 3 يطلب العامل مهمة محفوظة عبر منطق التطبيق والوصول إلى البيانات؛ لا يوجد إرسال مباشر من الويب إلى العامل. في 4 يجمع تكامل GitHub البيانات المصرح بها ووقت الجمع وحدود اكتماله. في 5 يستقبل المحرك المدخلات المتحققة ويجري التقييم، ويبحث عن إصلاح عند طلبه وفي الحالات المدعومة. المحرك لا يستدعي GitHub أو قاعدة البيانات. في 6 تحفظ الأدلة والنتائج والمخالفات وحالة المهمة عبر الوصول إلى البيانات. هذا المسار يستخدم أيضًا لحفظ الأدلة أثناء الجمع، وليس حصرًا في نهاية العمل. في 7 يقرأ الويب الحالة والنتائج لعرضها للمستخدم. فشل المهمة التشغيلي مختلف عن نتيجة سؤال التقييم؛ غياب معلومات لازمة يظهر غير محسوم، ولا يتحول إلى نجاح أو بيانات فارغة. عند الانقطاع نحتاج حفظ المحاولات وإعادة محدودة ومنع تكرار السجلات النهائية. هذه متطلبات تصميم لم تنفذ بعد. مكتبة المهام والاستضافة وتفاصيل الحجز والاستئناف لم تعتمد. الرسم لا يحدد إن كان العامل مستضافًا داخل عملية الويب أو في عملية مستقلة، ولا يضيف وسيط رسائل أو خدمة جديدة. تبقى التقنيات وأسباب اختيارها في الشريحة التالية.</a:t>
            </a:r>
          </a:p>
          <a:p xmlns:a="http://schemas.openxmlformats.org/drawingml/2006/main">
            <a:r>
              <a:t/>
            </a:r>
          </a:p>
          <a:p xmlns:a="http://schemas.openxmlformats.org/drawingml/2006/main">
            <a:r>
              <a:t>المصادر:</a:t>
            </a:r>
          </a:p>
          <a:p xmlns:a="http://schemas.openxmlformats.org/drawingml/2006/main">
            <a:r>
              <a:t>GitHub, “REST API endpoints for rules,” GitHub Docs. Accessed Oct. 27, 2026.</a:t>
            </a:r>
          </a:p>
          <a:p xmlns:a="http://schemas.openxmlformats.org/drawingml/2006/main">
            <a:r>
              <a:t>https://docs.github.com/en/rest/repos/rules</a:t>
            </a:r>
          </a:p>
          <a:p xmlns:a="http://schemas.openxmlformats.org/drawingml/2006/main">
            <a:r>
              <a:t>Microsoft, “.NET and .NET Core support policy.” Accessed Oct. 27, 2026.</a:t>
            </a:r>
          </a:p>
          <a:p xmlns:a="http://schemas.openxmlformats.org/drawingml/2006/main">
            <a:r>
              <a:t>https://dotnet.microsoft.com/en-us/platform/support/policy/dotnet-core</a:t>
            </a:r>
          </a:p>
          <a:p xmlns:a="http://schemas.openxmlformats.org/drawingml/2006/main">
            <a:r>
              <a:t>Npgsql, “Npgsql Entity Framework Core Provider 10.0 Release Notes.” Accessed Oct. 27, 2026.</a:t>
            </a:r>
          </a:p>
          <a:p xmlns:a="http://schemas.openxmlformats.org/drawingml/2006/main">
            <a:r>
              <a:t>https://www.npgsql.org/efcore/release-notes/10.0.html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اعتمدنا ASP.NET Core 10 LTS وC# للمنصة والمحرك، وRazor Pages وBootstrap للواجهة، وEF Core مع Npgsql وPostgreSQL للحفظ. المعمارية تناسب مطورًا واحدًا ووظائف مترابطة، وتقلل تشغيل خدمات مستقلة. المقابل أن الإصدار ينشر كوحدة واحدة وأن عزل الأعطال أضعف من خدمات منفصلة. ليست حجة تفوق مطلق في الأداء على Django. Python استعملناه فعلًا في النموذج البحثي فقط، وسنستخدمه مرجعًا سلوكيًا أثناء نقل المحرك. مكتبة الطابور ومزود الاستضافة لم يحددا بعد.</a:t>
            </a:r>
          </a:p>
          <a:p xmlns:a="http://schemas.openxmlformats.org/drawingml/2006/main">
            <a:r>
              <a:t/>
            </a:r>
          </a:p>
          <a:p xmlns:a="http://schemas.openxmlformats.org/drawingml/2006/main">
            <a:r>
              <a:t>المصادر:</a:t>
            </a:r>
          </a:p>
          <a:p xmlns:a="http://schemas.openxmlformats.org/drawingml/2006/main">
            <a:r>
              <a:t>Microsoft, “.NET and .NET Core support policy.” Accessed Oct. 27, 2026.</a:t>
            </a:r>
          </a:p>
          <a:p xmlns:a="http://schemas.openxmlformats.org/drawingml/2006/main">
            <a:r>
              <a:t>https://dotnet.microsoft.com/en-us/platform/support/policy/dotnet-core</a:t>
            </a:r>
          </a:p>
          <a:p xmlns:a="http://schemas.openxmlformats.org/drawingml/2006/main">
            <a:r>
              <a:t>Npgsql, “Npgsql Entity Framework Core Provider 10.0 Release Notes.” Accessed Oct. 27, 2026.</a:t>
            </a:r>
          </a:p>
          <a:p xmlns:a="http://schemas.openxmlformats.org/drawingml/2006/main">
            <a:r>
              <a:t>https://www.npgsql.org/efcore/release-notes/10.0.html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نخطط لتطوير تكراري وتزايدي باستخدام Kanban. اللوحة تبين المهمة الجاهزة ثم التنفيذ ثم التحقق ثم الإنجاز، ونحد العمل الجاري إلى مهمة رئيسية كي لا نفتح أجزاء كثيرة غير مكتملة. تشمل الزيادة الأولى مستخدمًا ومستودعًا واحدًا، ومهمة محفوظة وفحصًا ودليلًا ومخالفة وإعادة تحقق. نراجع نتائج كل زيادة ونعدل ترتيب العمل عند ظهور عائق. الاختبارات ترافق التنفيذ، ولا تنتظر الفترة النهائية المخصصة للمقارنة.</a:t>
            </a:r>
          </a:p>
          <a:p xmlns:a="http://schemas.openxmlformats.org/drawingml/2006/main">
            <a:r>
              <a:t/>
            </a:r>
          </a:p>
          <a:p xmlns:a="http://schemas.openxmlformats.org/drawingml/2006/main">
            <a:r>
              <a:t>المصادر:</a:t>
            </a:r>
          </a:p>
          <a:p xmlns:a="http://schemas.openxmlformats.org/drawingml/2006/main">
            <a:r>
              <a:t>Manifesto for Agile Software Development, “Principles behind the Agile Manifesto,” 2001. Accessed Oct. 27, 2026.</a:t>
            </a:r>
          </a:p>
          <a:p xmlns:a="http://schemas.openxmlformats.org/drawingml/2006/main">
            <a:r>
              <a:t>https://agilemanifesto.org/principles.html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نحتاج أولًا مطابقة النموذج مع GitHub الحقيقي في مختبر مصرح به، مع حالة مسموحة تنجح وحالة ممنوعة ترفض. فشل رمز الوصول لا يثبت فعالية الضابط. نضيف حالات مستقلة تشمل القواعد المتراكبة والطبقات الثابتة والأطراف المجهولة وحد البحث. نقارن الشروط المتحققة والعمليات المطلوبة المتأثرة وكلفة التعديل وزمن البحث. المرجع الأساسي خطة صحيحة يُعدّها شخص أو سكربت، مع المقارنة وفق المتطلبات نفسها. لا نقول وفرنا وقت المستخدم إلا بعد قياسه في تجربة مناسبة.</a:t>
            </a:r>
          </a:p>
          <a:p xmlns:a="http://schemas.openxmlformats.org/drawingml/2006/main">
            <a:r>
              <a:t/>
            </a:r>
          </a:p>
          <a:p xmlns:a="http://schemas.openxmlformats.org/drawingml/2006/main">
            <a:r>
              <a:t>المصادر:</a:t>
            </a:r>
          </a:p>
          <a:p xmlns:a="http://schemas.openxmlformats.org/drawingml/2006/main">
            <a:r>
              <a:t>GitHub, “About rulesets,” GitHub Docs. Accessed Oct. 27, 2026.</a:t>
            </a:r>
          </a:p>
          <a:p xmlns:a="http://schemas.openxmlformats.org/drawingml/2006/main">
            <a:r>
              <a:t>https://docs.github.com/en/repositories/configuring-branches-and-merges-in-your-repository/managing-rulesets/about-rulesets</a:t>
            </a:r>
          </a:p>
          <a:p xmlns:a="http://schemas.openxmlformats.org/drawingml/2006/main">
            <a:r>
              <a:t>GitHub, “Available rules for rulesets,” GitHub Docs. Accessed Oct. 27, 2026.</a:t>
            </a:r>
          </a:p>
          <a:p xmlns:a="http://schemas.openxmlformats.org/drawingml/2006/main">
            <a:r>
              <a:t>https://docs.github.com/en/repositories/configuring-branches-and-merges-in-your-repository/managing-rulesets/available-rules-for-rulesets</a:t>
            </a:r>
          </a:p>
          <a:p xmlns:a="http://schemas.openxmlformats.org/drawingml/2006/main">
            <a:r>
              <a:t>Project research records, “Source-bounded comparison protocol,” PROTOCOL.md, cases.json, comparison-results.json, and repair_spike.py, local artifact set, Oct. 26, 2026.</a:t>
            </a:r>
          </a:p>
          <a:p xmlns:a="http://schemas.openxmlformats.org/drawingml/2006/main">
            <a:r>
              <a:t/>
            </a:r>
          </a:p>
          <a:p xmlns:a="http://schemas.openxmlformats.org/drawingml/2006/main">
            <a:r>
              <a:t/>
            </a:r>
          </a:p>
          <a:p xmlns:a="http://schemas.openxmlformats.org/drawingml/2006/main">
            <a:r>
              <a:t>تفسير الرسم:</a:t>
            </a:r>
          </a:p>
          <a:p xmlns:a="http://schemas.openxmlformats.org/drawingml/2006/main">
            <a:r>
              <a:t>الرسم يوضح تجربة مخططة لا نتيجة منجزة. التطابق المعروض احتمال مطلوب اختباره، والساعة تعني قياس الزمن مستقبلًا دون قيمة مقاسة. يجب أن تشمل الحالات إخفاق المطابقة أيضًا.</a:t>
            </a:r>
          </a:p>
          <a:p xmlns:a="http://schemas.openxmlformats.org/drawingml/2006/main">
            <a:r>
              <a:t/>
            </a:r>
          </a:p>
          <a:p xmlns:a="http://schemas.openxmlformats.org/drawingml/2006/main">
            <a:r>
              <a:t>مصدر الصورة: رسم أصلي مولد باستخدام أداة image_gen المدمجة، 28 أكتوبر 2026. الصورة توضيحية ولا تمثل لقطة من نظام منفذ أو دليلًا جُمع من GitHub.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هذا مخطط Gantt للخطة التقديرية للمشروع. تتقدم التواريخ من اليسار إلى اليمين، وتبقى النصوص العربية من اليمين إلى اليسار. المدد أيام تقويمية وليست تقديرات لساعات العمل.</a:t>
            </a:r>
          </a:p>
          <a:p xmlns:a="http://schemas.openxmlformats.org/drawingml/2006/main">
            <a:r>
              <a:t/>
            </a:r>
          </a:p>
          <a:p xmlns:a="http://schemas.openxmlformats.org/drawingml/2006/main">
            <a:r>
              <a:t>1. المتطلبات والتصميم واختبار مبكر لسلوك Rulesets: 2026-10-26 إلى 2026-11-01، المدة 7 أيام، إزاحة البداية 0.</a:t>
            </a:r>
          </a:p>
          <a:p xmlns:a="http://schemas.openxmlformats.org/drawingml/2006/main">
            <a:r>
              <a:t>2. المستخدمون والربط والتقييم والدليل: 2026-11-02 إلى 2026-11-15، المدة 14 يومًا، إزاحة البداية 7.</a:t>
            </a:r>
          </a:p>
          <a:p xmlns:a="http://schemas.openxmlformats.org/drawingml/2006/main">
            <a:r>
              <a:t>3. التقييم والمعالجة وإعادة التحقق والتقارير الأساسية: 2026-11-16 إلى 2026-11-29، المدة 14 يومًا، إزاحة البداية 21.</a:t>
            </a:r>
          </a:p>
          <a:p xmlns:a="http://schemas.openxmlformats.org/drawingml/2006/main">
            <a:r>
              <a:t>4. دمج محرك الخطط وعرض أثر الإصلاح: 2026-11-30 إلى 2026-12-13، المدة 14 يومًا، إزاحة البداية 35.</a:t>
            </a:r>
          </a:p>
          <a:p xmlns:a="http://schemas.openxmlformats.org/drawingml/2006/main">
            <a:r>
              <a:t>5. الاختبار والمقارنة وإصلاح العيوب: 2026-12-14 إلى 2026-12-23، المدة 10 أيام، إزاحة البداية 49.</a:t>
            </a:r>
          </a:p>
          <a:p xmlns:a="http://schemas.openxmlformats.org/drawingml/2006/main">
            <a:r>
              <a:t>6. التوثيق والتحضير وهامش معالجة التأخير: 2026-12-24 إلى 2026-12-31، المدة 8 أيام، إزاحة البداية 59.</a:t>
            </a:r>
          </a:p>
          <a:p xmlns:a="http://schemas.openxmlformats.org/drawingml/2006/main">
            <a:r>
              <a:t/>
            </a:r>
          </a:p>
          <a:p xmlns:a="http://schemas.openxmlformats.org/drawingml/2006/main">
            <a:r>
              <a:t>مجموع الفترات 67 يومًا من 26 أكتوبر إلى 31 ديسمبر 2026 شاملًا الطرفين. التسليم المستهدف 1 يناير 2027، وهو موعد مستقل وليس يوم عمل إضافيًا في مدة المرحلة الأخيرة. نهاية كل شريط حصرية تساوي اليوم التالي لتاريخ نهاية المرحلة. لا يعرض المخطط نسبة إنجاز مقاسة. تجري الاختبارات الجزئية أثناء التنفيذ أيضًا، أما الاختبار والمقارنة فلهما فترة مخصصة في الخطة.</a:t>
            </a:r>
          </a:p>
          <a:p xmlns:a="http://schemas.openxmlformats.org/drawingml/2006/main">
            <a:r>
              <a:t/>
            </a:r>
          </a:p>
          <a:p xmlns:a="http://schemas.openxmlformats.org/drawingml/2006/main">
            <a:r>
              <a:t>المصدر: work/seminar-gantt-2026-10-27/gantt-data.json. بيانات المخطط الأصلية محفوظة أيضًا في جدول البيانات المضمن للتحرير.</a:t>
            </a:r>
          </a:p>
          <a:p xmlns:a="http://schemas.openxmlformats.org/drawingml/2006/main">
            <a:r>
              <a:t/>
            </a:r>
          </a:p>
          <a:p xmlns:a="http://schemas.openxmlformats.org/drawingml/2006/main">
            <a:r>
              <a:t>المصدر: التقرير المرحلي ووثائق نطاق المشروع.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تضم الدراسات المرجعية عملين للإصلاح، ودراسة إدارة النتائج المذكورة في الاستمارة، ودراسة للامتثال المستمر، وأخرى لممارسات GitHub Actions. أسماء الباحثين محفوظة في التوثيق الكامل ويعرض المتن أسماء الدراسات وسنواتها. CloudFix نسخة أولية، وContinuous Security Compliance بحث تمهيدي ذو خريطة بحث. لا ننقل نتائجها إلى منصتنا.</a:t>
            </a:r>
          </a:p>
          <a:p xmlns:a="http://schemas.openxmlformats.org/drawingml/2006/main">
            <a:r>
              <a:t/>
            </a:r>
          </a:p>
          <a:p xmlns:a="http://schemas.openxmlformats.org/drawingml/2006/main">
            <a:r>
              <a:t>Joint Task Force, “Assessing Security and Privacy Controls in Information Systems and Organizations,” NIST SP 800-53A Rev. 5, 2022.</a:t>
            </a:r>
          </a:p>
          <a:p xmlns:a="http://schemas.openxmlformats.org/drawingml/2006/main">
            <a:r>
              <a:t>https://doi.org/10.6028/NIST.SP.800-53Ar5</a:t>
            </a:r>
          </a:p>
          <a:p xmlns:a="http://schemas.openxmlformats.org/drawingml/2006/main">
            <a:r>
              <a:t/>
            </a:r>
          </a:p>
          <a:p xmlns:a="http://schemas.openxmlformats.org/drawingml/2006/main">
            <a:r>
              <a:t>GitHub, “About rulesets,” GitHub Docs. Accessed Oct. 27, 2026.</a:t>
            </a:r>
          </a:p>
          <a:p xmlns:a="http://schemas.openxmlformats.org/drawingml/2006/main">
            <a:r>
              <a:t>https://docs.github.com/en/repositories/configuring-branches-and-merges-in-your-repository/managing-rulesets/about-rulesets</a:t>
            </a:r>
          </a:p>
          <a:p xmlns:a="http://schemas.openxmlformats.org/drawingml/2006/main">
            <a:r>
              <a:t/>
            </a:r>
          </a:p>
          <a:p xmlns:a="http://schemas.openxmlformats.org/drawingml/2006/main">
            <a:r>
              <a:t>GitHub, “Available rules for rulesets,” GitHub Docs. Accessed Oct. 27, 2026.</a:t>
            </a:r>
          </a:p>
          <a:p xmlns:a="http://schemas.openxmlformats.org/drawingml/2006/main">
            <a:r>
              <a:t>https://docs.github.com/en/repositories/configuring-branches-and-merges-in-your-repository/managing-rulesets/available-rules-for-rulesets</a:t>
            </a:r>
          </a:p>
          <a:p xmlns:a="http://schemas.openxmlformats.org/drawingml/2006/main">
            <a:r>
              <a:t/>
            </a:r>
          </a:p>
          <a:p xmlns:a="http://schemas.openxmlformats.org/drawingml/2006/main">
            <a:r>
              <a:t>GitHub, “REST API endpoints for rules,” GitHub Docs. Accessed Oct. 27, 2026.</a:t>
            </a:r>
          </a:p>
          <a:p xmlns:a="http://schemas.openxmlformats.org/drawingml/2006/main">
            <a:r>
              <a:t>https://docs.github.com/en/rest/repos/rules</a:t>
            </a:r>
          </a:p>
          <a:p xmlns:a="http://schemas.openxmlformats.org/drawingml/2006/main">
            <a:r>
              <a:t/>
            </a:r>
          </a:p>
          <a:p xmlns:a="http://schemas.openxmlformats.org/drawingml/2006/main">
            <a:r>
              <a:t>GitHub, “REST API endpoints for GitHub Actions permissions.” Accessed Oct. 27, 2026.</a:t>
            </a:r>
          </a:p>
          <a:p xmlns:a="http://schemas.openxmlformats.org/drawingml/2006/main">
            <a:r>
              <a:t>https://docs.github.com/en/rest/actions/permissions</a:t>
            </a:r>
          </a:p>
          <a:p xmlns:a="http://schemas.openxmlformats.org/drawingml/2006/main">
            <a:r>
              <a:t/>
            </a:r>
          </a:p>
          <a:p xmlns:a="http://schemas.openxmlformats.org/drawingml/2006/main">
            <a:r>
              <a:t>GitHub, “Managing GitHub Actions settings for a repository.” Accessed Oct. 27, 2026.</a:t>
            </a:r>
          </a:p>
          <a:p xmlns:a="http://schemas.openxmlformats.org/drawingml/2006/main">
            <a:r>
              <a:t>https://docs.github.com/en/repositories/managing-your-repositorys-settings-and-features/enabling-features-for-your-repository/managing-github-actions-settings-for-a-repository</a:t>
            </a:r>
          </a:p>
          <a:p xmlns:a="http://schemas.openxmlformats.org/drawingml/2006/main">
            <a:r>
              <a:t/>
            </a:r>
          </a:p>
          <a:p xmlns:a="http://schemas.openxmlformats.org/drawingml/2006/main">
            <a:r>
              <a:t>B. Hall, O. Ungaro, and W. Eiers, “CloudFix: Automated Policy Repair for Cloud Access Control Policies Using Large Language Models,” arXiv:2512.09957, ver. 2, Jan. 2026, preprint.</a:t>
            </a:r>
          </a:p>
          <a:p xmlns:a="http://schemas.openxmlformats.org/drawingml/2006/main">
            <a:r>
              <a:t>https://arxiv.org/html/2512.09957v2</a:t>
            </a:r>
          </a:p>
          <a:p xmlns:a="http://schemas.openxmlformats.org/drawingml/2006/main">
            <a:r>
              <a:t/>
            </a:r>
          </a:p>
          <a:p xmlns:a="http://schemas.openxmlformats.org/drawingml/2006/main">
            <a:r>
              <a:t>L. D’Antoni, S. Ding, A. Goel, M. Ramesh, N. Rungta, and C. Sung, “Automatically Reducing Privilege for Access Control Policies,” Proc. ACM Program. Lang., vol. 8, OOPSLA2, art. 298, 2024, doi: 10.1145/3689738.</a:t>
            </a:r>
          </a:p>
          <a:p xmlns:a="http://schemas.openxmlformats.org/drawingml/2006/main">
            <a:r>
              <a:t>https://www.amazon.science/publications/automatically-reducing-privilege-for-access-control-policies</a:t>
            </a:r>
          </a:p>
          <a:p xmlns:a="http://schemas.openxmlformats.org/drawingml/2006/main">
            <a:r>
              <a:t/>
            </a:r>
          </a:p>
          <a:p xmlns:a="http://schemas.openxmlformats.org/drawingml/2006/main">
            <a:r>
              <a:t>M. Voggenreiter, F. Angermeir, F. Moyon, U. Schopp, and P. Bonvin, “Automated Security Findings Management: A Case Study in Industrial DevOps,” ICSE-SEIP 2024, pp. 312-322, doi: 10.1145/3639477.3639744.</a:t>
            </a:r>
          </a:p>
          <a:p xmlns:a="http://schemas.openxmlformats.org/drawingml/2006/main">
            <a:r>
              <a:t>https://arxiv.org/html/2401.06602v1</a:t>
            </a:r>
          </a:p>
          <a:p xmlns:a="http://schemas.openxmlformats.org/drawingml/2006/main">
            <a:r>
              <a:t/>
            </a:r>
          </a:p>
          <a:p xmlns:a="http://schemas.openxmlformats.org/drawingml/2006/main">
            <a:r>
              <a:t>J. Huang and B. Lin, “Revisiting Security Practices for GitHub Actions Workflows,” ICPC 2025, doi: 10.1109/ICPC66645.2025.00016.</a:t>
            </a:r>
          </a:p>
          <a:p xmlns:a="http://schemas.openxmlformats.org/drawingml/2006/main">
            <a:r>
              <a:t>https://jiangnanpro.github.io/assets/pdf/Huang2025a.pdf</a:t>
            </a:r>
          </a:p>
          <a:p xmlns:a="http://schemas.openxmlformats.org/drawingml/2006/main">
            <a:r>
              <a:t/>
            </a:r>
          </a:p>
          <a:p xmlns:a="http://schemas.openxmlformats.org/drawingml/2006/main">
            <a:r>
              <a:t>F. Angermeir, J. Fischbach, F. Moyon, and D. Mendez, “Towards Automated Continuous Security Compliance,” ESEM 2024, vision paper. Author manuscript: arXiv:2407.21494.</a:t>
            </a:r>
          </a:p>
          <a:p xmlns:a="http://schemas.openxmlformats.org/drawingml/2006/main">
            <a:r>
              <a:t>https://arxiv.org/html/2407.21494v1</a:t>
            </a:r>
          </a:p>
          <a:p xmlns:a="http://schemas.openxmlformats.org/drawingml/2006/main">
            <a:r>
              <a:t/>
            </a:r>
          </a:p>
          <a:p xmlns:a="http://schemas.openxmlformats.org/drawingml/2006/main">
            <a:r>
              <a:t>OpenSSF, “Scorecard Branch-Protection source and policy interface,” commit 47770053fe5d4445ffedd98754258a24b75792ac. Reviewed Oct. 26, 2026.</a:t>
            </a:r>
          </a:p>
          <a:p xmlns:a="http://schemas.openxmlformats.org/drawingml/2006/main">
            <a:r>
              <a:t>https://github.com/ossf/scorecard/blob/47770053fe5d4445ffedd98754258a24b75792ac/checks/branch_protection.go</a:t>
            </a:r>
          </a:p>
          <a:p xmlns:a="http://schemas.openxmlformats.org/drawingml/2006/main">
            <a:r>
              <a:t/>
            </a:r>
          </a:p>
          <a:p xmlns:a="http://schemas.openxmlformats.org/drawingml/2006/main">
            <a:r>
              <a:t>Checkov, “GitHub configuration runner,” commit 811d0687902c66d5964c68da5739c947979e85b1. Reviewed Oct. 26, 2026.</a:t>
            </a:r>
          </a:p>
          <a:p xmlns:a="http://schemas.openxmlformats.org/drawingml/2006/main">
            <a:r>
              <a:t>https://github.com/bridgecrewio/checkov/blob/811d0687902c66d5964c68da5739c947979e85b1/checkov/github/runner.py</a:t>
            </a:r>
          </a:p>
          <a:p xmlns:a="http://schemas.openxmlformats.org/drawingml/2006/main">
            <a:r>
              <a:t/>
            </a:r>
          </a:p>
          <a:p xmlns:a="http://schemas.openxmlformats.org/drawingml/2006/main">
            <a:r>
              <a:t>Legitify, “GitHub repository policies,” commit 038aa49473a6974a3ef79f6c76b949b689d23282. Reviewed Oct. 26, 2026.</a:t>
            </a:r>
          </a:p>
          <a:p xmlns:a="http://schemas.openxmlformats.org/drawingml/2006/main">
            <a:r>
              <a:t>https://github.com/Legit-Labs/legitify/blob/038aa49473a6974a3ef79f6c76b949b689d23282/policies/github/repository.rego</a:t>
            </a:r>
          </a:p>
          <a:p xmlns:a="http://schemas.openxmlformats.org/drawingml/2006/main">
            <a:r>
              <a:t/>
            </a:r>
          </a:p>
          <a:p xmlns:a="http://schemas.openxmlformats.org/drawingml/2006/main">
            <a:r>
              <a:t>Minder, “OSPS-AC-03.01 rule and remediation metadata,” commit 9d1841adbf0da3026550671c74b2fcd51558bc95. Reviewed Oct. 26, 2026.</a:t>
            </a:r>
          </a:p>
          <a:p xmlns:a="http://schemas.openxmlformats.org/drawingml/2006/main">
            <a:r>
              <a:t>https://github.com/mindersec/minder-rules-and-profiles/blob/9d1841adbf0da3026550671c74b2fcd51558bc95/security-baseline/rule-types/github/osps-ac-03-01.rego</a:t>
            </a:r>
          </a:p>
          <a:p xmlns:a="http://schemas.openxmlformats.org/drawingml/2006/main">
            <a:r>
              <a:t/>
            </a:r>
          </a:p>
          <a:p xmlns:a="http://schemas.openxmlformats.org/drawingml/2006/main">
            <a:r>
              <a:t>Microsoft, “.NET and .NET Core support policy.” Accessed Oct. 27, 2026.</a:t>
            </a:r>
          </a:p>
          <a:p xmlns:a="http://schemas.openxmlformats.org/drawingml/2006/main">
            <a:r>
              <a:t>https://dotnet.microsoft.com/en-us/platform/support/policy/dotnet-core</a:t>
            </a:r>
          </a:p>
          <a:p xmlns:a="http://schemas.openxmlformats.org/drawingml/2006/main">
            <a:r>
              <a:t/>
            </a:r>
          </a:p>
          <a:p xmlns:a="http://schemas.openxmlformats.org/drawingml/2006/main">
            <a:r>
              <a:t>Npgsql, “Npgsql Entity Framework Core Provider 10.0 Release Notes.” Accessed Oct. 27, 2026.</a:t>
            </a:r>
          </a:p>
          <a:p xmlns:a="http://schemas.openxmlformats.org/drawingml/2006/main">
            <a:r>
              <a:t>https://www.npgsql.org/efcore/release-notes/10.0.html</a:t>
            </a:r>
          </a:p>
          <a:p xmlns:a="http://schemas.openxmlformats.org/drawingml/2006/main">
            <a:r>
              <a:t/>
            </a:r>
          </a:p>
          <a:p xmlns:a="http://schemas.openxmlformats.org/drawingml/2006/main">
            <a:r>
              <a:t>Project research records, “Source-bounded comparison protocol,” PROTOCOL.md, cases.json, comparison-results.json, and repair_spike.py, local artifact set, Oct. 26, 2026.</a:t>
            </a:r>
          </a:p>
          <a:p xmlns:a="http://schemas.openxmlformats.org/drawingml/2006/main">
            <a:r>
              <a:t/>
            </a:r>
          </a:p>
          <a:p xmlns:a="http://schemas.openxmlformats.org/drawingml/2006/main">
            <a:r>
              <a:t/>
            </a:r>
          </a:p>
          <a:p xmlns:a="http://schemas.openxmlformats.org/drawingml/2006/main">
            <a:r>
              <a:t>Manifesto for Agile Software Development, “Principles behind the Agile Manifesto,” 2001. Accessed Oct. 27, 2026.</a:t>
            </a:r>
          </a:p>
          <a:p xmlns:a="http://schemas.openxmlformats.org/drawingml/2006/main">
            <a:r>
              <a:t>https://agilemanifesto.org/principles.html</a:t>
            </a:r>
          </a:p>
          <a:p xmlns:a="http://schemas.openxmlformats.org/drawingml/2006/main">
            <a:r>
              <a:t/>
            </a:r>
          </a:p>
          <a:p xmlns:a="http://schemas.openxmlformats.org/drawingml/2006/main">
            <a:r>
              <a:t>GitHub, “REST API endpoints for deploy keys.” Accessed Oct. 27, 2026.</a:t>
            </a:r>
          </a:p>
          <a:p xmlns:a="http://schemas.openxmlformats.org/drawingml/2006/main">
            <a:r>
              <a:t>https://docs.github.com/en/rest/deploy-keys/deploy-keys</a:t>
            </a:r>
          </a:p>
          <a:p xmlns:a="http://schemas.openxmlformats.org/drawingml/2006/main">
            <a:r>
              <a:t/>
            </a:r>
          </a:p>
          <a:p xmlns:a="http://schemas.openxmlformats.org/drawingml/2006/main">
            <a:r>
              <a:t>GitHub, “REST API endpoints for repository webhooks.” Accessed Oct. 27, 2026.</a:t>
            </a:r>
          </a:p>
          <a:p xmlns:a="http://schemas.openxmlformats.org/drawingml/2006/main">
            <a:r>
              <a:t>https://docs.github.com/en/rest/repos/webhooks</a:t>
            </a:r>
          </a:p>
          <a:p xmlns:a="http://schemas.openxmlformats.org/drawingml/2006/main">
            <a:r>
              <a:t/>
            </a:r>
          </a:p>
          <a:p xmlns:a="http://schemas.openxmlformats.org/drawingml/2006/main">
            <a:r>
              <a:t>GitHub, “REST API endpoints for Dependabot alerts.” Accessed Oct. 27, 2026.</a:t>
            </a:r>
          </a:p>
          <a:p xmlns:a="http://schemas.openxmlformats.org/drawingml/2006/main">
            <a:r>
              <a:t>https://docs.github.com/en/rest/dependabot/alerts</a:t>
            </a:r>
          </a:p>
          <a:p xmlns:a="http://schemas.openxmlformats.org/drawingml/2006/main">
            <a:r>
              <a:t/>
            </a:r>
          </a:p>
          <a:p xmlns:a="http://schemas.openxmlformats.org/drawingml/2006/main">
            <a:r>
              <a:t>GitHub, “REST API endpoints for code scanning.” Accessed Oct. 27, 2026.</a:t>
            </a:r>
          </a:p>
          <a:p xmlns:a="http://schemas.openxmlformats.org/drawingml/2006/main">
            <a:r>
              <a:t>https://docs.github.com/en/rest/code-scanning/code-scanning</a:t>
            </a:r>
          </a:p>
          <a:p xmlns:a="http://schemas.openxmlformats.org/drawingml/2006/main">
            <a:r>
              <a:t/>
            </a:r>
          </a:p>
          <a:p xmlns:a="http://schemas.openxmlformats.org/drawingml/2006/main">
            <a:r>
              <a:t>GitHub, “REST API endpoints for repositories.” Accessed Oct. 27, 2026.</a:t>
            </a:r>
          </a:p>
          <a:p xmlns:a="http://schemas.openxmlformats.org/drawingml/2006/main">
            <a:r>
              <a:t>https://docs.github.com/en/rest/repos/repos</a:t>
            </a:r>
          </a:p>
          <a:p xmlns:a="http://schemas.openxmlformats.org/drawingml/2006/main">
            <a:r>
              <a:t/>
            </a:r>
          </a:p>
          <a:p xmlns:a="http://schemas.openxmlformats.org/drawingml/2006/main">
            <a:r>
              <a:t>OpenSSF, “Scorecard project overview, checks, and outputs.” Reviewed Oct. 28, 2026.</a:t>
            </a:r>
          </a:p>
          <a:p xmlns:a="http://schemas.openxmlformats.org/drawingml/2006/main">
            <a:r>
              <a:t>https://github.com/ossf/scorecard</a:t>
            </a:r>
          </a:p>
          <a:p xmlns:a="http://schemas.openxmlformats.org/drawingml/2006/main">
            <a:r>
              <a:t/>
            </a:r>
          </a:p>
          <a:p xmlns:a="http://schemas.openxmlformats.org/drawingml/2006/main">
            <a:r>
              <a:t>Checkov, “Custom Policies Overview.” Reviewed Oct. 28, 2026.</a:t>
            </a:r>
          </a:p>
          <a:p xmlns:a="http://schemas.openxmlformats.org/drawingml/2006/main">
            <a:r>
              <a:t>https://www.checkov.io/3.Custom%20Policies/Custom%20Policies%20Overview.html</a:t>
            </a:r>
          </a:p>
          <a:p xmlns:a="http://schemas.openxmlformats.org/drawingml/2006/main">
            <a:r>
              <a:t/>
            </a:r>
          </a:p>
          <a:p xmlns:a="http://schemas.openxmlformats.org/drawingml/2006/main">
            <a:r>
              <a:t>Legit Labs, “Legitify overview, namespaces, and output formats.” Reviewed Oct. 28, 2026.</a:t>
            </a:r>
          </a:p>
          <a:p xmlns:a="http://schemas.openxmlformats.org/drawingml/2006/main">
            <a:r>
              <a:t>https://github.com/Legit-Labs/legitify</a:t>
            </a:r>
          </a:p>
          <a:p xmlns:a="http://schemas.openxmlformats.org/drawingml/2006/main">
            <a:r>
              <a:t/>
            </a:r>
          </a:p>
          <a:p xmlns:a="http://schemas.openxmlformats.org/drawingml/2006/main">
            <a:r>
              <a:t>Minder, “Rule Evaluation in Depth.” Reviewed Oct. 28, 2026.</a:t>
            </a:r>
          </a:p>
          <a:p xmlns:a="http://schemas.openxmlformats.org/drawingml/2006/main">
            <a:r>
              <a:t>https://docs.mindersec.dev/ref/rule_evaluation_details</a:t>
            </a:r>
          </a:p>
          <a:p xmlns:a="http://schemas.openxmlformats.org/drawingml/2006/main">
            <a:r>
              <a:t/>
            </a:r>
          </a:p>
          <a:p xmlns:a="http://schemas.openxmlformats.org/drawingml/2006/main">
            <a:r>
              <a:t>DefectDojo, “Introduction to Findings,” Open Source workflow. Reviewed Oct. 28, 2026.</a:t>
            </a:r>
          </a:p>
          <a:p xmlns:a="http://schemas.openxmlformats.org/drawingml/2006/main">
            <a:r>
              <a:t>https://docs.defectdojo.com/triage_findings/findings_workflows/intro_to_findings/</a:t>
            </a:r>
          </a:p>
          <a:p xmlns:a="http://schemas.openxmlformats.org/drawingml/2006/main">
            <a:r>
              <a:t/>
            </a:r>
          </a:p>
          <a:p xmlns:a="http://schemas.openxmlformats.org/drawingml/2006/main">
            <a:r>
              <a:t>DefectDojo, “Attaching Files (Open Source).” Reviewed Oct. 28, 2026.</a:t>
            </a:r>
          </a:p>
          <a:p xmlns:a="http://schemas.openxmlformats.org/drawingml/2006/main">
            <a:r>
              <a:t>https://docs.defectdojo.com/triage_findings/findings_workflows/os__add_files/</a:t>
            </a:r>
          </a:p>
          <a:p xmlns:a="http://schemas.openxmlformats.org/drawingml/2006/main">
            <a:r>
              <a:t/>
            </a:r>
          </a:p>
          <a:p xmlns:a="http://schemas.openxmlformats.org/drawingml/2006/main">
            <a:r>
              <a:t>DefectDojo, “Main Dashboard (Open Source).” Reviewed Oct. 28, 2026.</a:t>
            </a:r>
          </a:p>
          <a:p xmlns:a="http://schemas.openxmlformats.org/drawingml/2006/main">
            <a:r>
              <a:t>https://docs.defectdojo.com/metrics_reports/dashboards/introduction_dashboard/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764ebb0fbb4f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3cd30b781e943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da34fa71ce44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69d3fe599b49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05d302cdc84b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34ff8a06b84e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F9202F-4F0F-429E-BCBB-32BE3B0A8D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81FEFE-3231-42A5-9BAF-C3160008FE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62B85B-8EDA-4DA8-B915-CB8E7E8B19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B595E3-76EE-472B-8D3F-B953FB415C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F20E271-FD57-4286-9C75-D34DE9326B3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D926FE-C171-4D82-882B-C7431F5AFA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2849BF-A2E6-48DF-8803-A58FBD25CF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7E3871-8DE4-40E7-8D4C-53730A526B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227254-0E72-4D35-BEAC-54696515B3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424BEC-3707-4058-9A3C-8E1A2DDA09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f01bf9a8294d77" /><Relationship Type="http://schemas.openxmlformats.org/officeDocument/2006/relationships/slideLayout" Target="/ppt/slideLayouts/slideLayout1.xml" Id="Reab5f1be105a4f43" /><Relationship Type="http://schemas.openxmlformats.org/officeDocument/2006/relationships/slideLayout" Target="/ppt/slideLayouts/slideLayout2.xml" Id="R67164f20e3a84f6a" /><Relationship Type="http://schemas.openxmlformats.org/officeDocument/2006/relationships/slideLayout" Target="/ppt/slideLayouts/slideLayout3.xml" Id="R631fb182a64642a1" /><Relationship Type="http://schemas.openxmlformats.org/officeDocument/2006/relationships/slideLayout" Target="/ppt/slideLayouts/slideLayout4.xml" Id="R62a3d16935db4dbe" /><Relationship Type="http://schemas.openxmlformats.org/officeDocument/2006/relationships/slideLayout" Target="/ppt/slideLayouts/slideLayout5.xml" Id="R76521186ddee4b6f" /><Relationship Type="http://schemas.openxmlformats.org/officeDocument/2006/relationships/slideLayout" Target="/ppt/slideLayouts/slideLayout6.xml" Id="Ra8434694e20845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b5f1be105a4f43"/>
    <p:sldLayoutId xmlns:r="http://schemas.openxmlformats.org/officeDocument/2006/relationships" id="2147483650" r:id="R67164f20e3a84f6a"/>
    <p:sldLayoutId xmlns:r="http://schemas.openxmlformats.org/officeDocument/2006/relationships" id="2147483651" r:id="R631fb182a64642a1"/>
    <p:sldLayoutId xmlns:r="http://schemas.openxmlformats.org/officeDocument/2006/relationships" id="2147483652" r:id="R62a3d16935db4dbe"/>
    <p:sldLayoutId xmlns:r="http://schemas.openxmlformats.org/officeDocument/2006/relationships" id="2147483653" r:id="R76521186ddee4b6f"/>
    <p:sldLayoutId xmlns:r="http://schemas.openxmlformats.org/officeDocument/2006/relationships" id="2147483654" r:id="Ra8434694e20845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668a4900aa4dc8" /><Relationship Type="http://schemas.openxmlformats.org/officeDocument/2006/relationships/image" Target="/ppt/media/image.png" Id="Rad09fb73becc4d86" /><Relationship Type="http://schemas.openxmlformats.org/officeDocument/2006/relationships/image" Target="/ppt/media/image2.png" Id="R29d539e1fdba4918" /><Relationship Type="http://schemas.openxmlformats.org/officeDocument/2006/relationships/notesSlide" Target="/ppt/notesSlides/notesSlide1.xml" Id="Ra59c858acfb142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446d844f3e4e37" /><Relationship Type="http://schemas.openxmlformats.org/officeDocument/2006/relationships/image" Target="/ppt/media/image3.png" Id="R7188166e60284ad6" /><Relationship Type="http://schemas.openxmlformats.org/officeDocument/2006/relationships/notesSlide" Target="/ppt/notesSlides/notesSlide2.xml" Id="R840b5edf307f44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5b88532df04b69" /><Relationship Type="http://schemas.openxmlformats.org/officeDocument/2006/relationships/image" Target="/ppt/media/image4.png" Id="R5570c6b0c4eb4200" /><Relationship Type="http://schemas.openxmlformats.org/officeDocument/2006/relationships/notesSlide" Target="/ppt/notesSlides/notesSlide3.xml" Id="R32f70b9558fd49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23bf3b02104c0b" /><Relationship Type="http://schemas.openxmlformats.org/officeDocument/2006/relationships/image" Target="/ppt/media/image5.png" Id="Re43439455f4b41c4" /><Relationship Type="http://schemas.openxmlformats.org/officeDocument/2006/relationships/notesSlide" Target="/ppt/notesSlides/notesSlide4.xml" Id="Rcf8a38f9aaf14b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fbdfa8d72034757" /><Relationship Type="http://schemas.openxmlformats.org/officeDocument/2006/relationships/notesSlide" Target="/ppt/notesSlides/notesSlide5.xml" Id="Rb621fda2468b40d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820d72afaa4e31" /><Relationship Type="http://schemas.openxmlformats.org/officeDocument/2006/relationships/notesSlide" Target="/ppt/notesSlides/notesSlide6.xml" Id="Rc55b1551085848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749a8e2cca4d11" /><Relationship Type="http://schemas.openxmlformats.org/officeDocument/2006/relationships/image" Target="/ppt/media/image6.png" Id="R4beb91aef33446cd" /><Relationship Type="http://schemas.openxmlformats.org/officeDocument/2006/relationships/notesSlide" Target="/ppt/notesSlides/notesSlide7.xml" Id="Rc4e9e1d699284d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762a9ee2c58488e" /><Relationship Type="http://schemas.openxmlformats.org/officeDocument/2006/relationships/notesSlide" Target="/ppt/notesSlides/notesSlide8.xml" Id="Rec322170cb6440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fe9f78773c1404f" /><Relationship Type="http://schemas.openxmlformats.org/officeDocument/2006/relationships/notesSlide" Target="/ppt/notesSlides/notesSlide9.xml" Id="R5a98ae5b4bab4c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0b37dba46844312" /><Relationship Type="http://schemas.openxmlformats.org/officeDocument/2006/relationships/notesSlide" Target="/ppt/notesSlides/notesSlide10.xml" Id="Ra5a95556a76b4c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35b3e4cfa5541d9" /><Relationship Type="http://schemas.openxmlformats.org/officeDocument/2006/relationships/notesSlide" Target="/ppt/notesSlides/notesSlide11.xml" Id="R7507de87017a4b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7f5590dc66247b1" /><Relationship Type="http://schemas.openxmlformats.org/officeDocument/2006/relationships/image" Target="/ppt/media/image7.png" Id="R9c6e1c34c1564344" /><Relationship Type="http://schemas.openxmlformats.org/officeDocument/2006/relationships/notesSlide" Target="/ppt/notesSlides/notesSlide12.xml" Id="R88b734da4d1e46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3daad54487f46cb" /><Relationship Type="http://schemas.openxmlformats.org/officeDocument/2006/relationships/notesSlide" Target="/ppt/notesSlides/notesSlide13.xml" Id="R1d0d99a10efc4b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082261fb6bd421d" /><Relationship Type="http://schemas.openxmlformats.org/officeDocument/2006/relationships/notesSlide" Target="/ppt/notesSlides/notesSlide14.xml" Id="R74c277b1fa3a42e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e6d696fcbbc456d" /><Relationship Type="http://schemas.openxmlformats.org/officeDocument/2006/relationships/notesSlide" Target="/ppt/notesSlides/notesSlide15.xml" Id="R904ea874743c42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2ffdd1d0afc4491e" /><Relationship Type="http://schemas.openxmlformats.org/officeDocument/2006/relationships/notesSlide" Target="/ppt/notesSlides/notesSlide16.xml" Id="R551cc46fc37546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b6f7a83e9334c02" /><Relationship Type="http://schemas.openxmlformats.org/officeDocument/2006/relationships/notesSlide" Target="/ppt/notesSlides/notesSlide17.xml" Id="R6981e38c6aa14fb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e5d4b4671c34d38" /><Relationship Type="http://schemas.openxmlformats.org/officeDocument/2006/relationships/notesSlide" Target="/ppt/notesSlides/notesSlide18.xml" Id="R943a10e9084c483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34d416f85bd4887" /><Relationship Type="http://schemas.openxmlformats.org/officeDocument/2006/relationships/image" Target="/ppt/media/image8.png" Id="R23206b97dadd445f" /><Relationship Type="http://schemas.openxmlformats.org/officeDocument/2006/relationships/notesSlide" Target="/ppt/notesSlides/notesSlide19.xml" Id="R109409c6fc7345f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83531d7c4a244ee" /><Relationship Type="http://schemas.openxmlformats.org/officeDocument/2006/relationships/chart" Target="/ppt/slides/charts/chart1.xml" Id="R678e6c295ec14e97" /><Relationship Type="http://schemas.openxmlformats.org/officeDocument/2006/relationships/notesSlide" Target="/ppt/notesSlides/notesSlide20.xml" Id="Rc87a5c8324c9414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e9836d40d4b477c" /><Relationship Type="http://schemas.openxmlformats.org/officeDocument/2006/relationships/notesSlide" Target="/ppt/notesSlides/notesSlide21.xml" Id="R3d46667d7fa7409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date1904 val="0"/>
  <c:lang val="en-US"/>
  <c:chart>
    <c:plotArea>
      <c:barChart>
        <c:barDir val="bar"/>
        <c:grouping val="stacked"/>
        <c:varyColors val="0"/>
        <c:ser>
          <c:idx val="0"/>
          <c:order val="0"/>
          <c:tx>
            <c:v>Start date</c:v>
          </c:tx>
          <c:spPr>
            <a:noFill xmlns:a="http://schemas.openxmlformats.org/drawingml/2006/main"/>
            <a:ln xmlns:a="http://schemas.openxmlformats.org/drawingml/2006/main" w="0">
              <a:noFill/>
            </a:ln>
          </c:spPr>
          <c:invertIfNegative val="0"/>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cat>
            <c:strRef>
              <c:f>'Chart Data'!$A$2:$A$7</c:f>
              <c:strCache>
                <c:ptCount val="6"/>
                <c:pt idx="0">
                  <c:v>التوثيق وهامش التأخير</c:v>
                </c:pt>
                <c:pt idx="1">
                  <c:v>الاختبار والمقارنة</c:v>
                </c:pt>
                <c:pt idx="2">
                  <c:v>دمج محرك الخطط</c:v>
                </c:pt>
                <c:pt idx="3">
                  <c:v>التقييم والمعالجة</c:v>
                </c:pt>
                <c:pt idx="4">
                  <c:v>أول مسار كامل</c:v>
                </c:pt>
                <c:pt idx="5">
                  <c:v>المتطلبات والتصميم</c:v>
                </c:pt>
              </c:strCache>
            </c:strRef>
          </c:cat>
          <c:val>
            <c:numRef>
              <c:f>'Chart Data'!$B$2:$B$7</c:f>
              <c:numCache>
                <c:formatCode>dd/mm/yyyy</c:formatCode>
                <c:ptCount val="6"/>
                <c:pt idx="0">
                  <c:v>46380</c:v>
                </c:pt>
                <c:pt idx="1">
                  <c:v>46370</c:v>
                </c:pt>
                <c:pt idx="2">
                  <c:v>46356</c:v>
                </c:pt>
                <c:pt idx="3">
                  <c:v>46342</c:v>
                </c:pt>
                <c:pt idx="4">
                  <c:v>46328</c:v>
                </c:pt>
                <c:pt idx="5">
                  <c:v>46321</c:v>
                </c:pt>
              </c:numCache>
            </c:numRef>
          </c:val>
        </c:ser>
        <c:ser>
          <c:idx val="1"/>
          <c:order val="1"/>
          <c:tx>
            <c:v>Calendar days</c:v>
          </c:tx>
          <c:spPr>
            <a:solidFill xmlns:a="http://schemas.openxmlformats.org/drawingml/2006/main">
              <a:srgbClr val="167D8D"/>
            </a:solidFill>
            <a:ln xmlns:a="http://schemas.openxmlformats.org/drawingml/2006/main" w="0">
              <a:noFill/>
            </a:ln>
          </c:spPr>
          <c:invertIfNegative val="0"/>
          <c:dLbls>
            <c:numFmt formatCode="0" sourceLinked="0"/>
            <c:txPr>
              <a:bodyPr xmlns:a="http://schemas.openxmlformats.org/drawingml/2006/main" anchorCtr="1"/>
              <a:lstStyle xmlns:a="http://schemas.openxmlformats.org/drawingml/2006/main"/>
              <a:p xmlns:a="http://schemas.openxmlformats.org/drawingml/2006/main">
                <a:pPr>
                  <a:defRPr sz="2025" b="1">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'Chart Data'!$C$2:$C$7</c:f>
              <c:strCache>
                <c:ptCount val="6"/>
                <c:pt idx="0">
                  <c:v>التوثيق وهامش التأخير</c:v>
                </c:pt>
                <c:pt idx="1">
                  <c:v>الاختبار والمقارنة</c:v>
                </c:pt>
                <c:pt idx="2">
                  <c:v>دمج محرك الخطط</c:v>
                </c:pt>
                <c:pt idx="3">
                  <c:v>التقييم والمعالجة</c:v>
                </c:pt>
                <c:pt idx="4">
                  <c:v>أول مسار كامل</c:v>
                </c:pt>
                <c:pt idx="5">
                  <c:v>المتطلبات والتصميم</c:v>
                </c:pt>
              </c:strCache>
            </c:strRef>
          </c:cat>
          <c:val>
            <c:numRef>
              <c:f>'Chart Data'!$D$2:$D$7</c:f>
              <c:numCache>
                <c:formatCode>0</c:formatCode>
                <c:ptCount val="6"/>
                <c:pt idx="0">
                  <c:v>8</c:v>
                </c:pt>
                <c:pt idx="1">
                  <c:v>10</c:v>
                </c:pt>
                <c:pt idx="2">
                  <c:v>14</c:v>
                </c:pt>
                <c:pt idx="3">
                  <c:v>14</c:v>
                </c:pt>
                <c:pt idx="4">
                  <c:v>14</c:v>
                </c:pt>
                <c:pt idx="5">
                  <c:v>7</c:v>
                </c:pt>
              </c:numCache>
            </c:numRef>
          </c:val>
        </c:ser>
        <c:gapWidth val="75"/>
        <c:overlap val="10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142B36"/>
                </a:solidFill>
                <a:latin typeface="Arial"/>
                <a:ea typeface="Arial"/>
                <a:cs typeface="Arial"/>
              </a:defRPr>
            </a:pPr>
          </a:p>
        </c:txPr>
        <c:crossAx val="48672768"/>
      </c:catAx>
      <c:valAx>
        <c:axId val="48672768"/>
        <c:scaling>
          <c:orientation val="minMax"/>
          <c:max val="46388"/>
          <c:min val="46321"/>
        </c:scaling>
        <c:delete val="0"/>
        <c:axPos val="b"/>
        <c:majorGridlines>
          <c:spPr>
            <a:ln xmlns:a="http://schemas.openxmlformats.org/drawingml/2006/main" w="9525">
              <a:solidFill>
                <a:srgbClr val="D7DDDB"/>
              </a:solidFill>
            </a:ln>
          </c:spPr>
        </c:majorGridlines>
        <c:numFmt formatCode="dd/mm" sourceLinked="0"/>
        <c:majorTickMark val="none"/>
        <c:minorTickMark val="none"/>
        <c:spPr>
          <a:ln xmlns:a="http://schemas.openxmlformats.org/drawingml/2006/main" w="9525">
            <a:solidFill>
              <a:srgbClr val="D7DDDB"/>
            </a:solidFill>
          </a:ln>
        </c:spPr>
        <c:txPr>
          <a:bodyPr xmlns:a="http://schemas.openxmlformats.org/drawingml/2006/main" anchorCtr="1"/>
          <a:lstStyle xmlns:a="http://schemas.openxmlformats.org/drawingml/2006/main"/>
          <a:p xmlns:a="http://schemas.openxmlformats.org/drawingml/2006/main">
            <a:pPr>
              <a:defRPr sz="1725">
                <a:solidFill>
                  <a:srgbClr val="5A6A70"/>
                </a:solidFill>
                <a:latin typeface="Arial"/>
                <a:ea typeface="Arial"/>
                <a:cs typeface="Arial"/>
              </a:defRPr>
            </a:pPr>
          </a:p>
        </c:txPr>
        <c:crossAx val="48650112"/>
        <c:crossBetween val="between"/>
        <c:majorUnit val="7"/>
      </c:valAx>
      <c:spPr>
        <a:solidFill xmlns:a="http://schemas.openxmlformats.org/drawingml/2006/main">
          <a:srgbClr val="F6F3EB"/>
        </a:solidFill>
        <a:ln xmlns:a="http://schemas.openxmlformats.org/drawingml/2006/main" w="0">
          <a:noFill/>
        </a:ln>
      </c:spPr>
    </c:plotArea>
    <c:plotVisOnly val="1"/>
  </c:chart>
  <c:spPr>
    <a:solidFill xmlns:a="http://schemas.openxmlformats.org/drawingml/2006/main">
      <a:srgbClr val="F6F3EB"/>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EA240C8-F4A8-44A4-90A2-8A784A3592F2}"/>
              </a:ext>
            </a:extLst>
          </p:cNvPr>
          <p:cNvPicPr>
            <a:picLocks xmlns:a="http://schemas.openxmlformats.org/drawingml/2006/main" noChangeAspect="1"/>
          </p:cNvPicPr>
          <p:nvPr/>
        </p:nvPicPr>
        <p:blipFill>
          <a:blip xmlns:r="http://schemas.openxmlformats.org/officeDocument/2006/relationships" xmlns:a="http://schemas.openxmlformats.org/drawingml/2006/main" r:embed="Rad09fb73becc4d86"/>
          <a:stretch xmlns:a="http://schemas.openxmlformats.org/drawingml/2006/main"/>
        </p:blipFill>
        <p:spPr>
          <a:xfrm xmlns:a="http://schemas.openxmlformats.org/drawingml/2006/main">
            <a:off x="714375" y="630509"/>
            <a:ext cx="1381125" cy="929733"/>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C2FEF4F-4514-4F50-8C95-E665CB207D82}"/>
              </a:ext>
            </a:extLst>
          </p:cNvPr>
          <p:cNvSpPr>
            <a:spLocks xmlns:a="http://schemas.openxmlformats.org/drawingml/2006/main" noGrp="1"/>
          </p:cNvSpPr>
          <p:nvPr/>
        </p:nvSpPr>
        <p:spPr>
          <a:xfrm xmlns:a="http://schemas.openxmlformats.org/drawingml/2006/main">
            <a:off x="13719972" y="523875"/>
            <a:ext cx="67230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الجامعة</a:t>
            </a:r>
          </a:p>
        </p:txBody>
      </p:sp>
      <p:sp>
        <p:nvSpPr>
          <p:cNvPr id="4" name="">
            <a:extLst xmlns:a="http://schemas.openxmlformats.org/drawingml/2006/main">
              <a:ext uri="{FF2B5EF4-FFF2-40B4-BE49-F238E27FC236}">
                <a16:creationId xmlns:a16="http://schemas.microsoft.com/office/drawing/2014/main" id="{DF83FB0D-229E-4C97-AAF7-FF5C15D1165A}"/>
              </a:ext>
            </a:extLst>
          </p:cNvPr>
          <p:cNvSpPr>
            <a:spLocks xmlns:a="http://schemas.openxmlformats.org/drawingml/2006/main" noGrp="1"/>
          </p:cNvSpPr>
          <p:nvPr/>
        </p:nvSpPr>
        <p:spPr>
          <a:xfrm xmlns:a="http://schemas.openxmlformats.org/drawingml/2006/main">
            <a:off x="12907903" y="523875"/>
            <a:ext cx="73596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السورية</a:t>
            </a:r>
          </a:p>
        </p:txBody>
      </p:sp>
      <p:sp>
        <p:nvSpPr>
          <p:cNvPr id="5" name="">
            <a:extLst xmlns:a="http://schemas.openxmlformats.org/drawingml/2006/main">
              <a:ext uri="{FF2B5EF4-FFF2-40B4-BE49-F238E27FC236}">
                <a16:creationId xmlns:a16="http://schemas.microsoft.com/office/drawing/2014/main" id="{65BA89F9-341A-42DE-A5EE-227E46DC4D45}"/>
              </a:ext>
            </a:extLst>
          </p:cNvPr>
          <p:cNvSpPr>
            <a:spLocks xmlns:a="http://schemas.openxmlformats.org/drawingml/2006/main" noGrp="1"/>
          </p:cNvSpPr>
          <p:nvPr/>
        </p:nvSpPr>
        <p:spPr>
          <a:xfrm xmlns:a="http://schemas.openxmlformats.org/drawingml/2006/main">
            <a:off x="12160574" y="523875"/>
            <a:ext cx="67122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الخاصة</a:t>
            </a:r>
          </a:p>
        </p:txBody>
      </p:sp>
      <p:sp>
        <p:nvSpPr>
          <p:cNvPr id="6" name="">
            <a:extLst xmlns:a="http://schemas.openxmlformats.org/drawingml/2006/main">
              <a:ext uri="{FF2B5EF4-FFF2-40B4-BE49-F238E27FC236}">
                <a16:creationId xmlns:a16="http://schemas.microsoft.com/office/drawing/2014/main" id="{1F610177-6480-477F-8FE0-92839144E31A}"/>
              </a:ext>
            </a:extLst>
          </p:cNvPr>
          <p:cNvSpPr>
            <a:spLocks xmlns:a="http://schemas.openxmlformats.org/drawingml/2006/main" noGrp="1"/>
          </p:cNvSpPr>
          <p:nvPr/>
        </p:nvSpPr>
        <p:spPr>
          <a:xfrm xmlns:a="http://schemas.openxmlformats.org/drawingml/2006/main">
            <a:off x="14092186" y="933450"/>
            <a:ext cx="30008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142B36"/>
                </a:solidFill>
                <a:latin typeface="Arial"/>
                <a:ea typeface="Arial"/>
                <a:cs typeface="Arial"/>
              </a:defRPr>
            </a:defPPr>
            <a:lvl1pPr algn="r">
              <a:defRPr sz="1875" b="0">
                <a:solidFill>
                  <a:srgbClr val="142B36"/>
                </a:solidFill>
                <a:latin typeface="Arial"/>
                <a:ea typeface="Arial"/>
                <a:cs typeface="Arial"/>
              </a:defRPr>
            </a:lvl1pPr>
            <a:lvl2pPr algn="r">
              <a:defRPr sz="1875" b="0">
                <a:solidFill>
                  <a:srgbClr val="142B36"/>
                </a:solidFill>
                <a:latin typeface="Arial"/>
                <a:ea typeface="Arial"/>
                <a:cs typeface="Arial"/>
              </a:defRPr>
            </a:lvl2pPr>
            <a:lvl3pPr algn="r">
              <a:defRPr sz="1875" b="0">
                <a:solidFill>
                  <a:srgbClr val="142B36"/>
                </a:solidFill>
                <a:latin typeface="Arial"/>
                <a:ea typeface="Arial"/>
                <a:cs typeface="Arial"/>
              </a:defRPr>
            </a:lvl3pPr>
            <a:lvl4pPr algn="r">
              <a:defRPr sz="1875" b="0">
                <a:solidFill>
                  <a:srgbClr val="142B36"/>
                </a:solidFill>
                <a:latin typeface="Arial"/>
                <a:ea typeface="Arial"/>
                <a:cs typeface="Arial"/>
              </a:defRPr>
            </a:lvl4pPr>
            <a:lvl5pPr algn="r">
              <a:defRPr sz="1875" b="0">
                <a:solidFill>
                  <a:srgbClr val="142B36"/>
                </a:solidFill>
                <a:latin typeface="Arial"/>
                <a:ea typeface="Arial"/>
                <a:cs typeface="Arial"/>
              </a:defRPr>
            </a:lvl5pPr>
            <a:lvl6pPr algn="r">
              <a:defRPr sz="1875" b="0">
                <a:solidFill>
                  <a:srgbClr val="142B36"/>
                </a:solidFill>
                <a:latin typeface="Arial"/>
                <a:ea typeface="Arial"/>
                <a:cs typeface="Arial"/>
              </a:defRPr>
            </a:lvl6pPr>
            <a:lvl7pPr algn="r">
              <a:defRPr sz="1875" b="0">
                <a:solidFill>
                  <a:srgbClr val="142B36"/>
                </a:solidFill>
                <a:latin typeface="Arial"/>
                <a:ea typeface="Arial"/>
                <a:cs typeface="Arial"/>
              </a:defRPr>
            </a:lvl7pPr>
            <a:lvl8pPr algn="r">
              <a:defRPr sz="1875" b="0">
                <a:solidFill>
                  <a:srgbClr val="142B36"/>
                </a:solidFill>
                <a:latin typeface="Arial"/>
                <a:ea typeface="Arial"/>
                <a:cs typeface="Arial"/>
              </a:defRPr>
            </a:lvl8pPr>
            <a:lvl9pPr algn="r">
              <a:defRPr sz="1875" b="0">
                <a:solidFill>
                  <a:srgbClr val="142B36"/>
                </a:solidFill>
                <a:latin typeface="Arial"/>
                <a:ea typeface="Arial"/>
                <a:cs typeface="Arial"/>
              </a:defRPr>
            </a:lvl9pPr>
          </a:lstStyle>
          <a:p xmlns:a="http://schemas.openxmlformats.org/drawingml/2006/main">
            <a:pPr algn="r">
              <a:defRPr sz="1875" b="0">
                <a:solidFill>
                  <a:srgbClr val="142B36"/>
                </a:solidFill>
                <a:latin typeface="Arial"/>
                <a:ea typeface="Arial"/>
                <a:cs typeface="Arial"/>
              </a:defRPr>
            </a:pPr>
            <a:r>
              <a:rPr sz="1875" b="0">
                <a:solidFill>
                  <a:srgbClr val="142B36"/>
                </a:solidFill>
                <a:latin typeface="Arial"/>
                <a:ea typeface="Arial"/>
                <a:cs typeface="Arial"/>
              </a:rPr>
              <a:t>كلية</a:t>
            </a:r>
          </a:p>
        </p:txBody>
      </p:sp>
      <p:sp>
        <p:nvSpPr>
          <p:cNvPr id="7" name="">
            <a:extLst xmlns:a="http://schemas.openxmlformats.org/drawingml/2006/main">
              <a:ext uri="{FF2B5EF4-FFF2-40B4-BE49-F238E27FC236}">
                <a16:creationId xmlns:a16="http://schemas.microsoft.com/office/drawing/2014/main" id="{1A1CE0C5-C18E-42FA-8EEB-DD99B5ED2350}"/>
              </a:ext>
            </a:extLst>
          </p:cNvPr>
          <p:cNvSpPr>
            <a:spLocks xmlns:a="http://schemas.openxmlformats.org/drawingml/2006/main" noGrp="1"/>
          </p:cNvSpPr>
          <p:nvPr/>
        </p:nvSpPr>
        <p:spPr>
          <a:xfrm xmlns:a="http://schemas.openxmlformats.org/drawingml/2006/main">
            <a:off x="13557000" y="933450"/>
            <a:ext cx="470892"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142B36"/>
                </a:solidFill>
                <a:latin typeface="Arial"/>
                <a:ea typeface="Arial"/>
                <a:cs typeface="Arial"/>
              </a:defRPr>
            </a:defPPr>
            <a:lvl1pPr algn="r">
              <a:defRPr sz="1875" b="0">
                <a:solidFill>
                  <a:srgbClr val="142B36"/>
                </a:solidFill>
                <a:latin typeface="Arial"/>
                <a:ea typeface="Arial"/>
                <a:cs typeface="Arial"/>
              </a:defRPr>
            </a:lvl1pPr>
            <a:lvl2pPr algn="r">
              <a:defRPr sz="1875" b="0">
                <a:solidFill>
                  <a:srgbClr val="142B36"/>
                </a:solidFill>
                <a:latin typeface="Arial"/>
                <a:ea typeface="Arial"/>
                <a:cs typeface="Arial"/>
              </a:defRPr>
            </a:lvl2pPr>
            <a:lvl3pPr algn="r">
              <a:defRPr sz="1875" b="0">
                <a:solidFill>
                  <a:srgbClr val="142B36"/>
                </a:solidFill>
                <a:latin typeface="Arial"/>
                <a:ea typeface="Arial"/>
                <a:cs typeface="Arial"/>
              </a:defRPr>
            </a:lvl3pPr>
            <a:lvl4pPr algn="r">
              <a:defRPr sz="1875" b="0">
                <a:solidFill>
                  <a:srgbClr val="142B36"/>
                </a:solidFill>
                <a:latin typeface="Arial"/>
                <a:ea typeface="Arial"/>
                <a:cs typeface="Arial"/>
              </a:defRPr>
            </a:lvl4pPr>
            <a:lvl5pPr algn="r">
              <a:defRPr sz="1875" b="0">
                <a:solidFill>
                  <a:srgbClr val="142B36"/>
                </a:solidFill>
                <a:latin typeface="Arial"/>
                <a:ea typeface="Arial"/>
                <a:cs typeface="Arial"/>
              </a:defRPr>
            </a:lvl5pPr>
            <a:lvl6pPr algn="r">
              <a:defRPr sz="1875" b="0">
                <a:solidFill>
                  <a:srgbClr val="142B36"/>
                </a:solidFill>
                <a:latin typeface="Arial"/>
                <a:ea typeface="Arial"/>
                <a:cs typeface="Arial"/>
              </a:defRPr>
            </a:lvl6pPr>
            <a:lvl7pPr algn="r">
              <a:defRPr sz="1875" b="0">
                <a:solidFill>
                  <a:srgbClr val="142B36"/>
                </a:solidFill>
                <a:latin typeface="Arial"/>
                <a:ea typeface="Arial"/>
                <a:cs typeface="Arial"/>
              </a:defRPr>
            </a:lvl7pPr>
            <a:lvl8pPr algn="r">
              <a:defRPr sz="1875" b="0">
                <a:solidFill>
                  <a:srgbClr val="142B36"/>
                </a:solidFill>
                <a:latin typeface="Arial"/>
                <a:ea typeface="Arial"/>
                <a:cs typeface="Arial"/>
              </a:defRPr>
            </a:lvl8pPr>
            <a:lvl9pPr algn="r">
              <a:defRPr sz="1875" b="0">
                <a:solidFill>
                  <a:srgbClr val="142B36"/>
                </a:solidFill>
                <a:latin typeface="Arial"/>
                <a:ea typeface="Arial"/>
                <a:cs typeface="Arial"/>
              </a:defRPr>
            </a:lvl9pPr>
          </a:lstStyle>
          <a:p xmlns:a="http://schemas.openxmlformats.org/drawingml/2006/main">
            <a:pPr algn="r">
              <a:defRPr sz="1875" b="0">
                <a:solidFill>
                  <a:srgbClr val="142B36"/>
                </a:solidFill>
                <a:latin typeface="Arial"/>
                <a:ea typeface="Arial"/>
                <a:cs typeface="Arial"/>
              </a:defRPr>
            </a:pPr>
            <a:r>
              <a:rPr sz="1875" b="0">
                <a:solidFill>
                  <a:srgbClr val="142B36"/>
                </a:solidFill>
                <a:latin typeface="Arial"/>
                <a:ea typeface="Arial"/>
                <a:cs typeface="Arial"/>
              </a:rPr>
              <a:t>هندسة</a:t>
            </a:r>
          </a:p>
        </p:txBody>
      </p:sp>
      <p:sp>
        <p:nvSpPr>
          <p:cNvPr id="8" name="">
            <a:extLst xmlns:a="http://schemas.openxmlformats.org/drawingml/2006/main">
              <a:ext uri="{FF2B5EF4-FFF2-40B4-BE49-F238E27FC236}">
                <a16:creationId xmlns:a16="http://schemas.microsoft.com/office/drawing/2014/main" id="{3A25148E-7F46-4379-A432-DC0B2BD9755A}"/>
              </a:ext>
            </a:extLst>
          </p:cNvPr>
          <p:cNvSpPr>
            <a:spLocks xmlns:a="http://schemas.openxmlformats.org/drawingml/2006/main" noGrp="1"/>
          </p:cNvSpPr>
          <p:nvPr/>
        </p:nvSpPr>
        <p:spPr>
          <a:xfrm xmlns:a="http://schemas.openxmlformats.org/drawingml/2006/main">
            <a:off x="13057510" y="933450"/>
            <a:ext cx="43519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142B36"/>
                </a:solidFill>
                <a:latin typeface="Arial"/>
                <a:ea typeface="Arial"/>
                <a:cs typeface="Arial"/>
              </a:defRPr>
            </a:defPPr>
            <a:lvl1pPr algn="r">
              <a:defRPr sz="1875" b="0">
                <a:solidFill>
                  <a:srgbClr val="142B36"/>
                </a:solidFill>
                <a:latin typeface="Arial"/>
                <a:ea typeface="Arial"/>
                <a:cs typeface="Arial"/>
              </a:defRPr>
            </a:lvl1pPr>
            <a:lvl2pPr algn="r">
              <a:defRPr sz="1875" b="0">
                <a:solidFill>
                  <a:srgbClr val="142B36"/>
                </a:solidFill>
                <a:latin typeface="Arial"/>
                <a:ea typeface="Arial"/>
                <a:cs typeface="Arial"/>
              </a:defRPr>
            </a:lvl2pPr>
            <a:lvl3pPr algn="r">
              <a:defRPr sz="1875" b="0">
                <a:solidFill>
                  <a:srgbClr val="142B36"/>
                </a:solidFill>
                <a:latin typeface="Arial"/>
                <a:ea typeface="Arial"/>
                <a:cs typeface="Arial"/>
              </a:defRPr>
            </a:lvl3pPr>
            <a:lvl4pPr algn="r">
              <a:defRPr sz="1875" b="0">
                <a:solidFill>
                  <a:srgbClr val="142B36"/>
                </a:solidFill>
                <a:latin typeface="Arial"/>
                <a:ea typeface="Arial"/>
                <a:cs typeface="Arial"/>
              </a:defRPr>
            </a:lvl4pPr>
            <a:lvl5pPr algn="r">
              <a:defRPr sz="1875" b="0">
                <a:solidFill>
                  <a:srgbClr val="142B36"/>
                </a:solidFill>
                <a:latin typeface="Arial"/>
                <a:ea typeface="Arial"/>
                <a:cs typeface="Arial"/>
              </a:defRPr>
            </a:lvl5pPr>
            <a:lvl6pPr algn="r">
              <a:defRPr sz="1875" b="0">
                <a:solidFill>
                  <a:srgbClr val="142B36"/>
                </a:solidFill>
                <a:latin typeface="Arial"/>
                <a:ea typeface="Arial"/>
                <a:cs typeface="Arial"/>
              </a:defRPr>
            </a:lvl6pPr>
            <a:lvl7pPr algn="r">
              <a:defRPr sz="1875" b="0">
                <a:solidFill>
                  <a:srgbClr val="142B36"/>
                </a:solidFill>
                <a:latin typeface="Arial"/>
                <a:ea typeface="Arial"/>
                <a:cs typeface="Arial"/>
              </a:defRPr>
            </a:lvl7pPr>
            <a:lvl8pPr algn="r">
              <a:defRPr sz="1875" b="0">
                <a:solidFill>
                  <a:srgbClr val="142B36"/>
                </a:solidFill>
                <a:latin typeface="Arial"/>
                <a:ea typeface="Arial"/>
                <a:cs typeface="Arial"/>
              </a:defRPr>
            </a:lvl8pPr>
            <a:lvl9pPr algn="r">
              <a:defRPr sz="1875" b="0">
                <a:solidFill>
                  <a:srgbClr val="142B36"/>
                </a:solidFill>
                <a:latin typeface="Arial"/>
                <a:ea typeface="Arial"/>
                <a:cs typeface="Arial"/>
              </a:defRPr>
            </a:lvl9pPr>
          </a:lstStyle>
          <a:p xmlns:a="http://schemas.openxmlformats.org/drawingml/2006/main">
            <a:pPr algn="r">
              <a:defRPr sz="1875" b="0">
                <a:solidFill>
                  <a:srgbClr val="142B36"/>
                </a:solidFill>
                <a:latin typeface="Arial"/>
                <a:ea typeface="Arial"/>
                <a:cs typeface="Arial"/>
              </a:defRPr>
            </a:pPr>
            <a:r>
              <a:rPr sz="1875" b="0">
                <a:solidFill>
                  <a:srgbClr val="142B36"/>
                </a:solidFill>
                <a:latin typeface="Arial"/>
                <a:ea typeface="Arial"/>
                <a:cs typeface="Arial"/>
              </a:rPr>
              <a:t>الذكاء</a:t>
            </a:r>
          </a:p>
        </p:txBody>
      </p:sp>
      <p:sp>
        <p:nvSpPr>
          <p:cNvPr id="9" name="">
            <a:extLst xmlns:a="http://schemas.openxmlformats.org/drawingml/2006/main">
              <a:ext uri="{FF2B5EF4-FFF2-40B4-BE49-F238E27FC236}">
                <a16:creationId xmlns:a16="http://schemas.microsoft.com/office/drawing/2014/main" id="{57178684-5B5D-46CA-A336-14B2ADBA6A5D}"/>
              </a:ext>
            </a:extLst>
          </p:cNvPr>
          <p:cNvSpPr>
            <a:spLocks xmlns:a="http://schemas.openxmlformats.org/drawingml/2006/main" noGrp="1"/>
          </p:cNvSpPr>
          <p:nvPr/>
        </p:nvSpPr>
        <p:spPr>
          <a:xfrm xmlns:a="http://schemas.openxmlformats.org/drawingml/2006/main">
            <a:off x="12086769" y="933450"/>
            <a:ext cx="90644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142B36"/>
                </a:solidFill>
                <a:latin typeface="Arial"/>
                <a:ea typeface="Arial"/>
                <a:cs typeface="Arial"/>
              </a:defRPr>
            </a:defPPr>
            <a:lvl1pPr algn="r">
              <a:defRPr sz="1875" b="0">
                <a:solidFill>
                  <a:srgbClr val="142B36"/>
                </a:solidFill>
                <a:latin typeface="Arial"/>
                <a:ea typeface="Arial"/>
                <a:cs typeface="Arial"/>
              </a:defRPr>
            </a:lvl1pPr>
            <a:lvl2pPr algn="r">
              <a:defRPr sz="1875" b="0">
                <a:solidFill>
                  <a:srgbClr val="142B36"/>
                </a:solidFill>
                <a:latin typeface="Arial"/>
                <a:ea typeface="Arial"/>
                <a:cs typeface="Arial"/>
              </a:defRPr>
            </a:lvl2pPr>
            <a:lvl3pPr algn="r">
              <a:defRPr sz="1875" b="0">
                <a:solidFill>
                  <a:srgbClr val="142B36"/>
                </a:solidFill>
                <a:latin typeface="Arial"/>
                <a:ea typeface="Arial"/>
                <a:cs typeface="Arial"/>
              </a:defRPr>
            </a:lvl3pPr>
            <a:lvl4pPr algn="r">
              <a:defRPr sz="1875" b="0">
                <a:solidFill>
                  <a:srgbClr val="142B36"/>
                </a:solidFill>
                <a:latin typeface="Arial"/>
                <a:ea typeface="Arial"/>
                <a:cs typeface="Arial"/>
              </a:defRPr>
            </a:lvl4pPr>
            <a:lvl5pPr algn="r">
              <a:defRPr sz="1875" b="0">
                <a:solidFill>
                  <a:srgbClr val="142B36"/>
                </a:solidFill>
                <a:latin typeface="Arial"/>
                <a:ea typeface="Arial"/>
                <a:cs typeface="Arial"/>
              </a:defRPr>
            </a:lvl5pPr>
            <a:lvl6pPr algn="r">
              <a:defRPr sz="1875" b="0">
                <a:solidFill>
                  <a:srgbClr val="142B36"/>
                </a:solidFill>
                <a:latin typeface="Arial"/>
                <a:ea typeface="Arial"/>
                <a:cs typeface="Arial"/>
              </a:defRPr>
            </a:lvl6pPr>
            <a:lvl7pPr algn="r">
              <a:defRPr sz="1875" b="0">
                <a:solidFill>
                  <a:srgbClr val="142B36"/>
                </a:solidFill>
                <a:latin typeface="Arial"/>
                <a:ea typeface="Arial"/>
                <a:cs typeface="Arial"/>
              </a:defRPr>
            </a:lvl7pPr>
            <a:lvl8pPr algn="r">
              <a:defRPr sz="1875" b="0">
                <a:solidFill>
                  <a:srgbClr val="142B36"/>
                </a:solidFill>
                <a:latin typeface="Arial"/>
                <a:ea typeface="Arial"/>
                <a:cs typeface="Arial"/>
              </a:defRPr>
            </a:lvl8pPr>
            <a:lvl9pPr algn="r">
              <a:defRPr sz="1875" b="0">
                <a:solidFill>
                  <a:srgbClr val="142B36"/>
                </a:solidFill>
                <a:latin typeface="Arial"/>
                <a:ea typeface="Arial"/>
                <a:cs typeface="Arial"/>
              </a:defRPr>
            </a:lvl9pPr>
          </a:lstStyle>
          <a:p xmlns:a="http://schemas.openxmlformats.org/drawingml/2006/main">
            <a:pPr algn="r">
              <a:defRPr sz="1875" b="0">
                <a:solidFill>
                  <a:srgbClr val="142B36"/>
                </a:solidFill>
                <a:latin typeface="Arial"/>
                <a:ea typeface="Arial"/>
                <a:cs typeface="Arial"/>
              </a:defRPr>
            </a:pPr>
            <a:r>
              <a:rPr sz="1875" b="0">
                <a:solidFill>
                  <a:srgbClr val="142B36"/>
                </a:solidFill>
                <a:latin typeface="Arial"/>
                <a:ea typeface="Arial"/>
                <a:cs typeface="Arial"/>
              </a:rPr>
              <a:t>الاصطناعي</a:t>
            </a:r>
          </a:p>
        </p:txBody>
      </p:sp>
      <p:sp>
        <p:nvSpPr>
          <p:cNvPr id="10" name="">
            <a:extLst xmlns:a="http://schemas.openxmlformats.org/drawingml/2006/main">
              <a:ext uri="{FF2B5EF4-FFF2-40B4-BE49-F238E27FC236}">
                <a16:creationId xmlns:a16="http://schemas.microsoft.com/office/drawing/2014/main" id="{FD0C2AFC-6713-48DB-82A9-0974B7F457AE}"/>
              </a:ext>
            </a:extLst>
          </p:cNvPr>
          <p:cNvSpPr>
            <a:spLocks xmlns:a="http://schemas.openxmlformats.org/drawingml/2006/main" noGrp="1"/>
          </p:cNvSpPr>
          <p:nvPr/>
        </p:nvSpPr>
        <p:spPr>
          <a:xfrm xmlns:a="http://schemas.openxmlformats.org/drawingml/2006/main">
            <a:off x="14133830" y="1314450"/>
            <a:ext cx="25844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142B36"/>
                </a:solidFill>
                <a:latin typeface="Arial"/>
                <a:ea typeface="Arial"/>
                <a:cs typeface="Arial"/>
              </a:defRPr>
            </a:defPPr>
            <a:lvl1pPr algn="r">
              <a:defRPr sz="1725" b="0">
                <a:solidFill>
                  <a:srgbClr val="142B36"/>
                </a:solidFill>
                <a:latin typeface="Arial"/>
                <a:ea typeface="Arial"/>
                <a:cs typeface="Arial"/>
              </a:defRPr>
            </a:lvl1pPr>
            <a:lvl2pPr algn="r">
              <a:defRPr sz="1725" b="0">
                <a:solidFill>
                  <a:srgbClr val="142B36"/>
                </a:solidFill>
                <a:latin typeface="Arial"/>
                <a:ea typeface="Arial"/>
                <a:cs typeface="Arial"/>
              </a:defRPr>
            </a:lvl2pPr>
            <a:lvl3pPr algn="r">
              <a:defRPr sz="1725" b="0">
                <a:solidFill>
                  <a:srgbClr val="142B36"/>
                </a:solidFill>
                <a:latin typeface="Arial"/>
                <a:ea typeface="Arial"/>
                <a:cs typeface="Arial"/>
              </a:defRPr>
            </a:lvl3pPr>
            <a:lvl4pPr algn="r">
              <a:defRPr sz="1725" b="0">
                <a:solidFill>
                  <a:srgbClr val="142B36"/>
                </a:solidFill>
                <a:latin typeface="Arial"/>
                <a:ea typeface="Arial"/>
                <a:cs typeface="Arial"/>
              </a:defRPr>
            </a:lvl4pPr>
            <a:lvl5pPr algn="r">
              <a:defRPr sz="1725" b="0">
                <a:solidFill>
                  <a:srgbClr val="142B36"/>
                </a:solidFill>
                <a:latin typeface="Arial"/>
                <a:ea typeface="Arial"/>
                <a:cs typeface="Arial"/>
              </a:defRPr>
            </a:lvl5pPr>
            <a:lvl6pPr algn="r">
              <a:defRPr sz="1725" b="0">
                <a:solidFill>
                  <a:srgbClr val="142B36"/>
                </a:solidFill>
                <a:latin typeface="Arial"/>
                <a:ea typeface="Arial"/>
                <a:cs typeface="Arial"/>
              </a:defRPr>
            </a:lvl6pPr>
            <a:lvl7pPr algn="r">
              <a:defRPr sz="1725" b="0">
                <a:solidFill>
                  <a:srgbClr val="142B36"/>
                </a:solidFill>
                <a:latin typeface="Arial"/>
                <a:ea typeface="Arial"/>
                <a:cs typeface="Arial"/>
              </a:defRPr>
            </a:lvl7pPr>
            <a:lvl8pPr algn="r">
              <a:defRPr sz="1725" b="0">
                <a:solidFill>
                  <a:srgbClr val="142B36"/>
                </a:solidFill>
                <a:latin typeface="Arial"/>
                <a:ea typeface="Arial"/>
                <a:cs typeface="Arial"/>
              </a:defRPr>
            </a:lvl8pPr>
            <a:lvl9pPr algn="r">
              <a:defRPr sz="1725" b="0">
                <a:solidFill>
                  <a:srgbClr val="142B36"/>
                </a:solidFill>
                <a:latin typeface="Arial"/>
                <a:ea typeface="Arial"/>
                <a:cs typeface="Arial"/>
              </a:defRPr>
            </a:lvl9pPr>
          </a:lstStyle>
          <a:p xmlns:a="http://schemas.openxmlformats.org/drawingml/2006/main">
            <a:pPr algn="r">
              <a:defRPr sz="1725" b="0">
                <a:solidFill>
                  <a:srgbClr val="142B36"/>
                </a:solidFill>
                <a:latin typeface="Arial"/>
                <a:ea typeface="Arial"/>
                <a:cs typeface="Arial"/>
              </a:defRPr>
            </a:pPr>
            <a:r>
              <a:rPr sz="1725" b="0">
                <a:solidFill>
                  <a:srgbClr val="142B36"/>
                </a:solidFill>
                <a:latin typeface="Arial"/>
                <a:ea typeface="Arial"/>
                <a:cs typeface="Arial"/>
              </a:rPr>
              <a:t>قسم</a:t>
            </a:r>
          </a:p>
        </p:txBody>
      </p:sp>
      <p:sp>
        <p:nvSpPr>
          <p:cNvPr id="11" name="">
            <a:extLst xmlns:a="http://schemas.openxmlformats.org/drawingml/2006/main">
              <a:ext uri="{FF2B5EF4-FFF2-40B4-BE49-F238E27FC236}">
                <a16:creationId xmlns:a16="http://schemas.microsoft.com/office/drawing/2014/main" id="{C742928A-373D-4359-8812-32B5279C8B03}"/>
              </a:ext>
            </a:extLst>
          </p:cNvPr>
          <p:cNvSpPr>
            <a:spLocks xmlns:a="http://schemas.openxmlformats.org/drawingml/2006/main" noGrp="1"/>
          </p:cNvSpPr>
          <p:nvPr/>
        </p:nvSpPr>
        <p:spPr>
          <a:xfrm xmlns:a="http://schemas.openxmlformats.org/drawingml/2006/main">
            <a:off x="13641459" y="1314450"/>
            <a:ext cx="433983"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142B36"/>
                </a:solidFill>
                <a:latin typeface="Arial"/>
                <a:ea typeface="Arial"/>
                <a:cs typeface="Arial"/>
              </a:defRPr>
            </a:defPPr>
            <a:lvl1pPr algn="r">
              <a:defRPr sz="1725" b="0">
                <a:solidFill>
                  <a:srgbClr val="142B36"/>
                </a:solidFill>
                <a:latin typeface="Arial"/>
                <a:ea typeface="Arial"/>
                <a:cs typeface="Arial"/>
              </a:defRPr>
            </a:lvl1pPr>
            <a:lvl2pPr algn="r">
              <a:defRPr sz="1725" b="0">
                <a:solidFill>
                  <a:srgbClr val="142B36"/>
                </a:solidFill>
                <a:latin typeface="Arial"/>
                <a:ea typeface="Arial"/>
                <a:cs typeface="Arial"/>
              </a:defRPr>
            </a:lvl2pPr>
            <a:lvl3pPr algn="r">
              <a:defRPr sz="1725" b="0">
                <a:solidFill>
                  <a:srgbClr val="142B36"/>
                </a:solidFill>
                <a:latin typeface="Arial"/>
                <a:ea typeface="Arial"/>
                <a:cs typeface="Arial"/>
              </a:defRPr>
            </a:lvl3pPr>
            <a:lvl4pPr algn="r">
              <a:defRPr sz="1725" b="0">
                <a:solidFill>
                  <a:srgbClr val="142B36"/>
                </a:solidFill>
                <a:latin typeface="Arial"/>
                <a:ea typeface="Arial"/>
                <a:cs typeface="Arial"/>
              </a:defRPr>
            </a:lvl4pPr>
            <a:lvl5pPr algn="r">
              <a:defRPr sz="1725" b="0">
                <a:solidFill>
                  <a:srgbClr val="142B36"/>
                </a:solidFill>
                <a:latin typeface="Arial"/>
                <a:ea typeface="Arial"/>
                <a:cs typeface="Arial"/>
              </a:defRPr>
            </a:lvl5pPr>
            <a:lvl6pPr algn="r">
              <a:defRPr sz="1725" b="0">
                <a:solidFill>
                  <a:srgbClr val="142B36"/>
                </a:solidFill>
                <a:latin typeface="Arial"/>
                <a:ea typeface="Arial"/>
                <a:cs typeface="Arial"/>
              </a:defRPr>
            </a:lvl6pPr>
            <a:lvl7pPr algn="r">
              <a:defRPr sz="1725" b="0">
                <a:solidFill>
                  <a:srgbClr val="142B36"/>
                </a:solidFill>
                <a:latin typeface="Arial"/>
                <a:ea typeface="Arial"/>
                <a:cs typeface="Arial"/>
              </a:defRPr>
            </a:lvl7pPr>
            <a:lvl8pPr algn="r">
              <a:defRPr sz="1725" b="0">
                <a:solidFill>
                  <a:srgbClr val="142B36"/>
                </a:solidFill>
                <a:latin typeface="Arial"/>
                <a:ea typeface="Arial"/>
                <a:cs typeface="Arial"/>
              </a:defRPr>
            </a:lvl8pPr>
            <a:lvl9pPr algn="r">
              <a:defRPr sz="1725" b="0">
                <a:solidFill>
                  <a:srgbClr val="142B36"/>
                </a:solidFill>
                <a:latin typeface="Arial"/>
                <a:ea typeface="Arial"/>
                <a:cs typeface="Arial"/>
              </a:defRPr>
            </a:lvl9pPr>
          </a:lstStyle>
          <a:p xmlns:a="http://schemas.openxmlformats.org/drawingml/2006/main">
            <a:pPr algn="r">
              <a:defRPr sz="1725" b="0">
                <a:solidFill>
                  <a:srgbClr val="142B36"/>
                </a:solidFill>
                <a:latin typeface="Arial"/>
                <a:ea typeface="Arial"/>
                <a:cs typeface="Arial"/>
              </a:defRPr>
            </a:pPr>
            <a:r>
              <a:rPr sz="1725" b="0">
                <a:solidFill>
                  <a:srgbClr val="142B36"/>
                </a:solidFill>
                <a:latin typeface="Arial"/>
                <a:ea typeface="Arial"/>
                <a:cs typeface="Arial"/>
              </a:rPr>
              <a:t>هندسة</a:t>
            </a:r>
          </a:p>
        </p:txBody>
      </p:sp>
      <p:sp>
        <p:nvSpPr>
          <p:cNvPr id="12" name="">
            <a:extLst xmlns:a="http://schemas.openxmlformats.org/drawingml/2006/main">
              <a:ext uri="{FF2B5EF4-FFF2-40B4-BE49-F238E27FC236}">
                <a16:creationId xmlns:a16="http://schemas.microsoft.com/office/drawing/2014/main" id="{E3386BB2-EC29-40D8-9CBE-EAEFB41DB896}"/>
              </a:ext>
            </a:extLst>
          </p:cNvPr>
          <p:cNvSpPr>
            <a:spLocks xmlns:a="http://schemas.openxmlformats.org/drawingml/2006/main" noGrp="1"/>
          </p:cNvSpPr>
          <p:nvPr/>
        </p:nvSpPr>
        <p:spPr>
          <a:xfrm xmlns:a="http://schemas.openxmlformats.org/drawingml/2006/main">
            <a:off x="12859841" y="1314450"/>
            <a:ext cx="72323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142B36"/>
                </a:solidFill>
                <a:latin typeface="Arial"/>
                <a:ea typeface="Arial"/>
                <a:cs typeface="Arial"/>
              </a:defRPr>
            </a:defPPr>
            <a:lvl1pPr algn="r">
              <a:defRPr sz="1725" b="0">
                <a:solidFill>
                  <a:srgbClr val="142B36"/>
                </a:solidFill>
                <a:latin typeface="Arial"/>
                <a:ea typeface="Arial"/>
                <a:cs typeface="Arial"/>
              </a:defRPr>
            </a:lvl1pPr>
            <a:lvl2pPr algn="r">
              <a:defRPr sz="1725" b="0">
                <a:solidFill>
                  <a:srgbClr val="142B36"/>
                </a:solidFill>
                <a:latin typeface="Arial"/>
                <a:ea typeface="Arial"/>
                <a:cs typeface="Arial"/>
              </a:defRPr>
            </a:lvl2pPr>
            <a:lvl3pPr algn="r">
              <a:defRPr sz="1725" b="0">
                <a:solidFill>
                  <a:srgbClr val="142B36"/>
                </a:solidFill>
                <a:latin typeface="Arial"/>
                <a:ea typeface="Arial"/>
                <a:cs typeface="Arial"/>
              </a:defRPr>
            </a:lvl3pPr>
            <a:lvl4pPr algn="r">
              <a:defRPr sz="1725" b="0">
                <a:solidFill>
                  <a:srgbClr val="142B36"/>
                </a:solidFill>
                <a:latin typeface="Arial"/>
                <a:ea typeface="Arial"/>
                <a:cs typeface="Arial"/>
              </a:defRPr>
            </a:lvl4pPr>
            <a:lvl5pPr algn="r">
              <a:defRPr sz="1725" b="0">
                <a:solidFill>
                  <a:srgbClr val="142B36"/>
                </a:solidFill>
                <a:latin typeface="Arial"/>
                <a:ea typeface="Arial"/>
                <a:cs typeface="Arial"/>
              </a:defRPr>
            </a:lvl5pPr>
            <a:lvl6pPr algn="r">
              <a:defRPr sz="1725" b="0">
                <a:solidFill>
                  <a:srgbClr val="142B36"/>
                </a:solidFill>
                <a:latin typeface="Arial"/>
                <a:ea typeface="Arial"/>
                <a:cs typeface="Arial"/>
              </a:defRPr>
            </a:lvl6pPr>
            <a:lvl7pPr algn="r">
              <a:defRPr sz="1725" b="0">
                <a:solidFill>
                  <a:srgbClr val="142B36"/>
                </a:solidFill>
                <a:latin typeface="Arial"/>
                <a:ea typeface="Arial"/>
                <a:cs typeface="Arial"/>
              </a:defRPr>
            </a:lvl7pPr>
            <a:lvl8pPr algn="r">
              <a:defRPr sz="1725" b="0">
                <a:solidFill>
                  <a:srgbClr val="142B36"/>
                </a:solidFill>
                <a:latin typeface="Arial"/>
                <a:ea typeface="Arial"/>
                <a:cs typeface="Arial"/>
              </a:defRPr>
            </a:lvl8pPr>
            <a:lvl9pPr algn="r">
              <a:defRPr sz="1725" b="0">
                <a:solidFill>
                  <a:srgbClr val="142B36"/>
                </a:solidFill>
                <a:latin typeface="Arial"/>
                <a:ea typeface="Arial"/>
                <a:cs typeface="Arial"/>
              </a:defRPr>
            </a:lvl9pPr>
          </a:lstStyle>
          <a:p xmlns:a="http://schemas.openxmlformats.org/drawingml/2006/main">
            <a:pPr algn="r">
              <a:defRPr sz="1725" b="0">
                <a:solidFill>
                  <a:srgbClr val="142B36"/>
                </a:solidFill>
                <a:latin typeface="Arial"/>
                <a:ea typeface="Arial"/>
                <a:cs typeface="Arial"/>
              </a:defRPr>
            </a:pPr>
            <a:r>
              <a:rPr sz="1725" b="0">
                <a:solidFill>
                  <a:srgbClr val="142B36"/>
                </a:solidFill>
                <a:latin typeface="Arial"/>
                <a:ea typeface="Arial"/>
                <a:cs typeface="Arial"/>
              </a:rPr>
              <a:t>البرمجيات</a:t>
            </a:r>
          </a:p>
        </p:txBody>
      </p:sp>
      <p:sp>
        <p:nvSpPr>
          <p:cNvPr id="13" name="">
            <a:extLst xmlns:a="http://schemas.openxmlformats.org/drawingml/2006/main">
              <a:ext uri="{FF2B5EF4-FFF2-40B4-BE49-F238E27FC236}">
                <a16:creationId xmlns:a16="http://schemas.microsoft.com/office/drawing/2014/main" id="{E17CAA7B-F771-493B-844B-C44912CB7043}"/>
              </a:ext>
            </a:extLst>
          </p:cNvPr>
          <p:cNvSpPr>
            <a:spLocks xmlns:a="http://schemas.openxmlformats.org/drawingml/2006/main" noGrp="1"/>
          </p:cNvSpPr>
          <p:nvPr/>
        </p:nvSpPr>
        <p:spPr>
          <a:xfrm xmlns:a="http://schemas.openxmlformats.org/drawingml/2006/main">
            <a:off x="12442349" y="1314450"/>
            <a:ext cx="359104"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142B36"/>
                </a:solidFill>
                <a:latin typeface="Arial"/>
                <a:ea typeface="Arial"/>
                <a:cs typeface="Arial"/>
              </a:defRPr>
            </a:defPPr>
            <a:lvl1pPr algn="r">
              <a:defRPr sz="1725" b="0">
                <a:solidFill>
                  <a:srgbClr val="142B36"/>
                </a:solidFill>
                <a:latin typeface="Arial"/>
                <a:ea typeface="Arial"/>
                <a:cs typeface="Arial"/>
              </a:defRPr>
            </a:lvl1pPr>
            <a:lvl2pPr algn="r">
              <a:defRPr sz="1725" b="0">
                <a:solidFill>
                  <a:srgbClr val="142B36"/>
                </a:solidFill>
                <a:latin typeface="Arial"/>
                <a:ea typeface="Arial"/>
                <a:cs typeface="Arial"/>
              </a:defRPr>
            </a:lvl2pPr>
            <a:lvl3pPr algn="r">
              <a:defRPr sz="1725" b="0">
                <a:solidFill>
                  <a:srgbClr val="142B36"/>
                </a:solidFill>
                <a:latin typeface="Arial"/>
                <a:ea typeface="Arial"/>
                <a:cs typeface="Arial"/>
              </a:defRPr>
            </a:lvl3pPr>
            <a:lvl4pPr algn="r">
              <a:defRPr sz="1725" b="0">
                <a:solidFill>
                  <a:srgbClr val="142B36"/>
                </a:solidFill>
                <a:latin typeface="Arial"/>
                <a:ea typeface="Arial"/>
                <a:cs typeface="Arial"/>
              </a:defRPr>
            </a:lvl4pPr>
            <a:lvl5pPr algn="r">
              <a:defRPr sz="1725" b="0">
                <a:solidFill>
                  <a:srgbClr val="142B36"/>
                </a:solidFill>
                <a:latin typeface="Arial"/>
                <a:ea typeface="Arial"/>
                <a:cs typeface="Arial"/>
              </a:defRPr>
            </a:lvl5pPr>
            <a:lvl6pPr algn="r">
              <a:defRPr sz="1725" b="0">
                <a:solidFill>
                  <a:srgbClr val="142B36"/>
                </a:solidFill>
                <a:latin typeface="Arial"/>
                <a:ea typeface="Arial"/>
                <a:cs typeface="Arial"/>
              </a:defRPr>
            </a:lvl6pPr>
            <a:lvl7pPr algn="r">
              <a:defRPr sz="1725" b="0">
                <a:solidFill>
                  <a:srgbClr val="142B36"/>
                </a:solidFill>
                <a:latin typeface="Arial"/>
                <a:ea typeface="Arial"/>
                <a:cs typeface="Arial"/>
              </a:defRPr>
            </a:lvl7pPr>
            <a:lvl8pPr algn="r">
              <a:defRPr sz="1725" b="0">
                <a:solidFill>
                  <a:srgbClr val="142B36"/>
                </a:solidFill>
                <a:latin typeface="Arial"/>
                <a:ea typeface="Arial"/>
                <a:cs typeface="Arial"/>
              </a:defRPr>
            </a:lvl8pPr>
            <a:lvl9pPr algn="r">
              <a:defRPr sz="1725" b="0">
                <a:solidFill>
                  <a:srgbClr val="142B36"/>
                </a:solidFill>
                <a:latin typeface="Arial"/>
                <a:ea typeface="Arial"/>
                <a:cs typeface="Arial"/>
              </a:defRPr>
            </a:lvl9pPr>
          </a:lstStyle>
          <a:p xmlns:a="http://schemas.openxmlformats.org/drawingml/2006/main">
            <a:pPr algn="r">
              <a:defRPr sz="1725" b="0">
                <a:solidFill>
                  <a:srgbClr val="142B36"/>
                </a:solidFill>
                <a:latin typeface="Arial"/>
                <a:ea typeface="Arial"/>
                <a:cs typeface="Arial"/>
              </a:defRPr>
            </a:pPr>
            <a:r>
              <a:rPr sz="1725" b="0">
                <a:solidFill>
                  <a:srgbClr val="142B36"/>
                </a:solidFill>
                <a:latin typeface="Arial"/>
                <a:ea typeface="Arial"/>
                <a:cs typeface="Arial"/>
              </a:rPr>
              <a:t>ونظم</a:t>
            </a:r>
          </a:p>
        </p:txBody>
      </p:sp>
      <p:sp>
        <p:nvSpPr>
          <p:cNvPr id="14" name="">
            <a:extLst xmlns:a="http://schemas.openxmlformats.org/drawingml/2006/main">
              <a:ext uri="{FF2B5EF4-FFF2-40B4-BE49-F238E27FC236}">
                <a16:creationId xmlns:a16="http://schemas.microsoft.com/office/drawing/2014/main" id="{5BCA5B57-9D5C-4685-9E88-A75F07EB217C}"/>
              </a:ext>
            </a:extLst>
          </p:cNvPr>
          <p:cNvSpPr>
            <a:spLocks xmlns:a="http://schemas.openxmlformats.org/drawingml/2006/main" noGrp="1"/>
          </p:cNvSpPr>
          <p:nvPr/>
        </p:nvSpPr>
        <p:spPr>
          <a:xfrm xmlns:a="http://schemas.openxmlformats.org/drawingml/2006/main">
            <a:off x="11678167" y="1314450"/>
            <a:ext cx="705794"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142B36"/>
                </a:solidFill>
                <a:latin typeface="Arial"/>
                <a:ea typeface="Arial"/>
                <a:cs typeface="Arial"/>
              </a:defRPr>
            </a:defPPr>
            <a:lvl1pPr algn="r">
              <a:defRPr sz="1725" b="0">
                <a:solidFill>
                  <a:srgbClr val="142B36"/>
                </a:solidFill>
                <a:latin typeface="Arial"/>
                <a:ea typeface="Arial"/>
                <a:cs typeface="Arial"/>
              </a:defRPr>
            </a:lvl1pPr>
            <a:lvl2pPr algn="r">
              <a:defRPr sz="1725" b="0">
                <a:solidFill>
                  <a:srgbClr val="142B36"/>
                </a:solidFill>
                <a:latin typeface="Arial"/>
                <a:ea typeface="Arial"/>
                <a:cs typeface="Arial"/>
              </a:defRPr>
            </a:lvl2pPr>
            <a:lvl3pPr algn="r">
              <a:defRPr sz="1725" b="0">
                <a:solidFill>
                  <a:srgbClr val="142B36"/>
                </a:solidFill>
                <a:latin typeface="Arial"/>
                <a:ea typeface="Arial"/>
                <a:cs typeface="Arial"/>
              </a:defRPr>
            </a:lvl3pPr>
            <a:lvl4pPr algn="r">
              <a:defRPr sz="1725" b="0">
                <a:solidFill>
                  <a:srgbClr val="142B36"/>
                </a:solidFill>
                <a:latin typeface="Arial"/>
                <a:ea typeface="Arial"/>
                <a:cs typeface="Arial"/>
              </a:defRPr>
            </a:lvl4pPr>
            <a:lvl5pPr algn="r">
              <a:defRPr sz="1725" b="0">
                <a:solidFill>
                  <a:srgbClr val="142B36"/>
                </a:solidFill>
                <a:latin typeface="Arial"/>
                <a:ea typeface="Arial"/>
                <a:cs typeface="Arial"/>
              </a:defRPr>
            </a:lvl5pPr>
            <a:lvl6pPr algn="r">
              <a:defRPr sz="1725" b="0">
                <a:solidFill>
                  <a:srgbClr val="142B36"/>
                </a:solidFill>
                <a:latin typeface="Arial"/>
                <a:ea typeface="Arial"/>
                <a:cs typeface="Arial"/>
              </a:defRPr>
            </a:lvl6pPr>
            <a:lvl7pPr algn="r">
              <a:defRPr sz="1725" b="0">
                <a:solidFill>
                  <a:srgbClr val="142B36"/>
                </a:solidFill>
                <a:latin typeface="Arial"/>
                <a:ea typeface="Arial"/>
                <a:cs typeface="Arial"/>
              </a:defRPr>
            </a:lvl7pPr>
            <a:lvl8pPr algn="r">
              <a:defRPr sz="1725" b="0">
                <a:solidFill>
                  <a:srgbClr val="142B36"/>
                </a:solidFill>
                <a:latin typeface="Arial"/>
                <a:ea typeface="Arial"/>
                <a:cs typeface="Arial"/>
              </a:defRPr>
            </a:lvl8pPr>
            <a:lvl9pPr algn="r">
              <a:defRPr sz="1725" b="0">
                <a:solidFill>
                  <a:srgbClr val="142B36"/>
                </a:solidFill>
                <a:latin typeface="Arial"/>
                <a:ea typeface="Arial"/>
                <a:cs typeface="Arial"/>
              </a:defRPr>
            </a:lvl9pPr>
          </a:lstStyle>
          <a:p xmlns:a="http://schemas.openxmlformats.org/drawingml/2006/main">
            <a:pPr algn="r">
              <a:defRPr sz="1725" b="0">
                <a:solidFill>
                  <a:srgbClr val="142B36"/>
                </a:solidFill>
                <a:latin typeface="Arial"/>
                <a:ea typeface="Arial"/>
                <a:cs typeface="Arial"/>
              </a:defRPr>
            </a:pPr>
            <a:r>
              <a:rPr sz="1725" b="0">
                <a:solidFill>
                  <a:srgbClr val="142B36"/>
                </a:solidFill>
                <a:latin typeface="Arial"/>
                <a:ea typeface="Arial"/>
                <a:cs typeface="Arial"/>
              </a:rPr>
              <a:t>المعلومات</a:t>
            </a:r>
          </a:p>
        </p:txBody>
      </p:sp>
      <p:sp>
        <p:nvSpPr>
          <p:cNvPr id="15" name="">
            <a:extLst xmlns:a="http://schemas.openxmlformats.org/drawingml/2006/main">
              <a:ext uri="{FF2B5EF4-FFF2-40B4-BE49-F238E27FC236}">
                <a16:creationId xmlns:a16="http://schemas.microsoft.com/office/drawing/2014/main" id="{CD93CCC1-4A19-4DF1-8F12-1466F818489C}"/>
              </a:ext>
            </a:extLst>
          </p:cNvPr>
          <p:cNvSpPr>
            <a:spLocks xmlns:a="http://schemas.openxmlformats.org/drawingml/2006/main" noGrp="1"/>
          </p:cNvSpPr>
          <p:nvPr/>
        </p:nvSpPr>
        <p:spPr>
          <a:xfrm xmlns:a="http://schemas.openxmlformats.org/drawingml/2006/main">
            <a:off x="11223663" y="1314450"/>
            <a:ext cx="396115"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142B36"/>
                </a:solidFill>
                <a:latin typeface="Arial"/>
                <a:ea typeface="Arial"/>
                <a:cs typeface="Arial"/>
              </a:defRPr>
            </a:defPPr>
            <a:lvl1pPr algn="r">
              <a:defRPr sz="1725" b="0">
                <a:solidFill>
                  <a:srgbClr val="142B36"/>
                </a:solidFill>
                <a:latin typeface="Arial"/>
                <a:ea typeface="Arial"/>
                <a:cs typeface="Arial"/>
              </a:defRPr>
            </a:lvl1pPr>
            <a:lvl2pPr algn="r">
              <a:defRPr sz="1725" b="0">
                <a:solidFill>
                  <a:srgbClr val="142B36"/>
                </a:solidFill>
                <a:latin typeface="Arial"/>
                <a:ea typeface="Arial"/>
                <a:cs typeface="Arial"/>
              </a:defRPr>
            </a:lvl2pPr>
            <a:lvl3pPr algn="r">
              <a:defRPr sz="1725" b="0">
                <a:solidFill>
                  <a:srgbClr val="142B36"/>
                </a:solidFill>
                <a:latin typeface="Arial"/>
                <a:ea typeface="Arial"/>
                <a:cs typeface="Arial"/>
              </a:defRPr>
            </a:lvl3pPr>
            <a:lvl4pPr algn="r">
              <a:defRPr sz="1725" b="0">
                <a:solidFill>
                  <a:srgbClr val="142B36"/>
                </a:solidFill>
                <a:latin typeface="Arial"/>
                <a:ea typeface="Arial"/>
                <a:cs typeface="Arial"/>
              </a:defRPr>
            </a:lvl4pPr>
            <a:lvl5pPr algn="r">
              <a:defRPr sz="1725" b="0">
                <a:solidFill>
                  <a:srgbClr val="142B36"/>
                </a:solidFill>
                <a:latin typeface="Arial"/>
                <a:ea typeface="Arial"/>
                <a:cs typeface="Arial"/>
              </a:defRPr>
            </a:lvl5pPr>
            <a:lvl6pPr algn="r">
              <a:defRPr sz="1725" b="0">
                <a:solidFill>
                  <a:srgbClr val="142B36"/>
                </a:solidFill>
                <a:latin typeface="Arial"/>
                <a:ea typeface="Arial"/>
                <a:cs typeface="Arial"/>
              </a:defRPr>
            </a:lvl6pPr>
            <a:lvl7pPr algn="r">
              <a:defRPr sz="1725" b="0">
                <a:solidFill>
                  <a:srgbClr val="142B36"/>
                </a:solidFill>
                <a:latin typeface="Arial"/>
                <a:ea typeface="Arial"/>
                <a:cs typeface="Arial"/>
              </a:defRPr>
            </a:lvl7pPr>
            <a:lvl8pPr algn="r">
              <a:defRPr sz="1725" b="0">
                <a:solidFill>
                  <a:srgbClr val="142B36"/>
                </a:solidFill>
                <a:latin typeface="Arial"/>
                <a:ea typeface="Arial"/>
                <a:cs typeface="Arial"/>
              </a:defRPr>
            </a:lvl8pPr>
            <a:lvl9pPr algn="r">
              <a:defRPr sz="1725" b="0">
                <a:solidFill>
                  <a:srgbClr val="142B36"/>
                </a:solidFill>
                <a:latin typeface="Arial"/>
                <a:ea typeface="Arial"/>
                <a:cs typeface="Arial"/>
              </a:defRPr>
            </a:lvl9pPr>
          </a:lstStyle>
          <a:p xmlns:a="http://schemas.openxmlformats.org/drawingml/2006/main">
            <a:pPr algn="r">
              <a:defRPr sz="1725" b="0">
                <a:solidFill>
                  <a:srgbClr val="142B36"/>
                </a:solidFill>
                <a:latin typeface="Arial"/>
                <a:ea typeface="Arial"/>
                <a:cs typeface="Arial"/>
              </a:defRPr>
            </a:pPr>
            <a:r>
              <a:rPr sz="1725" b="0">
                <a:solidFill>
                  <a:srgbClr val="142B36"/>
                </a:solidFill>
                <a:latin typeface="Arial"/>
                <a:ea typeface="Arial"/>
                <a:cs typeface="Arial"/>
              </a:rPr>
              <a:t>الذكية</a:t>
            </a:r>
          </a:p>
        </p:txBody>
      </p:sp>
      <p:pic>
        <p:nvPicPr>
          <p:cNvPr id="16" name="">
            <a:extLst xmlns:a="http://schemas.openxmlformats.org/drawingml/2006/main">
              <a:ext uri="{FF2B5EF4-FFF2-40B4-BE49-F238E27FC236}">
                <a16:creationId xmlns:a16="http://schemas.microsoft.com/office/drawing/2014/main" id="{6318AE4E-3EC3-4B63-8412-392E6DD1BEEA}"/>
              </a:ext>
            </a:extLst>
          </p:cNvPr>
          <p:cNvPicPr>
            <a:picLocks xmlns:a="http://schemas.openxmlformats.org/drawingml/2006/main" noChangeAspect="1"/>
          </p:cNvPicPr>
          <p:nvPr/>
        </p:nvPicPr>
        <p:blipFill>
          <a:blip xmlns:r="http://schemas.openxmlformats.org/officeDocument/2006/relationships" xmlns:a="http://schemas.openxmlformats.org/drawingml/2006/main" r:embed="R29d539e1fdba4918"/>
          <a:stretch xmlns:a="http://schemas.openxmlformats.org/drawingml/2006/main"/>
        </p:blipFill>
        <p:spPr>
          <a:xfrm xmlns:a="http://schemas.openxmlformats.org/drawingml/2006/main">
            <a:off x="523875" y="1809750"/>
            <a:ext cx="6286500" cy="6286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754B56D1-2D0A-4BA7-94C6-03BB45D68A55}"/>
              </a:ext>
            </a:extLst>
          </p:cNvPr>
          <p:cNvSpPr>
            <a:spLocks xmlns:a="http://schemas.openxmlformats.org/drawingml/2006/main" noGrp="1"/>
          </p:cNvSpPr>
          <p:nvPr/>
        </p:nvSpPr>
        <p:spPr>
          <a:xfrm xmlns:a="http://schemas.openxmlformats.org/drawingml/2006/main">
            <a:off x="13347985" y="2428875"/>
            <a:ext cx="1044290" cy="856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350" b="1">
                <a:solidFill>
                  <a:srgbClr val="142B36"/>
                </a:solidFill>
                <a:latin typeface="Arial"/>
                <a:ea typeface="Arial"/>
                <a:cs typeface="Arial"/>
              </a:defRPr>
            </a:defPPr>
            <a:lvl1pPr algn="r">
              <a:defRPr sz="4350" b="1">
                <a:solidFill>
                  <a:srgbClr val="142B36"/>
                </a:solidFill>
                <a:latin typeface="Arial"/>
                <a:ea typeface="Arial"/>
                <a:cs typeface="Arial"/>
              </a:defRPr>
            </a:lvl1pPr>
            <a:lvl2pPr algn="r">
              <a:defRPr sz="4350" b="1">
                <a:solidFill>
                  <a:srgbClr val="142B36"/>
                </a:solidFill>
                <a:latin typeface="Arial"/>
                <a:ea typeface="Arial"/>
                <a:cs typeface="Arial"/>
              </a:defRPr>
            </a:lvl2pPr>
            <a:lvl3pPr algn="r">
              <a:defRPr sz="4350" b="1">
                <a:solidFill>
                  <a:srgbClr val="142B36"/>
                </a:solidFill>
                <a:latin typeface="Arial"/>
                <a:ea typeface="Arial"/>
                <a:cs typeface="Arial"/>
              </a:defRPr>
            </a:lvl3pPr>
            <a:lvl4pPr algn="r">
              <a:defRPr sz="4350" b="1">
                <a:solidFill>
                  <a:srgbClr val="142B36"/>
                </a:solidFill>
                <a:latin typeface="Arial"/>
                <a:ea typeface="Arial"/>
                <a:cs typeface="Arial"/>
              </a:defRPr>
            </a:lvl4pPr>
            <a:lvl5pPr algn="r">
              <a:defRPr sz="4350" b="1">
                <a:solidFill>
                  <a:srgbClr val="142B36"/>
                </a:solidFill>
                <a:latin typeface="Arial"/>
                <a:ea typeface="Arial"/>
                <a:cs typeface="Arial"/>
              </a:defRPr>
            </a:lvl5pPr>
            <a:lvl6pPr algn="r">
              <a:defRPr sz="4350" b="1">
                <a:solidFill>
                  <a:srgbClr val="142B36"/>
                </a:solidFill>
                <a:latin typeface="Arial"/>
                <a:ea typeface="Arial"/>
                <a:cs typeface="Arial"/>
              </a:defRPr>
            </a:lvl6pPr>
            <a:lvl7pPr algn="r">
              <a:defRPr sz="4350" b="1">
                <a:solidFill>
                  <a:srgbClr val="142B36"/>
                </a:solidFill>
                <a:latin typeface="Arial"/>
                <a:ea typeface="Arial"/>
                <a:cs typeface="Arial"/>
              </a:defRPr>
            </a:lvl7pPr>
            <a:lvl8pPr algn="r">
              <a:defRPr sz="4350" b="1">
                <a:solidFill>
                  <a:srgbClr val="142B36"/>
                </a:solidFill>
                <a:latin typeface="Arial"/>
                <a:ea typeface="Arial"/>
                <a:cs typeface="Arial"/>
              </a:defRPr>
            </a:lvl8pPr>
            <a:lvl9pPr algn="r">
              <a:defRPr sz="4350" b="1">
                <a:solidFill>
                  <a:srgbClr val="142B36"/>
                </a:solidFill>
                <a:latin typeface="Arial"/>
                <a:ea typeface="Arial"/>
                <a:cs typeface="Arial"/>
              </a:defRPr>
            </a:lvl9pPr>
          </a:lstStyle>
          <a:p xmlns:a="http://schemas.openxmlformats.org/drawingml/2006/main">
            <a:pPr algn="r">
              <a:defRPr sz="4350" b="1">
                <a:solidFill>
                  <a:srgbClr val="142B36"/>
                </a:solidFill>
                <a:latin typeface="Arial"/>
                <a:ea typeface="Arial"/>
                <a:cs typeface="Arial"/>
              </a:defRPr>
            </a:pPr>
            <a:r>
              <a:rPr sz="4350" b="1">
                <a:solidFill>
                  <a:srgbClr val="142B36"/>
                </a:solidFill>
                <a:latin typeface="Arial"/>
                <a:ea typeface="Arial"/>
                <a:cs typeface="Arial"/>
              </a:rPr>
              <a:t>منصة</a:t>
            </a:r>
          </a:p>
        </p:txBody>
      </p:sp>
      <p:sp>
        <p:nvSpPr>
          <p:cNvPr id="18" name="">
            <a:extLst xmlns:a="http://schemas.openxmlformats.org/drawingml/2006/main">
              <a:ext uri="{FF2B5EF4-FFF2-40B4-BE49-F238E27FC236}">
                <a16:creationId xmlns:a16="http://schemas.microsoft.com/office/drawing/2014/main" id="{A89A4884-94E6-4FE7-B6C6-D258DA70FF79}"/>
              </a:ext>
            </a:extLst>
          </p:cNvPr>
          <p:cNvSpPr>
            <a:spLocks xmlns:a="http://schemas.openxmlformats.org/drawingml/2006/main" noGrp="1"/>
          </p:cNvSpPr>
          <p:nvPr/>
        </p:nvSpPr>
        <p:spPr>
          <a:xfrm xmlns:a="http://schemas.openxmlformats.org/drawingml/2006/main">
            <a:off x="12219110" y="2428875"/>
            <a:ext cx="967141" cy="856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350" b="1">
                <a:solidFill>
                  <a:srgbClr val="142B36"/>
                </a:solidFill>
                <a:latin typeface="Arial"/>
                <a:ea typeface="Arial"/>
                <a:cs typeface="Arial"/>
              </a:defRPr>
            </a:defPPr>
            <a:lvl1pPr algn="r">
              <a:defRPr sz="4350" b="1">
                <a:solidFill>
                  <a:srgbClr val="142B36"/>
                </a:solidFill>
                <a:latin typeface="Arial"/>
                <a:ea typeface="Arial"/>
                <a:cs typeface="Arial"/>
              </a:defRPr>
            </a:lvl1pPr>
            <a:lvl2pPr algn="r">
              <a:defRPr sz="4350" b="1">
                <a:solidFill>
                  <a:srgbClr val="142B36"/>
                </a:solidFill>
                <a:latin typeface="Arial"/>
                <a:ea typeface="Arial"/>
                <a:cs typeface="Arial"/>
              </a:defRPr>
            </a:lvl2pPr>
            <a:lvl3pPr algn="r">
              <a:defRPr sz="4350" b="1">
                <a:solidFill>
                  <a:srgbClr val="142B36"/>
                </a:solidFill>
                <a:latin typeface="Arial"/>
                <a:ea typeface="Arial"/>
                <a:cs typeface="Arial"/>
              </a:defRPr>
            </a:lvl3pPr>
            <a:lvl4pPr algn="r">
              <a:defRPr sz="4350" b="1">
                <a:solidFill>
                  <a:srgbClr val="142B36"/>
                </a:solidFill>
                <a:latin typeface="Arial"/>
                <a:ea typeface="Arial"/>
                <a:cs typeface="Arial"/>
              </a:defRPr>
            </a:lvl4pPr>
            <a:lvl5pPr algn="r">
              <a:defRPr sz="4350" b="1">
                <a:solidFill>
                  <a:srgbClr val="142B36"/>
                </a:solidFill>
                <a:latin typeface="Arial"/>
                <a:ea typeface="Arial"/>
                <a:cs typeface="Arial"/>
              </a:defRPr>
            </a:lvl5pPr>
            <a:lvl6pPr algn="r">
              <a:defRPr sz="4350" b="1">
                <a:solidFill>
                  <a:srgbClr val="142B36"/>
                </a:solidFill>
                <a:latin typeface="Arial"/>
                <a:ea typeface="Arial"/>
                <a:cs typeface="Arial"/>
              </a:defRPr>
            </a:lvl6pPr>
            <a:lvl7pPr algn="r">
              <a:defRPr sz="4350" b="1">
                <a:solidFill>
                  <a:srgbClr val="142B36"/>
                </a:solidFill>
                <a:latin typeface="Arial"/>
                <a:ea typeface="Arial"/>
                <a:cs typeface="Arial"/>
              </a:defRPr>
            </a:lvl7pPr>
            <a:lvl8pPr algn="r">
              <a:defRPr sz="4350" b="1">
                <a:solidFill>
                  <a:srgbClr val="142B36"/>
                </a:solidFill>
                <a:latin typeface="Arial"/>
                <a:ea typeface="Arial"/>
                <a:cs typeface="Arial"/>
              </a:defRPr>
            </a:lvl8pPr>
            <a:lvl9pPr algn="r">
              <a:defRPr sz="4350" b="1">
                <a:solidFill>
                  <a:srgbClr val="142B36"/>
                </a:solidFill>
                <a:latin typeface="Arial"/>
                <a:ea typeface="Arial"/>
                <a:cs typeface="Arial"/>
              </a:defRPr>
            </a:lvl9pPr>
          </a:lstStyle>
          <a:p xmlns:a="http://schemas.openxmlformats.org/drawingml/2006/main">
            <a:pPr algn="r">
              <a:defRPr sz="4350" b="1">
                <a:solidFill>
                  <a:srgbClr val="142B36"/>
                </a:solidFill>
                <a:latin typeface="Arial"/>
                <a:ea typeface="Arial"/>
                <a:cs typeface="Arial"/>
              </a:defRPr>
            </a:pPr>
            <a:r>
              <a:rPr sz="4350" b="1">
                <a:solidFill>
                  <a:srgbClr val="142B36"/>
                </a:solidFill>
                <a:latin typeface="Arial"/>
                <a:ea typeface="Arial"/>
                <a:cs typeface="Arial"/>
              </a:rPr>
              <a:t>لتقييم</a:t>
            </a:r>
          </a:p>
        </p:txBody>
      </p:sp>
      <p:sp>
        <p:nvSpPr>
          <p:cNvPr id="19" name="">
            <a:extLst xmlns:a="http://schemas.openxmlformats.org/drawingml/2006/main">
              <a:ext uri="{FF2B5EF4-FFF2-40B4-BE49-F238E27FC236}">
                <a16:creationId xmlns:a16="http://schemas.microsoft.com/office/drawing/2014/main" id="{185E1312-4C8C-426D-BA8E-25D6B03B3FC3}"/>
              </a:ext>
            </a:extLst>
          </p:cNvPr>
          <p:cNvSpPr>
            <a:spLocks xmlns:a="http://schemas.openxmlformats.org/drawingml/2006/main" noGrp="1"/>
          </p:cNvSpPr>
          <p:nvPr/>
        </p:nvSpPr>
        <p:spPr>
          <a:xfrm xmlns:a="http://schemas.openxmlformats.org/drawingml/2006/main">
            <a:off x="10564220" y="2428875"/>
            <a:ext cx="1493155" cy="856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350" b="1">
                <a:solidFill>
                  <a:srgbClr val="142B36"/>
                </a:solidFill>
                <a:latin typeface="Arial"/>
                <a:ea typeface="Arial"/>
                <a:cs typeface="Arial"/>
              </a:defRPr>
            </a:defPPr>
            <a:lvl1pPr algn="r">
              <a:defRPr sz="4350" b="1">
                <a:solidFill>
                  <a:srgbClr val="142B36"/>
                </a:solidFill>
                <a:latin typeface="Arial"/>
                <a:ea typeface="Arial"/>
                <a:cs typeface="Arial"/>
              </a:defRPr>
            </a:lvl1pPr>
            <a:lvl2pPr algn="r">
              <a:defRPr sz="4350" b="1">
                <a:solidFill>
                  <a:srgbClr val="142B36"/>
                </a:solidFill>
                <a:latin typeface="Arial"/>
                <a:ea typeface="Arial"/>
                <a:cs typeface="Arial"/>
              </a:defRPr>
            </a:lvl2pPr>
            <a:lvl3pPr algn="r">
              <a:defRPr sz="4350" b="1">
                <a:solidFill>
                  <a:srgbClr val="142B36"/>
                </a:solidFill>
                <a:latin typeface="Arial"/>
                <a:ea typeface="Arial"/>
                <a:cs typeface="Arial"/>
              </a:defRPr>
            </a:lvl3pPr>
            <a:lvl4pPr algn="r">
              <a:defRPr sz="4350" b="1">
                <a:solidFill>
                  <a:srgbClr val="142B36"/>
                </a:solidFill>
                <a:latin typeface="Arial"/>
                <a:ea typeface="Arial"/>
                <a:cs typeface="Arial"/>
              </a:defRPr>
            </a:lvl4pPr>
            <a:lvl5pPr algn="r">
              <a:defRPr sz="4350" b="1">
                <a:solidFill>
                  <a:srgbClr val="142B36"/>
                </a:solidFill>
                <a:latin typeface="Arial"/>
                <a:ea typeface="Arial"/>
                <a:cs typeface="Arial"/>
              </a:defRPr>
            </a:lvl5pPr>
            <a:lvl6pPr algn="r">
              <a:defRPr sz="4350" b="1">
                <a:solidFill>
                  <a:srgbClr val="142B36"/>
                </a:solidFill>
                <a:latin typeface="Arial"/>
                <a:ea typeface="Arial"/>
                <a:cs typeface="Arial"/>
              </a:defRPr>
            </a:lvl6pPr>
            <a:lvl7pPr algn="r">
              <a:defRPr sz="4350" b="1">
                <a:solidFill>
                  <a:srgbClr val="142B36"/>
                </a:solidFill>
                <a:latin typeface="Arial"/>
                <a:ea typeface="Arial"/>
                <a:cs typeface="Arial"/>
              </a:defRPr>
            </a:lvl7pPr>
            <a:lvl8pPr algn="r">
              <a:defRPr sz="4350" b="1">
                <a:solidFill>
                  <a:srgbClr val="142B36"/>
                </a:solidFill>
                <a:latin typeface="Arial"/>
                <a:ea typeface="Arial"/>
                <a:cs typeface="Arial"/>
              </a:defRPr>
            </a:lvl8pPr>
            <a:lvl9pPr algn="r">
              <a:defRPr sz="4350" b="1">
                <a:solidFill>
                  <a:srgbClr val="142B36"/>
                </a:solidFill>
                <a:latin typeface="Arial"/>
                <a:ea typeface="Arial"/>
                <a:cs typeface="Arial"/>
              </a:defRPr>
            </a:lvl9pPr>
          </a:lstStyle>
          <a:p xmlns:a="http://schemas.openxmlformats.org/drawingml/2006/main">
            <a:pPr algn="r">
              <a:defRPr sz="4350" b="1">
                <a:solidFill>
                  <a:srgbClr val="142B36"/>
                </a:solidFill>
                <a:latin typeface="Arial"/>
                <a:ea typeface="Arial"/>
                <a:cs typeface="Arial"/>
              </a:defRPr>
            </a:pPr>
            <a:r>
              <a:rPr sz="4350" b="1">
                <a:solidFill>
                  <a:srgbClr val="142B36"/>
                </a:solidFill>
                <a:latin typeface="Arial"/>
                <a:ea typeface="Arial"/>
                <a:cs typeface="Arial"/>
              </a:rPr>
              <a:t>الضوابط</a:t>
            </a:r>
          </a:p>
        </p:txBody>
      </p:sp>
      <p:sp>
        <p:nvSpPr>
          <p:cNvPr id="20" name="">
            <a:extLst xmlns:a="http://schemas.openxmlformats.org/drawingml/2006/main">
              <a:ext uri="{FF2B5EF4-FFF2-40B4-BE49-F238E27FC236}">
                <a16:creationId xmlns:a16="http://schemas.microsoft.com/office/drawing/2014/main" id="{46D1C2EB-BF10-4B52-A1F4-8C8A2CE1EBB4}"/>
              </a:ext>
            </a:extLst>
          </p:cNvPr>
          <p:cNvSpPr>
            <a:spLocks xmlns:a="http://schemas.openxmlformats.org/drawingml/2006/main" noGrp="1"/>
          </p:cNvSpPr>
          <p:nvPr/>
        </p:nvSpPr>
        <p:spPr>
          <a:xfrm xmlns:a="http://schemas.openxmlformats.org/drawingml/2006/main">
            <a:off x="9245979" y="2428875"/>
            <a:ext cx="1156506" cy="856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350" b="1">
                <a:solidFill>
                  <a:srgbClr val="142B36"/>
                </a:solidFill>
                <a:latin typeface="Arial"/>
                <a:ea typeface="Arial"/>
                <a:cs typeface="Arial"/>
              </a:defRPr>
            </a:defPPr>
            <a:lvl1pPr algn="r">
              <a:defRPr sz="4350" b="1">
                <a:solidFill>
                  <a:srgbClr val="142B36"/>
                </a:solidFill>
                <a:latin typeface="Arial"/>
                <a:ea typeface="Arial"/>
                <a:cs typeface="Arial"/>
              </a:defRPr>
            </a:lvl1pPr>
            <a:lvl2pPr algn="r">
              <a:defRPr sz="4350" b="1">
                <a:solidFill>
                  <a:srgbClr val="142B36"/>
                </a:solidFill>
                <a:latin typeface="Arial"/>
                <a:ea typeface="Arial"/>
                <a:cs typeface="Arial"/>
              </a:defRPr>
            </a:lvl2pPr>
            <a:lvl3pPr algn="r">
              <a:defRPr sz="4350" b="1">
                <a:solidFill>
                  <a:srgbClr val="142B36"/>
                </a:solidFill>
                <a:latin typeface="Arial"/>
                <a:ea typeface="Arial"/>
                <a:cs typeface="Arial"/>
              </a:defRPr>
            </a:lvl3pPr>
            <a:lvl4pPr algn="r">
              <a:defRPr sz="4350" b="1">
                <a:solidFill>
                  <a:srgbClr val="142B36"/>
                </a:solidFill>
                <a:latin typeface="Arial"/>
                <a:ea typeface="Arial"/>
                <a:cs typeface="Arial"/>
              </a:defRPr>
            </a:lvl4pPr>
            <a:lvl5pPr algn="r">
              <a:defRPr sz="4350" b="1">
                <a:solidFill>
                  <a:srgbClr val="142B36"/>
                </a:solidFill>
                <a:latin typeface="Arial"/>
                <a:ea typeface="Arial"/>
                <a:cs typeface="Arial"/>
              </a:defRPr>
            </a:lvl5pPr>
            <a:lvl6pPr algn="r">
              <a:defRPr sz="4350" b="1">
                <a:solidFill>
                  <a:srgbClr val="142B36"/>
                </a:solidFill>
                <a:latin typeface="Arial"/>
                <a:ea typeface="Arial"/>
                <a:cs typeface="Arial"/>
              </a:defRPr>
            </a:lvl6pPr>
            <a:lvl7pPr algn="r">
              <a:defRPr sz="4350" b="1">
                <a:solidFill>
                  <a:srgbClr val="142B36"/>
                </a:solidFill>
                <a:latin typeface="Arial"/>
                <a:ea typeface="Arial"/>
                <a:cs typeface="Arial"/>
              </a:defRPr>
            </a:lvl7pPr>
            <a:lvl8pPr algn="r">
              <a:defRPr sz="4350" b="1">
                <a:solidFill>
                  <a:srgbClr val="142B36"/>
                </a:solidFill>
                <a:latin typeface="Arial"/>
                <a:ea typeface="Arial"/>
                <a:cs typeface="Arial"/>
              </a:defRPr>
            </a:lvl8pPr>
            <a:lvl9pPr algn="r">
              <a:defRPr sz="4350" b="1">
                <a:solidFill>
                  <a:srgbClr val="142B36"/>
                </a:solidFill>
                <a:latin typeface="Arial"/>
                <a:ea typeface="Arial"/>
                <a:cs typeface="Arial"/>
              </a:defRPr>
            </a:lvl9pPr>
          </a:lstStyle>
          <a:p xmlns:a="http://schemas.openxmlformats.org/drawingml/2006/main">
            <a:pPr algn="r">
              <a:defRPr sz="4350" b="1">
                <a:solidFill>
                  <a:srgbClr val="142B36"/>
                </a:solidFill>
                <a:latin typeface="Arial"/>
                <a:ea typeface="Arial"/>
                <a:cs typeface="Arial"/>
              </a:defRPr>
            </a:pPr>
            <a:r>
              <a:rPr sz="4350" b="1">
                <a:solidFill>
                  <a:srgbClr val="142B36"/>
                </a:solidFill>
                <a:latin typeface="Arial"/>
                <a:ea typeface="Arial"/>
                <a:cs typeface="Arial"/>
              </a:rPr>
              <a:t>الأمنية</a:t>
            </a:r>
          </a:p>
        </p:txBody>
      </p:sp>
      <p:sp>
        <p:nvSpPr>
          <p:cNvPr id="21" name="">
            <a:extLst xmlns:a="http://schemas.openxmlformats.org/drawingml/2006/main">
              <a:ext uri="{FF2B5EF4-FFF2-40B4-BE49-F238E27FC236}">
                <a16:creationId xmlns:a16="http://schemas.microsoft.com/office/drawing/2014/main" id="{0D3C1228-83D4-4BA5-B1FD-86011AC7444C}"/>
              </a:ext>
            </a:extLst>
          </p:cNvPr>
          <p:cNvSpPr>
            <a:spLocks xmlns:a="http://schemas.openxmlformats.org/drawingml/2006/main" noGrp="1"/>
          </p:cNvSpPr>
          <p:nvPr/>
        </p:nvSpPr>
        <p:spPr>
          <a:xfrm xmlns:a="http://schemas.openxmlformats.org/drawingml/2006/main">
            <a:off x="13276231" y="3286125"/>
            <a:ext cx="1116044" cy="856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350" b="1">
                <a:solidFill>
                  <a:srgbClr val="142B36"/>
                </a:solidFill>
                <a:latin typeface="Arial"/>
                <a:ea typeface="Arial"/>
                <a:cs typeface="Arial"/>
              </a:defRPr>
            </a:defPPr>
            <a:lvl1pPr algn="r">
              <a:defRPr sz="4350" b="1">
                <a:solidFill>
                  <a:srgbClr val="142B36"/>
                </a:solidFill>
                <a:latin typeface="Arial"/>
                <a:ea typeface="Arial"/>
                <a:cs typeface="Arial"/>
              </a:defRPr>
            </a:lvl1pPr>
            <a:lvl2pPr algn="r">
              <a:defRPr sz="4350" b="1">
                <a:solidFill>
                  <a:srgbClr val="142B36"/>
                </a:solidFill>
                <a:latin typeface="Arial"/>
                <a:ea typeface="Arial"/>
                <a:cs typeface="Arial"/>
              </a:defRPr>
            </a:lvl2pPr>
            <a:lvl3pPr algn="r">
              <a:defRPr sz="4350" b="1">
                <a:solidFill>
                  <a:srgbClr val="142B36"/>
                </a:solidFill>
                <a:latin typeface="Arial"/>
                <a:ea typeface="Arial"/>
                <a:cs typeface="Arial"/>
              </a:defRPr>
            </a:lvl3pPr>
            <a:lvl4pPr algn="r">
              <a:defRPr sz="4350" b="1">
                <a:solidFill>
                  <a:srgbClr val="142B36"/>
                </a:solidFill>
                <a:latin typeface="Arial"/>
                <a:ea typeface="Arial"/>
                <a:cs typeface="Arial"/>
              </a:defRPr>
            </a:lvl4pPr>
            <a:lvl5pPr algn="r">
              <a:defRPr sz="4350" b="1">
                <a:solidFill>
                  <a:srgbClr val="142B36"/>
                </a:solidFill>
                <a:latin typeface="Arial"/>
                <a:ea typeface="Arial"/>
                <a:cs typeface="Arial"/>
              </a:defRPr>
            </a:lvl5pPr>
            <a:lvl6pPr algn="r">
              <a:defRPr sz="4350" b="1">
                <a:solidFill>
                  <a:srgbClr val="142B36"/>
                </a:solidFill>
                <a:latin typeface="Arial"/>
                <a:ea typeface="Arial"/>
                <a:cs typeface="Arial"/>
              </a:defRPr>
            </a:lvl6pPr>
            <a:lvl7pPr algn="r">
              <a:defRPr sz="4350" b="1">
                <a:solidFill>
                  <a:srgbClr val="142B36"/>
                </a:solidFill>
                <a:latin typeface="Arial"/>
                <a:ea typeface="Arial"/>
                <a:cs typeface="Arial"/>
              </a:defRPr>
            </a:lvl7pPr>
            <a:lvl8pPr algn="r">
              <a:defRPr sz="4350" b="1">
                <a:solidFill>
                  <a:srgbClr val="142B36"/>
                </a:solidFill>
                <a:latin typeface="Arial"/>
                <a:ea typeface="Arial"/>
                <a:cs typeface="Arial"/>
              </a:defRPr>
            </a:lvl8pPr>
            <a:lvl9pPr algn="r">
              <a:defRPr sz="4350" b="1">
                <a:solidFill>
                  <a:srgbClr val="142B36"/>
                </a:solidFill>
                <a:latin typeface="Arial"/>
                <a:ea typeface="Arial"/>
                <a:cs typeface="Arial"/>
              </a:defRPr>
            </a:lvl9pPr>
          </a:lstStyle>
          <a:p xmlns:a="http://schemas.openxmlformats.org/drawingml/2006/main">
            <a:pPr algn="r">
              <a:defRPr sz="4350" b="1">
                <a:solidFill>
                  <a:srgbClr val="142B36"/>
                </a:solidFill>
                <a:latin typeface="Arial"/>
                <a:ea typeface="Arial"/>
                <a:cs typeface="Arial"/>
              </a:defRPr>
            </a:pPr>
            <a:r>
              <a:rPr sz="4350" b="1">
                <a:solidFill>
                  <a:srgbClr val="142B36"/>
                </a:solidFill>
                <a:latin typeface="Arial"/>
                <a:ea typeface="Arial"/>
                <a:cs typeface="Arial"/>
              </a:rPr>
              <a:t>وإدارة</a:t>
            </a:r>
          </a:p>
        </p:txBody>
      </p:sp>
      <p:sp>
        <p:nvSpPr>
          <p:cNvPr id="22" name="">
            <a:extLst xmlns:a="http://schemas.openxmlformats.org/drawingml/2006/main">
              <a:ext uri="{FF2B5EF4-FFF2-40B4-BE49-F238E27FC236}">
                <a16:creationId xmlns:a16="http://schemas.microsoft.com/office/drawing/2014/main" id="{499112F2-BE59-41C2-8FFE-14E392598C11}"/>
              </a:ext>
            </a:extLst>
          </p:cNvPr>
          <p:cNvSpPr>
            <a:spLocks xmlns:a="http://schemas.openxmlformats.org/drawingml/2006/main" noGrp="1"/>
          </p:cNvSpPr>
          <p:nvPr/>
        </p:nvSpPr>
        <p:spPr>
          <a:xfrm xmlns:a="http://schemas.openxmlformats.org/drawingml/2006/main">
            <a:off x="12168397" y="3286125"/>
            <a:ext cx="946100" cy="856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350" b="1">
                <a:solidFill>
                  <a:srgbClr val="142B36"/>
                </a:solidFill>
                <a:latin typeface="Arial"/>
                <a:ea typeface="Arial"/>
                <a:cs typeface="Arial"/>
              </a:defRPr>
            </a:defPPr>
            <a:lvl1pPr algn="r">
              <a:defRPr sz="4350" b="1">
                <a:solidFill>
                  <a:srgbClr val="142B36"/>
                </a:solidFill>
                <a:latin typeface="Arial"/>
                <a:ea typeface="Arial"/>
                <a:cs typeface="Arial"/>
              </a:defRPr>
            </a:lvl1pPr>
            <a:lvl2pPr algn="r">
              <a:defRPr sz="4350" b="1">
                <a:solidFill>
                  <a:srgbClr val="142B36"/>
                </a:solidFill>
                <a:latin typeface="Arial"/>
                <a:ea typeface="Arial"/>
                <a:cs typeface="Arial"/>
              </a:defRPr>
            </a:lvl2pPr>
            <a:lvl3pPr algn="r">
              <a:defRPr sz="4350" b="1">
                <a:solidFill>
                  <a:srgbClr val="142B36"/>
                </a:solidFill>
                <a:latin typeface="Arial"/>
                <a:ea typeface="Arial"/>
                <a:cs typeface="Arial"/>
              </a:defRPr>
            </a:lvl3pPr>
            <a:lvl4pPr algn="r">
              <a:defRPr sz="4350" b="1">
                <a:solidFill>
                  <a:srgbClr val="142B36"/>
                </a:solidFill>
                <a:latin typeface="Arial"/>
                <a:ea typeface="Arial"/>
                <a:cs typeface="Arial"/>
              </a:defRPr>
            </a:lvl4pPr>
            <a:lvl5pPr algn="r">
              <a:defRPr sz="4350" b="1">
                <a:solidFill>
                  <a:srgbClr val="142B36"/>
                </a:solidFill>
                <a:latin typeface="Arial"/>
                <a:ea typeface="Arial"/>
                <a:cs typeface="Arial"/>
              </a:defRPr>
            </a:lvl5pPr>
            <a:lvl6pPr algn="r">
              <a:defRPr sz="4350" b="1">
                <a:solidFill>
                  <a:srgbClr val="142B36"/>
                </a:solidFill>
                <a:latin typeface="Arial"/>
                <a:ea typeface="Arial"/>
                <a:cs typeface="Arial"/>
              </a:defRPr>
            </a:lvl6pPr>
            <a:lvl7pPr algn="r">
              <a:defRPr sz="4350" b="1">
                <a:solidFill>
                  <a:srgbClr val="142B36"/>
                </a:solidFill>
                <a:latin typeface="Arial"/>
                <a:ea typeface="Arial"/>
                <a:cs typeface="Arial"/>
              </a:defRPr>
            </a:lvl7pPr>
            <a:lvl8pPr algn="r">
              <a:defRPr sz="4350" b="1">
                <a:solidFill>
                  <a:srgbClr val="142B36"/>
                </a:solidFill>
                <a:latin typeface="Arial"/>
                <a:ea typeface="Arial"/>
                <a:cs typeface="Arial"/>
              </a:defRPr>
            </a:lvl8pPr>
            <a:lvl9pPr algn="r">
              <a:defRPr sz="4350" b="1">
                <a:solidFill>
                  <a:srgbClr val="142B36"/>
                </a:solidFill>
                <a:latin typeface="Arial"/>
                <a:ea typeface="Arial"/>
                <a:cs typeface="Arial"/>
              </a:defRPr>
            </a:lvl9pPr>
          </a:lstStyle>
          <a:p xmlns:a="http://schemas.openxmlformats.org/drawingml/2006/main">
            <a:pPr algn="r">
              <a:defRPr sz="4350" b="1">
                <a:solidFill>
                  <a:srgbClr val="142B36"/>
                </a:solidFill>
                <a:latin typeface="Arial"/>
                <a:ea typeface="Arial"/>
                <a:cs typeface="Arial"/>
              </a:defRPr>
            </a:pPr>
            <a:r>
              <a:rPr sz="4350" b="1">
                <a:solidFill>
                  <a:srgbClr val="142B36"/>
                </a:solidFill>
                <a:latin typeface="Arial"/>
                <a:ea typeface="Arial"/>
                <a:cs typeface="Arial"/>
              </a:rPr>
              <a:t>الأدلة</a:t>
            </a:r>
          </a:p>
        </p:txBody>
      </p:sp>
      <p:sp>
        <p:nvSpPr>
          <p:cNvPr id="23" name="">
            <a:extLst xmlns:a="http://schemas.openxmlformats.org/drawingml/2006/main">
              <a:ext uri="{FF2B5EF4-FFF2-40B4-BE49-F238E27FC236}">
                <a16:creationId xmlns:a16="http://schemas.microsoft.com/office/drawing/2014/main" id="{F973AE91-0EF9-4167-B16E-BC6857AC3566}"/>
              </a:ext>
            </a:extLst>
          </p:cNvPr>
          <p:cNvSpPr>
            <a:spLocks xmlns:a="http://schemas.openxmlformats.org/drawingml/2006/main" noGrp="1"/>
          </p:cNvSpPr>
          <p:nvPr/>
        </p:nvSpPr>
        <p:spPr>
          <a:xfrm xmlns:a="http://schemas.openxmlformats.org/drawingml/2006/main">
            <a:off x="11509967" y="3286125"/>
            <a:ext cx="496695" cy="856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350" b="1">
                <a:solidFill>
                  <a:srgbClr val="142B36"/>
                </a:solidFill>
                <a:latin typeface="Arial"/>
                <a:ea typeface="Arial"/>
                <a:cs typeface="Arial"/>
              </a:defRPr>
            </a:defPPr>
            <a:lvl1pPr algn="r">
              <a:defRPr sz="4350" b="1">
                <a:solidFill>
                  <a:srgbClr val="142B36"/>
                </a:solidFill>
                <a:latin typeface="Arial"/>
                <a:ea typeface="Arial"/>
                <a:cs typeface="Arial"/>
              </a:defRPr>
            </a:lvl1pPr>
            <a:lvl2pPr algn="r">
              <a:defRPr sz="4350" b="1">
                <a:solidFill>
                  <a:srgbClr val="142B36"/>
                </a:solidFill>
                <a:latin typeface="Arial"/>
                <a:ea typeface="Arial"/>
                <a:cs typeface="Arial"/>
              </a:defRPr>
            </a:lvl2pPr>
            <a:lvl3pPr algn="r">
              <a:defRPr sz="4350" b="1">
                <a:solidFill>
                  <a:srgbClr val="142B36"/>
                </a:solidFill>
                <a:latin typeface="Arial"/>
                <a:ea typeface="Arial"/>
                <a:cs typeface="Arial"/>
              </a:defRPr>
            </a:lvl3pPr>
            <a:lvl4pPr algn="r">
              <a:defRPr sz="4350" b="1">
                <a:solidFill>
                  <a:srgbClr val="142B36"/>
                </a:solidFill>
                <a:latin typeface="Arial"/>
                <a:ea typeface="Arial"/>
                <a:cs typeface="Arial"/>
              </a:defRPr>
            </a:lvl4pPr>
            <a:lvl5pPr algn="r">
              <a:defRPr sz="4350" b="1">
                <a:solidFill>
                  <a:srgbClr val="142B36"/>
                </a:solidFill>
                <a:latin typeface="Arial"/>
                <a:ea typeface="Arial"/>
                <a:cs typeface="Arial"/>
              </a:defRPr>
            </a:lvl5pPr>
            <a:lvl6pPr algn="r">
              <a:defRPr sz="4350" b="1">
                <a:solidFill>
                  <a:srgbClr val="142B36"/>
                </a:solidFill>
                <a:latin typeface="Arial"/>
                <a:ea typeface="Arial"/>
                <a:cs typeface="Arial"/>
              </a:defRPr>
            </a:lvl6pPr>
            <a:lvl7pPr algn="r">
              <a:defRPr sz="4350" b="1">
                <a:solidFill>
                  <a:srgbClr val="142B36"/>
                </a:solidFill>
                <a:latin typeface="Arial"/>
                <a:ea typeface="Arial"/>
                <a:cs typeface="Arial"/>
              </a:defRPr>
            </a:lvl7pPr>
            <a:lvl8pPr algn="r">
              <a:defRPr sz="4350" b="1">
                <a:solidFill>
                  <a:srgbClr val="142B36"/>
                </a:solidFill>
                <a:latin typeface="Arial"/>
                <a:ea typeface="Arial"/>
                <a:cs typeface="Arial"/>
              </a:defRPr>
            </a:lvl8pPr>
            <a:lvl9pPr algn="r">
              <a:defRPr sz="4350" b="1">
                <a:solidFill>
                  <a:srgbClr val="142B36"/>
                </a:solidFill>
                <a:latin typeface="Arial"/>
                <a:ea typeface="Arial"/>
                <a:cs typeface="Arial"/>
              </a:defRPr>
            </a:lvl9pPr>
          </a:lstStyle>
          <a:p xmlns:a="http://schemas.openxmlformats.org/drawingml/2006/main">
            <a:pPr algn="r">
              <a:defRPr sz="4350" b="1">
                <a:solidFill>
                  <a:srgbClr val="142B36"/>
                </a:solidFill>
                <a:latin typeface="Arial"/>
                <a:ea typeface="Arial"/>
                <a:cs typeface="Arial"/>
              </a:defRPr>
            </a:pPr>
            <a:r>
              <a:rPr sz="4350" b="1">
                <a:solidFill>
                  <a:srgbClr val="142B36"/>
                </a:solidFill>
                <a:latin typeface="Arial"/>
                <a:ea typeface="Arial"/>
                <a:cs typeface="Arial"/>
              </a:rPr>
              <a:t>في</a:t>
            </a:r>
          </a:p>
        </p:txBody>
      </p:sp>
      <p:sp>
        <p:nvSpPr>
          <p:cNvPr id="24" name="">
            <a:extLst xmlns:a="http://schemas.openxmlformats.org/drawingml/2006/main">
              <a:ext uri="{FF2B5EF4-FFF2-40B4-BE49-F238E27FC236}">
                <a16:creationId xmlns:a16="http://schemas.microsoft.com/office/drawing/2014/main" id="{DB23698C-5D06-42CD-8890-EE97BE4FD2CC}"/>
              </a:ext>
            </a:extLst>
          </p:cNvPr>
          <p:cNvSpPr>
            <a:spLocks xmlns:a="http://schemas.openxmlformats.org/drawingml/2006/main" noGrp="1"/>
          </p:cNvSpPr>
          <p:nvPr/>
        </p:nvSpPr>
        <p:spPr>
          <a:xfrm xmlns:a="http://schemas.openxmlformats.org/drawingml/2006/main">
            <a:off x="9397579" y="3286125"/>
            <a:ext cx="1950653" cy="8562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350" b="1">
                <a:solidFill>
                  <a:srgbClr val="142B36"/>
                </a:solidFill>
                <a:latin typeface="Arial"/>
                <a:ea typeface="Arial"/>
                <a:cs typeface="Arial"/>
              </a:defRPr>
            </a:defPPr>
            <a:lvl1pPr algn="r">
              <a:defRPr sz="4350" b="1">
                <a:solidFill>
                  <a:srgbClr val="142B36"/>
                </a:solidFill>
                <a:latin typeface="Arial"/>
                <a:ea typeface="Arial"/>
                <a:cs typeface="Arial"/>
              </a:defRPr>
            </a:lvl1pPr>
            <a:lvl2pPr algn="r">
              <a:defRPr sz="4350" b="1">
                <a:solidFill>
                  <a:srgbClr val="142B36"/>
                </a:solidFill>
                <a:latin typeface="Arial"/>
                <a:ea typeface="Arial"/>
                <a:cs typeface="Arial"/>
              </a:defRPr>
            </a:lvl2pPr>
            <a:lvl3pPr algn="r">
              <a:defRPr sz="4350" b="1">
                <a:solidFill>
                  <a:srgbClr val="142B36"/>
                </a:solidFill>
                <a:latin typeface="Arial"/>
                <a:ea typeface="Arial"/>
                <a:cs typeface="Arial"/>
              </a:defRPr>
            </a:lvl3pPr>
            <a:lvl4pPr algn="r">
              <a:defRPr sz="4350" b="1">
                <a:solidFill>
                  <a:srgbClr val="142B36"/>
                </a:solidFill>
                <a:latin typeface="Arial"/>
                <a:ea typeface="Arial"/>
                <a:cs typeface="Arial"/>
              </a:defRPr>
            </a:lvl4pPr>
            <a:lvl5pPr algn="r">
              <a:defRPr sz="4350" b="1">
                <a:solidFill>
                  <a:srgbClr val="142B36"/>
                </a:solidFill>
                <a:latin typeface="Arial"/>
                <a:ea typeface="Arial"/>
                <a:cs typeface="Arial"/>
              </a:defRPr>
            </a:lvl5pPr>
            <a:lvl6pPr algn="r">
              <a:defRPr sz="4350" b="1">
                <a:solidFill>
                  <a:srgbClr val="142B36"/>
                </a:solidFill>
                <a:latin typeface="Arial"/>
                <a:ea typeface="Arial"/>
                <a:cs typeface="Arial"/>
              </a:defRPr>
            </a:lvl6pPr>
            <a:lvl7pPr algn="r">
              <a:defRPr sz="4350" b="1">
                <a:solidFill>
                  <a:srgbClr val="142B36"/>
                </a:solidFill>
                <a:latin typeface="Arial"/>
                <a:ea typeface="Arial"/>
                <a:cs typeface="Arial"/>
              </a:defRPr>
            </a:lvl7pPr>
            <a:lvl8pPr algn="r">
              <a:defRPr sz="4350" b="1">
                <a:solidFill>
                  <a:srgbClr val="142B36"/>
                </a:solidFill>
                <a:latin typeface="Arial"/>
                <a:ea typeface="Arial"/>
                <a:cs typeface="Arial"/>
              </a:defRPr>
            </a:lvl8pPr>
            <a:lvl9pPr algn="r">
              <a:defRPr sz="4350" b="1">
                <a:solidFill>
                  <a:srgbClr val="142B36"/>
                </a:solidFill>
                <a:latin typeface="Arial"/>
                <a:ea typeface="Arial"/>
                <a:cs typeface="Arial"/>
              </a:defRPr>
            </a:lvl9pPr>
          </a:lstStyle>
          <a:p xmlns:a="http://schemas.openxmlformats.org/drawingml/2006/main">
            <a:pPr algn="r">
              <a:defRPr sz="4350" b="1">
                <a:solidFill>
                  <a:srgbClr val="142B36"/>
                </a:solidFill>
                <a:latin typeface="Arial"/>
                <a:ea typeface="Arial"/>
                <a:cs typeface="Arial"/>
              </a:defRPr>
            </a:pPr>
            <a:r>
              <a:rPr sz="4350" b="1">
                <a:solidFill>
                  <a:srgbClr val="142B36"/>
                </a:solidFill>
                <a:latin typeface="Arial"/>
                <a:ea typeface="Arial"/>
                <a:cs typeface="Arial"/>
              </a:rPr>
              <a:t>مستودعات</a:t>
            </a:r>
          </a:p>
        </p:txBody>
      </p:sp>
      <p:sp>
        <p:nvSpPr>
          <p:cNvPr id="25" name="">
            <a:extLst xmlns:a="http://schemas.openxmlformats.org/drawingml/2006/main">
              <a:ext uri="{FF2B5EF4-FFF2-40B4-BE49-F238E27FC236}">
                <a16:creationId xmlns:a16="http://schemas.microsoft.com/office/drawing/2014/main" id="{FF09740D-8064-49B4-904B-65D0B109A318}"/>
              </a:ext>
            </a:extLst>
          </p:cNvPr>
          <p:cNvSpPr>
            <a:spLocks xmlns:a="http://schemas.openxmlformats.org/drawingml/2006/main" noGrp="1"/>
          </p:cNvSpPr>
          <p:nvPr/>
        </p:nvSpPr>
        <p:spPr>
          <a:xfrm xmlns:a="http://schemas.openxmlformats.org/drawingml/2006/main">
            <a:off x="10382250" y="41433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5850" b="1">
                <a:solidFill>
                  <a:srgbClr val="167D8D"/>
                </a:solidFill>
                <a:latin typeface="Arial"/>
                <a:ea typeface="Arial"/>
                <a:cs typeface="Arial"/>
              </a:defRPr>
            </a:defPPr>
            <a:lvl1pPr algn="r">
              <a:defRPr sz="5850" b="1">
                <a:solidFill>
                  <a:srgbClr val="167D8D"/>
                </a:solidFill>
                <a:latin typeface="Arial"/>
                <a:ea typeface="Arial"/>
                <a:cs typeface="Arial"/>
              </a:defRPr>
            </a:lvl1pPr>
            <a:lvl2pPr algn="r">
              <a:defRPr sz="5850" b="1">
                <a:solidFill>
                  <a:srgbClr val="167D8D"/>
                </a:solidFill>
                <a:latin typeface="Arial"/>
                <a:ea typeface="Arial"/>
                <a:cs typeface="Arial"/>
              </a:defRPr>
            </a:lvl2pPr>
            <a:lvl3pPr algn="r">
              <a:defRPr sz="5850" b="1">
                <a:solidFill>
                  <a:srgbClr val="167D8D"/>
                </a:solidFill>
                <a:latin typeface="Arial"/>
                <a:ea typeface="Arial"/>
                <a:cs typeface="Arial"/>
              </a:defRPr>
            </a:lvl3pPr>
            <a:lvl4pPr algn="r">
              <a:defRPr sz="5850" b="1">
                <a:solidFill>
                  <a:srgbClr val="167D8D"/>
                </a:solidFill>
                <a:latin typeface="Arial"/>
                <a:ea typeface="Arial"/>
                <a:cs typeface="Arial"/>
              </a:defRPr>
            </a:lvl4pPr>
            <a:lvl5pPr algn="r">
              <a:defRPr sz="5850" b="1">
                <a:solidFill>
                  <a:srgbClr val="167D8D"/>
                </a:solidFill>
                <a:latin typeface="Arial"/>
                <a:ea typeface="Arial"/>
                <a:cs typeface="Arial"/>
              </a:defRPr>
            </a:lvl5pPr>
            <a:lvl6pPr algn="r">
              <a:defRPr sz="5850" b="1">
                <a:solidFill>
                  <a:srgbClr val="167D8D"/>
                </a:solidFill>
                <a:latin typeface="Arial"/>
                <a:ea typeface="Arial"/>
                <a:cs typeface="Arial"/>
              </a:defRPr>
            </a:lvl6pPr>
            <a:lvl7pPr algn="r">
              <a:defRPr sz="5850" b="1">
                <a:solidFill>
                  <a:srgbClr val="167D8D"/>
                </a:solidFill>
                <a:latin typeface="Arial"/>
                <a:ea typeface="Arial"/>
                <a:cs typeface="Arial"/>
              </a:defRPr>
            </a:lvl7pPr>
            <a:lvl8pPr algn="r">
              <a:defRPr sz="5850" b="1">
                <a:solidFill>
                  <a:srgbClr val="167D8D"/>
                </a:solidFill>
                <a:latin typeface="Arial"/>
                <a:ea typeface="Arial"/>
                <a:cs typeface="Arial"/>
              </a:defRPr>
            </a:lvl8pPr>
            <a:lvl9pPr algn="r">
              <a:defRPr sz="5850" b="1">
                <a:solidFill>
                  <a:srgbClr val="167D8D"/>
                </a:solidFill>
                <a:latin typeface="Arial"/>
                <a:ea typeface="Arial"/>
                <a:cs typeface="Arial"/>
              </a:defRPr>
            </a:lvl9pPr>
          </a:lstStyle>
          <a:p xmlns:a="http://schemas.openxmlformats.org/drawingml/2006/main">
            <a:pPr algn="r">
              <a:defRPr sz="5850" b="1">
                <a:solidFill>
                  <a:srgbClr val="167D8D"/>
                </a:solidFill>
                <a:latin typeface="Arial"/>
                <a:ea typeface="Arial"/>
                <a:cs typeface="Arial"/>
              </a:defRPr>
            </a:pPr>
            <a:r>
              <a:rPr sz="5850" b="1">
                <a:solidFill>
                  <a:srgbClr val="167D8D"/>
                </a:solidFill>
                <a:latin typeface="Arial"/>
                <a:ea typeface="Arial"/>
                <a:cs typeface="Arial"/>
              </a:rPr>
              <a:t>GitHub</a:t>
            </a:r>
          </a:p>
        </p:txBody>
      </p:sp>
      <p:sp>
        <p:nvSpPr>
          <p:cNvPr id="26" name="">
            <a:extLst xmlns:a="http://schemas.openxmlformats.org/drawingml/2006/main">
              <a:ext uri="{FF2B5EF4-FFF2-40B4-BE49-F238E27FC236}">
                <a16:creationId xmlns:a16="http://schemas.microsoft.com/office/drawing/2014/main" id="{11F2DE9A-99B2-4407-98FD-9C1291112FB1}"/>
              </a:ext>
            </a:extLst>
          </p:cNvPr>
          <p:cNvSpPr>
            <a:spLocks xmlns:a="http://schemas.openxmlformats.org/drawingml/2006/main" noGrp="1"/>
          </p:cNvSpPr>
          <p:nvPr/>
        </p:nvSpPr>
        <p:spPr>
          <a:xfrm xmlns:a="http://schemas.openxmlformats.org/drawingml/2006/main">
            <a:off x="7524750" y="523875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5A6A70"/>
                </a:solidFill>
                <a:latin typeface="Arial"/>
                <a:ea typeface="Arial"/>
                <a:cs typeface="Arial"/>
              </a:defRPr>
            </a:defPPr>
            <a:lvl1pPr algn="r">
              <a:defRPr sz="1575" b="0">
                <a:solidFill>
                  <a:srgbClr val="5A6A70"/>
                </a:solidFill>
                <a:latin typeface="Arial"/>
                <a:ea typeface="Arial"/>
                <a:cs typeface="Arial"/>
              </a:defRPr>
            </a:lvl1pPr>
            <a:lvl2pPr algn="r">
              <a:defRPr sz="1575" b="0">
                <a:solidFill>
                  <a:srgbClr val="5A6A70"/>
                </a:solidFill>
                <a:latin typeface="Arial"/>
                <a:ea typeface="Arial"/>
                <a:cs typeface="Arial"/>
              </a:defRPr>
            </a:lvl2pPr>
            <a:lvl3pPr algn="r">
              <a:defRPr sz="1575" b="0">
                <a:solidFill>
                  <a:srgbClr val="5A6A70"/>
                </a:solidFill>
                <a:latin typeface="Arial"/>
                <a:ea typeface="Arial"/>
                <a:cs typeface="Arial"/>
              </a:defRPr>
            </a:lvl3pPr>
            <a:lvl4pPr algn="r">
              <a:defRPr sz="1575" b="0">
                <a:solidFill>
                  <a:srgbClr val="5A6A70"/>
                </a:solidFill>
                <a:latin typeface="Arial"/>
                <a:ea typeface="Arial"/>
                <a:cs typeface="Arial"/>
              </a:defRPr>
            </a:lvl4pPr>
            <a:lvl5pPr algn="r">
              <a:defRPr sz="1575" b="0">
                <a:solidFill>
                  <a:srgbClr val="5A6A70"/>
                </a:solidFill>
                <a:latin typeface="Arial"/>
                <a:ea typeface="Arial"/>
                <a:cs typeface="Arial"/>
              </a:defRPr>
            </a:lvl5pPr>
            <a:lvl6pPr algn="r">
              <a:defRPr sz="1575" b="0">
                <a:solidFill>
                  <a:srgbClr val="5A6A70"/>
                </a:solidFill>
                <a:latin typeface="Arial"/>
                <a:ea typeface="Arial"/>
                <a:cs typeface="Arial"/>
              </a:defRPr>
            </a:lvl6pPr>
            <a:lvl7pPr algn="r">
              <a:defRPr sz="1575" b="0">
                <a:solidFill>
                  <a:srgbClr val="5A6A70"/>
                </a:solidFill>
                <a:latin typeface="Arial"/>
                <a:ea typeface="Arial"/>
                <a:cs typeface="Arial"/>
              </a:defRPr>
            </a:lvl7pPr>
            <a:lvl8pPr algn="r">
              <a:defRPr sz="1575" b="0">
                <a:solidFill>
                  <a:srgbClr val="5A6A70"/>
                </a:solidFill>
                <a:latin typeface="Arial"/>
                <a:ea typeface="Arial"/>
                <a:cs typeface="Arial"/>
              </a:defRPr>
            </a:lvl8pPr>
            <a:lvl9pPr algn="r">
              <a:defRPr sz="1575" b="0">
                <a:solidFill>
                  <a:srgbClr val="5A6A70"/>
                </a:solidFill>
                <a:latin typeface="Arial"/>
                <a:ea typeface="Arial"/>
                <a:cs typeface="Arial"/>
              </a:defRPr>
            </a:lvl9pPr>
          </a:lstStyle>
          <a:p xmlns:a="http://schemas.openxmlformats.org/drawingml/2006/main">
            <a:pPr algn="r">
              <a:defRPr sz="1575" b="0">
                <a:solidFill>
                  <a:srgbClr val="5A6A70"/>
                </a:solidFill>
                <a:latin typeface="Arial"/>
                <a:ea typeface="Arial"/>
                <a:cs typeface="Arial"/>
              </a:defRPr>
            </a:pPr>
            <a:r>
              <a:rPr sz="1575" b="0">
                <a:solidFill>
                  <a:srgbClr val="5A6A70"/>
                </a:solidFill>
                <a:latin typeface="Arial"/>
                <a:ea typeface="Arial"/>
                <a:cs typeface="Arial"/>
              </a:rPr>
              <a:t>Security Controls Assessment and Evidence</a:t>
            </a:r>
          </a:p>
        </p:txBody>
      </p:sp>
      <p:sp>
        <p:nvSpPr>
          <p:cNvPr id="27" name="">
            <a:extLst xmlns:a="http://schemas.openxmlformats.org/drawingml/2006/main">
              <a:ext uri="{FF2B5EF4-FFF2-40B4-BE49-F238E27FC236}">
                <a16:creationId xmlns:a16="http://schemas.microsoft.com/office/drawing/2014/main" id="{8E428CF2-4653-493C-BF35-66F52621C9F5}"/>
              </a:ext>
            </a:extLst>
          </p:cNvPr>
          <p:cNvSpPr>
            <a:spLocks xmlns:a="http://schemas.openxmlformats.org/drawingml/2006/main" noGrp="1"/>
          </p:cNvSpPr>
          <p:nvPr/>
        </p:nvSpPr>
        <p:spPr>
          <a:xfrm xmlns:a="http://schemas.openxmlformats.org/drawingml/2006/main">
            <a:off x="7524750" y="5572125"/>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5A6A70"/>
                </a:solidFill>
                <a:latin typeface="Arial"/>
                <a:ea typeface="Arial"/>
                <a:cs typeface="Arial"/>
              </a:defRPr>
            </a:defPPr>
            <a:lvl1pPr algn="r">
              <a:defRPr sz="1575" b="0">
                <a:solidFill>
                  <a:srgbClr val="5A6A70"/>
                </a:solidFill>
                <a:latin typeface="Arial"/>
                <a:ea typeface="Arial"/>
                <a:cs typeface="Arial"/>
              </a:defRPr>
            </a:lvl1pPr>
            <a:lvl2pPr algn="r">
              <a:defRPr sz="1575" b="0">
                <a:solidFill>
                  <a:srgbClr val="5A6A70"/>
                </a:solidFill>
                <a:latin typeface="Arial"/>
                <a:ea typeface="Arial"/>
                <a:cs typeface="Arial"/>
              </a:defRPr>
            </a:lvl2pPr>
            <a:lvl3pPr algn="r">
              <a:defRPr sz="1575" b="0">
                <a:solidFill>
                  <a:srgbClr val="5A6A70"/>
                </a:solidFill>
                <a:latin typeface="Arial"/>
                <a:ea typeface="Arial"/>
                <a:cs typeface="Arial"/>
              </a:defRPr>
            </a:lvl3pPr>
            <a:lvl4pPr algn="r">
              <a:defRPr sz="1575" b="0">
                <a:solidFill>
                  <a:srgbClr val="5A6A70"/>
                </a:solidFill>
                <a:latin typeface="Arial"/>
                <a:ea typeface="Arial"/>
                <a:cs typeface="Arial"/>
              </a:defRPr>
            </a:lvl4pPr>
            <a:lvl5pPr algn="r">
              <a:defRPr sz="1575" b="0">
                <a:solidFill>
                  <a:srgbClr val="5A6A70"/>
                </a:solidFill>
                <a:latin typeface="Arial"/>
                <a:ea typeface="Arial"/>
                <a:cs typeface="Arial"/>
              </a:defRPr>
            </a:lvl5pPr>
            <a:lvl6pPr algn="r">
              <a:defRPr sz="1575" b="0">
                <a:solidFill>
                  <a:srgbClr val="5A6A70"/>
                </a:solidFill>
                <a:latin typeface="Arial"/>
                <a:ea typeface="Arial"/>
                <a:cs typeface="Arial"/>
              </a:defRPr>
            </a:lvl6pPr>
            <a:lvl7pPr algn="r">
              <a:defRPr sz="1575" b="0">
                <a:solidFill>
                  <a:srgbClr val="5A6A70"/>
                </a:solidFill>
                <a:latin typeface="Arial"/>
                <a:ea typeface="Arial"/>
                <a:cs typeface="Arial"/>
              </a:defRPr>
            </a:lvl7pPr>
            <a:lvl8pPr algn="r">
              <a:defRPr sz="1575" b="0">
                <a:solidFill>
                  <a:srgbClr val="5A6A70"/>
                </a:solidFill>
                <a:latin typeface="Arial"/>
                <a:ea typeface="Arial"/>
                <a:cs typeface="Arial"/>
              </a:defRPr>
            </a:lvl8pPr>
            <a:lvl9pPr algn="r">
              <a:defRPr sz="1575" b="0">
                <a:solidFill>
                  <a:srgbClr val="5A6A70"/>
                </a:solidFill>
                <a:latin typeface="Arial"/>
                <a:ea typeface="Arial"/>
                <a:cs typeface="Arial"/>
              </a:defRPr>
            </a:lvl9pPr>
          </a:lstStyle>
          <a:p xmlns:a="http://schemas.openxmlformats.org/drawingml/2006/main">
            <a:pPr algn="r">
              <a:defRPr sz="1575" b="0">
                <a:solidFill>
                  <a:srgbClr val="5A6A70"/>
                </a:solidFill>
                <a:latin typeface="Arial"/>
                <a:ea typeface="Arial"/>
                <a:cs typeface="Arial"/>
              </a:defRPr>
            </a:pPr>
            <a:r>
              <a:rPr sz="1575" b="0">
                <a:solidFill>
                  <a:srgbClr val="5A6A70"/>
                </a:solidFill>
                <a:latin typeface="Arial"/>
                <a:ea typeface="Arial"/>
                <a:cs typeface="Arial"/>
              </a:rPr>
              <a:t>Management Platform for GitHub Repositories</a:t>
            </a:r>
          </a:p>
        </p:txBody>
      </p:sp>
      <p:sp>
        <p:nvSpPr>
          <p:cNvPr id="28" name="">
            <a:extLst xmlns:a="http://schemas.openxmlformats.org/drawingml/2006/main">
              <a:ext uri="{FF2B5EF4-FFF2-40B4-BE49-F238E27FC236}">
                <a16:creationId xmlns:a16="http://schemas.microsoft.com/office/drawing/2014/main" id="{1AE1D756-322C-4890-AD34-413622B4027D}"/>
              </a:ext>
            </a:extLst>
          </p:cNvPr>
          <p:cNvSpPr>
            <a:spLocks xmlns:a="http://schemas.openxmlformats.org/drawingml/2006/main" noGrp="1"/>
          </p:cNvSpPr>
          <p:nvPr/>
        </p:nvSpPr>
        <p:spPr>
          <a:xfrm xmlns:a="http://schemas.openxmlformats.org/drawingml/2006/main">
            <a:off x="13860921" y="6286500"/>
            <a:ext cx="531354"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75" b="1">
                <a:solidFill>
                  <a:srgbClr val="142B36"/>
                </a:solidFill>
                <a:latin typeface="Arial"/>
                <a:ea typeface="Arial"/>
                <a:cs typeface="Arial"/>
              </a:defRPr>
            </a:defPPr>
            <a:lvl1pPr algn="r">
              <a:defRPr sz="2475" b="1">
                <a:solidFill>
                  <a:srgbClr val="142B36"/>
                </a:solidFill>
                <a:latin typeface="Arial"/>
                <a:ea typeface="Arial"/>
                <a:cs typeface="Arial"/>
              </a:defRPr>
            </a:lvl1pPr>
            <a:lvl2pPr algn="r">
              <a:defRPr sz="2475" b="1">
                <a:solidFill>
                  <a:srgbClr val="142B36"/>
                </a:solidFill>
                <a:latin typeface="Arial"/>
                <a:ea typeface="Arial"/>
                <a:cs typeface="Arial"/>
              </a:defRPr>
            </a:lvl2pPr>
            <a:lvl3pPr algn="r">
              <a:defRPr sz="2475" b="1">
                <a:solidFill>
                  <a:srgbClr val="142B36"/>
                </a:solidFill>
                <a:latin typeface="Arial"/>
                <a:ea typeface="Arial"/>
                <a:cs typeface="Arial"/>
              </a:defRPr>
            </a:lvl3pPr>
            <a:lvl4pPr algn="r">
              <a:defRPr sz="2475" b="1">
                <a:solidFill>
                  <a:srgbClr val="142B36"/>
                </a:solidFill>
                <a:latin typeface="Arial"/>
                <a:ea typeface="Arial"/>
                <a:cs typeface="Arial"/>
              </a:defRPr>
            </a:lvl4pPr>
            <a:lvl5pPr algn="r">
              <a:defRPr sz="2475" b="1">
                <a:solidFill>
                  <a:srgbClr val="142B36"/>
                </a:solidFill>
                <a:latin typeface="Arial"/>
                <a:ea typeface="Arial"/>
                <a:cs typeface="Arial"/>
              </a:defRPr>
            </a:lvl5pPr>
            <a:lvl6pPr algn="r">
              <a:defRPr sz="2475" b="1">
                <a:solidFill>
                  <a:srgbClr val="142B36"/>
                </a:solidFill>
                <a:latin typeface="Arial"/>
                <a:ea typeface="Arial"/>
                <a:cs typeface="Arial"/>
              </a:defRPr>
            </a:lvl6pPr>
            <a:lvl7pPr algn="r">
              <a:defRPr sz="2475" b="1">
                <a:solidFill>
                  <a:srgbClr val="142B36"/>
                </a:solidFill>
                <a:latin typeface="Arial"/>
                <a:ea typeface="Arial"/>
                <a:cs typeface="Arial"/>
              </a:defRPr>
            </a:lvl7pPr>
            <a:lvl8pPr algn="r">
              <a:defRPr sz="2475" b="1">
                <a:solidFill>
                  <a:srgbClr val="142B36"/>
                </a:solidFill>
                <a:latin typeface="Arial"/>
                <a:ea typeface="Arial"/>
                <a:cs typeface="Arial"/>
              </a:defRPr>
            </a:lvl8pPr>
            <a:lvl9pPr algn="r">
              <a:defRPr sz="2475" b="1">
                <a:solidFill>
                  <a:srgbClr val="142B36"/>
                </a:solidFill>
                <a:latin typeface="Arial"/>
                <a:ea typeface="Arial"/>
                <a:cs typeface="Arial"/>
              </a:defRPr>
            </a:lvl9pPr>
          </a:lstStyle>
          <a:p xmlns:a="http://schemas.openxmlformats.org/drawingml/2006/main">
            <a:pPr algn="r">
              <a:defRPr sz="2475" b="1">
                <a:solidFill>
                  <a:srgbClr val="142B36"/>
                </a:solidFill>
                <a:latin typeface="Arial"/>
                <a:ea typeface="Arial"/>
                <a:cs typeface="Arial"/>
              </a:defRPr>
            </a:pPr>
            <a:r>
              <a:rPr sz="2475" b="1">
                <a:solidFill>
                  <a:srgbClr val="142B36"/>
                </a:solidFill>
                <a:latin typeface="Arial"/>
                <a:ea typeface="Arial"/>
                <a:cs typeface="Arial"/>
              </a:rPr>
              <a:t>إعداد</a:t>
            </a:r>
          </a:p>
        </p:txBody>
      </p:sp>
      <p:sp>
        <p:nvSpPr>
          <p:cNvPr id="29" name="">
            <a:extLst xmlns:a="http://schemas.openxmlformats.org/drawingml/2006/main">
              <a:ext uri="{FF2B5EF4-FFF2-40B4-BE49-F238E27FC236}">
                <a16:creationId xmlns:a16="http://schemas.microsoft.com/office/drawing/2014/main" id="{38D5427E-1117-43BC-9427-037C507685D2}"/>
              </a:ext>
            </a:extLst>
          </p:cNvPr>
          <p:cNvSpPr>
            <a:spLocks xmlns:a="http://schemas.openxmlformats.org/drawingml/2006/main" noGrp="1"/>
          </p:cNvSpPr>
          <p:nvPr/>
        </p:nvSpPr>
        <p:spPr>
          <a:xfrm xmlns:a="http://schemas.openxmlformats.org/drawingml/2006/main">
            <a:off x="13326986" y="6286500"/>
            <a:ext cx="446019"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75" b="1">
                <a:solidFill>
                  <a:srgbClr val="142B36"/>
                </a:solidFill>
                <a:latin typeface="Arial"/>
                <a:ea typeface="Arial"/>
                <a:cs typeface="Arial"/>
              </a:defRPr>
            </a:defPPr>
            <a:lvl1pPr algn="r">
              <a:defRPr sz="2475" b="1">
                <a:solidFill>
                  <a:srgbClr val="142B36"/>
                </a:solidFill>
                <a:latin typeface="Arial"/>
                <a:ea typeface="Arial"/>
                <a:cs typeface="Arial"/>
              </a:defRPr>
            </a:lvl1pPr>
            <a:lvl2pPr algn="r">
              <a:defRPr sz="2475" b="1">
                <a:solidFill>
                  <a:srgbClr val="142B36"/>
                </a:solidFill>
                <a:latin typeface="Arial"/>
                <a:ea typeface="Arial"/>
                <a:cs typeface="Arial"/>
              </a:defRPr>
            </a:lvl2pPr>
            <a:lvl3pPr algn="r">
              <a:defRPr sz="2475" b="1">
                <a:solidFill>
                  <a:srgbClr val="142B36"/>
                </a:solidFill>
                <a:latin typeface="Arial"/>
                <a:ea typeface="Arial"/>
                <a:cs typeface="Arial"/>
              </a:defRPr>
            </a:lvl3pPr>
            <a:lvl4pPr algn="r">
              <a:defRPr sz="2475" b="1">
                <a:solidFill>
                  <a:srgbClr val="142B36"/>
                </a:solidFill>
                <a:latin typeface="Arial"/>
                <a:ea typeface="Arial"/>
                <a:cs typeface="Arial"/>
              </a:defRPr>
            </a:lvl4pPr>
            <a:lvl5pPr algn="r">
              <a:defRPr sz="2475" b="1">
                <a:solidFill>
                  <a:srgbClr val="142B36"/>
                </a:solidFill>
                <a:latin typeface="Arial"/>
                <a:ea typeface="Arial"/>
                <a:cs typeface="Arial"/>
              </a:defRPr>
            </a:lvl5pPr>
            <a:lvl6pPr algn="r">
              <a:defRPr sz="2475" b="1">
                <a:solidFill>
                  <a:srgbClr val="142B36"/>
                </a:solidFill>
                <a:latin typeface="Arial"/>
                <a:ea typeface="Arial"/>
                <a:cs typeface="Arial"/>
              </a:defRPr>
            </a:lvl6pPr>
            <a:lvl7pPr algn="r">
              <a:defRPr sz="2475" b="1">
                <a:solidFill>
                  <a:srgbClr val="142B36"/>
                </a:solidFill>
                <a:latin typeface="Arial"/>
                <a:ea typeface="Arial"/>
                <a:cs typeface="Arial"/>
              </a:defRPr>
            </a:lvl7pPr>
            <a:lvl8pPr algn="r">
              <a:defRPr sz="2475" b="1">
                <a:solidFill>
                  <a:srgbClr val="142B36"/>
                </a:solidFill>
                <a:latin typeface="Arial"/>
                <a:ea typeface="Arial"/>
                <a:cs typeface="Arial"/>
              </a:defRPr>
            </a:lvl8pPr>
            <a:lvl9pPr algn="r">
              <a:defRPr sz="2475" b="1">
                <a:solidFill>
                  <a:srgbClr val="142B36"/>
                </a:solidFill>
                <a:latin typeface="Arial"/>
                <a:ea typeface="Arial"/>
                <a:cs typeface="Arial"/>
              </a:defRPr>
            </a:lvl9pPr>
          </a:lstStyle>
          <a:p xmlns:a="http://schemas.openxmlformats.org/drawingml/2006/main">
            <a:pPr algn="r">
              <a:defRPr sz="2475" b="1">
                <a:solidFill>
                  <a:srgbClr val="142B36"/>
                </a:solidFill>
                <a:latin typeface="Arial"/>
                <a:ea typeface="Arial"/>
                <a:cs typeface="Arial"/>
              </a:defRPr>
            </a:pPr>
            <a:r>
              <a:rPr sz="2475" b="1">
                <a:solidFill>
                  <a:srgbClr val="142B36"/>
                </a:solidFill>
                <a:latin typeface="Arial"/>
                <a:ea typeface="Arial"/>
                <a:cs typeface="Arial"/>
              </a:rPr>
              <a:t>عمر</a:t>
            </a:r>
          </a:p>
        </p:txBody>
      </p:sp>
      <p:sp>
        <p:nvSpPr>
          <p:cNvPr id="30" name="">
            <a:extLst xmlns:a="http://schemas.openxmlformats.org/drawingml/2006/main">
              <a:ext uri="{FF2B5EF4-FFF2-40B4-BE49-F238E27FC236}">
                <a16:creationId xmlns:a16="http://schemas.microsoft.com/office/drawing/2014/main" id="{E6F8391C-45BB-4424-B60B-5CC09C3BE50F}"/>
              </a:ext>
            </a:extLst>
          </p:cNvPr>
          <p:cNvSpPr>
            <a:spLocks xmlns:a="http://schemas.openxmlformats.org/drawingml/2006/main" noGrp="1"/>
          </p:cNvSpPr>
          <p:nvPr/>
        </p:nvSpPr>
        <p:spPr>
          <a:xfrm xmlns:a="http://schemas.openxmlformats.org/drawingml/2006/main">
            <a:off x="12653385" y="6286500"/>
            <a:ext cx="585685"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75" b="1">
                <a:solidFill>
                  <a:srgbClr val="142B36"/>
                </a:solidFill>
                <a:latin typeface="Arial"/>
                <a:ea typeface="Arial"/>
                <a:cs typeface="Arial"/>
              </a:defRPr>
            </a:defPPr>
            <a:lvl1pPr algn="r">
              <a:defRPr sz="2475" b="1">
                <a:solidFill>
                  <a:srgbClr val="142B36"/>
                </a:solidFill>
                <a:latin typeface="Arial"/>
                <a:ea typeface="Arial"/>
                <a:cs typeface="Arial"/>
              </a:defRPr>
            </a:lvl1pPr>
            <a:lvl2pPr algn="r">
              <a:defRPr sz="2475" b="1">
                <a:solidFill>
                  <a:srgbClr val="142B36"/>
                </a:solidFill>
                <a:latin typeface="Arial"/>
                <a:ea typeface="Arial"/>
                <a:cs typeface="Arial"/>
              </a:defRPr>
            </a:lvl2pPr>
            <a:lvl3pPr algn="r">
              <a:defRPr sz="2475" b="1">
                <a:solidFill>
                  <a:srgbClr val="142B36"/>
                </a:solidFill>
                <a:latin typeface="Arial"/>
                <a:ea typeface="Arial"/>
                <a:cs typeface="Arial"/>
              </a:defRPr>
            </a:lvl3pPr>
            <a:lvl4pPr algn="r">
              <a:defRPr sz="2475" b="1">
                <a:solidFill>
                  <a:srgbClr val="142B36"/>
                </a:solidFill>
                <a:latin typeface="Arial"/>
                <a:ea typeface="Arial"/>
                <a:cs typeface="Arial"/>
              </a:defRPr>
            </a:lvl4pPr>
            <a:lvl5pPr algn="r">
              <a:defRPr sz="2475" b="1">
                <a:solidFill>
                  <a:srgbClr val="142B36"/>
                </a:solidFill>
                <a:latin typeface="Arial"/>
                <a:ea typeface="Arial"/>
                <a:cs typeface="Arial"/>
              </a:defRPr>
            </a:lvl5pPr>
            <a:lvl6pPr algn="r">
              <a:defRPr sz="2475" b="1">
                <a:solidFill>
                  <a:srgbClr val="142B36"/>
                </a:solidFill>
                <a:latin typeface="Arial"/>
                <a:ea typeface="Arial"/>
                <a:cs typeface="Arial"/>
              </a:defRPr>
            </a:lvl6pPr>
            <a:lvl7pPr algn="r">
              <a:defRPr sz="2475" b="1">
                <a:solidFill>
                  <a:srgbClr val="142B36"/>
                </a:solidFill>
                <a:latin typeface="Arial"/>
                <a:ea typeface="Arial"/>
                <a:cs typeface="Arial"/>
              </a:defRPr>
            </a:lvl7pPr>
            <a:lvl8pPr algn="r">
              <a:defRPr sz="2475" b="1">
                <a:solidFill>
                  <a:srgbClr val="142B36"/>
                </a:solidFill>
                <a:latin typeface="Arial"/>
                <a:ea typeface="Arial"/>
                <a:cs typeface="Arial"/>
              </a:defRPr>
            </a:lvl8pPr>
            <a:lvl9pPr algn="r">
              <a:defRPr sz="2475" b="1">
                <a:solidFill>
                  <a:srgbClr val="142B36"/>
                </a:solidFill>
                <a:latin typeface="Arial"/>
                <a:ea typeface="Arial"/>
                <a:cs typeface="Arial"/>
              </a:defRPr>
            </a:lvl9pPr>
          </a:lstStyle>
          <a:p xmlns:a="http://schemas.openxmlformats.org/drawingml/2006/main">
            <a:pPr algn="r">
              <a:defRPr sz="2475" b="1">
                <a:solidFill>
                  <a:srgbClr val="142B36"/>
                </a:solidFill>
                <a:latin typeface="Arial"/>
                <a:ea typeface="Arial"/>
                <a:cs typeface="Arial"/>
              </a:defRPr>
            </a:pPr>
            <a:r>
              <a:rPr sz="2475" b="1">
                <a:solidFill>
                  <a:srgbClr val="142B36"/>
                </a:solidFill>
                <a:latin typeface="Arial"/>
                <a:ea typeface="Arial"/>
                <a:cs typeface="Arial"/>
              </a:rPr>
              <a:t>فوزي</a:t>
            </a:r>
          </a:p>
        </p:txBody>
      </p:sp>
      <p:sp>
        <p:nvSpPr>
          <p:cNvPr id="31" name="">
            <a:extLst xmlns:a="http://schemas.openxmlformats.org/drawingml/2006/main">
              <a:ext uri="{FF2B5EF4-FFF2-40B4-BE49-F238E27FC236}">
                <a16:creationId xmlns:a16="http://schemas.microsoft.com/office/drawing/2014/main" id="{7079DB76-2420-4FEB-9309-BFCC2CCEDBBA}"/>
              </a:ext>
            </a:extLst>
          </p:cNvPr>
          <p:cNvSpPr>
            <a:spLocks xmlns:a="http://schemas.openxmlformats.org/drawingml/2006/main" noGrp="1"/>
          </p:cNvSpPr>
          <p:nvPr/>
        </p:nvSpPr>
        <p:spPr>
          <a:xfrm xmlns:a="http://schemas.openxmlformats.org/drawingml/2006/main">
            <a:off x="11983468" y="6286500"/>
            <a:ext cx="582002" cy="4872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75" b="1">
                <a:solidFill>
                  <a:srgbClr val="142B36"/>
                </a:solidFill>
                <a:latin typeface="Arial"/>
                <a:ea typeface="Arial"/>
                <a:cs typeface="Arial"/>
              </a:defRPr>
            </a:defPPr>
            <a:lvl1pPr algn="r">
              <a:defRPr sz="2475" b="1">
                <a:solidFill>
                  <a:srgbClr val="142B36"/>
                </a:solidFill>
                <a:latin typeface="Arial"/>
                <a:ea typeface="Arial"/>
                <a:cs typeface="Arial"/>
              </a:defRPr>
            </a:lvl1pPr>
            <a:lvl2pPr algn="r">
              <a:defRPr sz="2475" b="1">
                <a:solidFill>
                  <a:srgbClr val="142B36"/>
                </a:solidFill>
                <a:latin typeface="Arial"/>
                <a:ea typeface="Arial"/>
                <a:cs typeface="Arial"/>
              </a:defRPr>
            </a:lvl2pPr>
            <a:lvl3pPr algn="r">
              <a:defRPr sz="2475" b="1">
                <a:solidFill>
                  <a:srgbClr val="142B36"/>
                </a:solidFill>
                <a:latin typeface="Arial"/>
                <a:ea typeface="Arial"/>
                <a:cs typeface="Arial"/>
              </a:defRPr>
            </a:lvl3pPr>
            <a:lvl4pPr algn="r">
              <a:defRPr sz="2475" b="1">
                <a:solidFill>
                  <a:srgbClr val="142B36"/>
                </a:solidFill>
                <a:latin typeface="Arial"/>
                <a:ea typeface="Arial"/>
                <a:cs typeface="Arial"/>
              </a:defRPr>
            </a:lvl4pPr>
            <a:lvl5pPr algn="r">
              <a:defRPr sz="2475" b="1">
                <a:solidFill>
                  <a:srgbClr val="142B36"/>
                </a:solidFill>
                <a:latin typeface="Arial"/>
                <a:ea typeface="Arial"/>
                <a:cs typeface="Arial"/>
              </a:defRPr>
            </a:lvl5pPr>
            <a:lvl6pPr algn="r">
              <a:defRPr sz="2475" b="1">
                <a:solidFill>
                  <a:srgbClr val="142B36"/>
                </a:solidFill>
                <a:latin typeface="Arial"/>
                <a:ea typeface="Arial"/>
                <a:cs typeface="Arial"/>
              </a:defRPr>
            </a:lvl6pPr>
            <a:lvl7pPr algn="r">
              <a:defRPr sz="2475" b="1">
                <a:solidFill>
                  <a:srgbClr val="142B36"/>
                </a:solidFill>
                <a:latin typeface="Arial"/>
                <a:ea typeface="Arial"/>
                <a:cs typeface="Arial"/>
              </a:defRPr>
            </a:lvl7pPr>
            <a:lvl8pPr algn="r">
              <a:defRPr sz="2475" b="1">
                <a:solidFill>
                  <a:srgbClr val="142B36"/>
                </a:solidFill>
                <a:latin typeface="Arial"/>
                <a:ea typeface="Arial"/>
                <a:cs typeface="Arial"/>
              </a:defRPr>
            </a:lvl8pPr>
            <a:lvl9pPr algn="r">
              <a:defRPr sz="2475" b="1">
                <a:solidFill>
                  <a:srgbClr val="142B36"/>
                </a:solidFill>
                <a:latin typeface="Arial"/>
                <a:ea typeface="Arial"/>
                <a:cs typeface="Arial"/>
              </a:defRPr>
            </a:lvl9pPr>
          </a:lstStyle>
          <a:p xmlns:a="http://schemas.openxmlformats.org/drawingml/2006/main">
            <a:pPr algn="r">
              <a:defRPr sz="2475" b="1">
                <a:solidFill>
                  <a:srgbClr val="142B36"/>
                </a:solidFill>
                <a:latin typeface="Arial"/>
                <a:ea typeface="Arial"/>
                <a:cs typeface="Arial"/>
              </a:defRPr>
            </a:pPr>
            <a:r>
              <a:rPr sz="2475" b="1">
                <a:solidFill>
                  <a:srgbClr val="142B36"/>
                </a:solidFill>
                <a:latin typeface="Arial"/>
                <a:ea typeface="Arial"/>
                <a:cs typeface="Arial"/>
              </a:rPr>
              <a:t>العكله</a:t>
            </a:r>
          </a:p>
        </p:txBody>
      </p:sp>
      <p:sp>
        <p:nvSpPr>
          <p:cNvPr id="32" name="">
            <a:extLst xmlns:a="http://schemas.openxmlformats.org/drawingml/2006/main">
              <a:ext uri="{FF2B5EF4-FFF2-40B4-BE49-F238E27FC236}">
                <a16:creationId xmlns:a16="http://schemas.microsoft.com/office/drawing/2014/main" id="{49DA3F39-1263-4E03-9FE8-EAF4F70753B3}"/>
              </a:ext>
            </a:extLst>
          </p:cNvPr>
          <p:cNvSpPr>
            <a:spLocks xmlns:a="http://schemas.openxmlformats.org/drawingml/2006/main" noGrp="1"/>
          </p:cNvSpPr>
          <p:nvPr/>
        </p:nvSpPr>
        <p:spPr>
          <a:xfrm xmlns:a="http://schemas.openxmlformats.org/drawingml/2006/main">
            <a:off x="13790098" y="6810375"/>
            <a:ext cx="602177"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إشراف</a:t>
            </a:r>
          </a:p>
        </p:txBody>
      </p:sp>
      <p:sp>
        <p:nvSpPr>
          <p:cNvPr id="33" name="">
            <a:extLst xmlns:a="http://schemas.openxmlformats.org/drawingml/2006/main">
              <a:ext uri="{FF2B5EF4-FFF2-40B4-BE49-F238E27FC236}">
                <a16:creationId xmlns:a16="http://schemas.microsoft.com/office/drawing/2014/main" id="{CDA431B9-0AA0-4AAD-85E8-92EA4DFA43F8}"/>
              </a:ext>
            </a:extLst>
          </p:cNvPr>
          <p:cNvSpPr>
            <a:spLocks xmlns:a="http://schemas.openxmlformats.org/drawingml/2006/main" noGrp="1"/>
          </p:cNvSpPr>
          <p:nvPr/>
        </p:nvSpPr>
        <p:spPr>
          <a:xfrm xmlns:a="http://schemas.openxmlformats.org/drawingml/2006/main">
            <a:off x="13091198" y="6810375"/>
            <a:ext cx="625748"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الدكتور</a:t>
            </a:r>
          </a:p>
        </p:txBody>
      </p:sp>
      <p:sp>
        <p:nvSpPr>
          <p:cNvPr id="34" name="">
            <a:extLst xmlns:a="http://schemas.openxmlformats.org/drawingml/2006/main">
              <a:ext uri="{FF2B5EF4-FFF2-40B4-BE49-F238E27FC236}">
                <a16:creationId xmlns:a16="http://schemas.microsoft.com/office/drawing/2014/main" id="{6FA8B629-51AF-42B5-A394-60135CF0EBAC}"/>
              </a:ext>
            </a:extLst>
          </p:cNvPr>
          <p:cNvSpPr>
            <a:spLocks xmlns:a="http://schemas.openxmlformats.org/drawingml/2006/main" noGrp="1"/>
          </p:cNvSpPr>
          <p:nvPr/>
        </p:nvSpPr>
        <p:spPr>
          <a:xfrm xmlns:a="http://schemas.openxmlformats.org/drawingml/2006/main">
            <a:off x="12556772" y="6810375"/>
            <a:ext cx="46127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كادان</a:t>
            </a:r>
          </a:p>
        </p:txBody>
      </p:sp>
      <p:sp>
        <p:nvSpPr>
          <p:cNvPr id="35" name="">
            <a:extLst xmlns:a="http://schemas.openxmlformats.org/drawingml/2006/main">
              <a:ext uri="{FF2B5EF4-FFF2-40B4-BE49-F238E27FC236}">
                <a16:creationId xmlns:a16="http://schemas.microsoft.com/office/drawing/2014/main" id="{DF7D7E35-A686-4E51-AA25-96E12E9ADA4B}"/>
              </a:ext>
            </a:extLst>
          </p:cNvPr>
          <p:cNvSpPr>
            <a:spLocks xmlns:a="http://schemas.openxmlformats.org/drawingml/2006/main" noGrp="1"/>
          </p:cNvSpPr>
          <p:nvPr/>
        </p:nvSpPr>
        <p:spPr>
          <a:xfrm xmlns:a="http://schemas.openxmlformats.org/drawingml/2006/main">
            <a:off x="12022606" y="6810375"/>
            <a:ext cx="46101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جمعة</a:t>
            </a:r>
          </a:p>
        </p:txBody>
      </p:sp>
      <p:sp>
        <p:nvSpPr>
          <p:cNvPr id="36" name="">
            <a:extLst xmlns:a="http://schemas.openxmlformats.org/drawingml/2006/main">
              <a:ext uri="{FF2B5EF4-FFF2-40B4-BE49-F238E27FC236}">
                <a16:creationId xmlns:a16="http://schemas.microsoft.com/office/drawing/2014/main" id="{FFD9BC28-7075-4A22-9B09-5BCD003E851B}"/>
              </a:ext>
            </a:extLst>
          </p:cNvPr>
          <p:cNvSpPr>
            <a:spLocks xmlns:a="http://schemas.openxmlformats.org/drawingml/2006/main" noGrp="1"/>
          </p:cNvSpPr>
          <p:nvPr/>
        </p:nvSpPr>
        <p:spPr>
          <a:xfrm xmlns:a="http://schemas.openxmlformats.org/drawingml/2006/main">
            <a:off x="13688002" y="7219950"/>
            <a:ext cx="70427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المهندس</a:t>
            </a:r>
          </a:p>
        </p:txBody>
      </p:sp>
      <p:sp>
        <p:nvSpPr>
          <p:cNvPr id="37" name="">
            <a:extLst xmlns:a="http://schemas.openxmlformats.org/drawingml/2006/main">
              <a:ext uri="{FF2B5EF4-FFF2-40B4-BE49-F238E27FC236}">
                <a16:creationId xmlns:a16="http://schemas.microsoft.com/office/drawing/2014/main" id="{7F73ACFD-EBB5-4E3C-AD8A-D8C7FF362205}"/>
              </a:ext>
            </a:extLst>
          </p:cNvPr>
          <p:cNvSpPr>
            <a:spLocks xmlns:a="http://schemas.openxmlformats.org/drawingml/2006/main" noGrp="1"/>
          </p:cNvSpPr>
          <p:nvPr/>
        </p:nvSpPr>
        <p:spPr>
          <a:xfrm xmlns:a="http://schemas.openxmlformats.org/drawingml/2006/main">
            <a:off x="12682553" y="7219950"/>
            <a:ext cx="932297"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عبدالرحمن</a:t>
            </a:r>
          </a:p>
        </p:txBody>
      </p:sp>
      <p:sp>
        <p:nvSpPr>
          <p:cNvPr id="38" name="">
            <a:extLst xmlns:a="http://schemas.openxmlformats.org/drawingml/2006/main">
              <a:ext uri="{FF2B5EF4-FFF2-40B4-BE49-F238E27FC236}">
                <a16:creationId xmlns:a16="http://schemas.microsoft.com/office/drawing/2014/main" id="{F9C4B718-DCB1-47E7-B158-67E85D50CA9F}"/>
              </a:ext>
            </a:extLst>
          </p:cNvPr>
          <p:cNvSpPr>
            <a:spLocks xmlns:a="http://schemas.openxmlformats.org/drawingml/2006/main" noGrp="1"/>
          </p:cNvSpPr>
          <p:nvPr/>
        </p:nvSpPr>
        <p:spPr>
          <a:xfrm xmlns:a="http://schemas.openxmlformats.org/drawingml/2006/main">
            <a:off x="12143699" y="7219950"/>
            <a:ext cx="465702"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عرار</a:t>
            </a:r>
          </a:p>
        </p:txBody>
      </p:sp>
      <p:sp>
        <p:nvSpPr>
          <p:cNvPr id="39" name="">
            <a:extLst xmlns:a="http://schemas.openxmlformats.org/drawingml/2006/main">
              <a:ext uri="{FF2B5EF4-FFF2-40B4-BE49-F238E27FC236}">
                <a16:creationId xmlns:a16="http://schemas.microsoft.com/office/drawing/2014/main" id="{DB585E36-66DB-45B9-8A57-FE998B470B99}"/>
              </a:ext>
            </a:extLst>
          </p:cNvPr>
          <p:cNvSpPr>
            <a:spLocks xmlns:a="http://schemas.openxmlformats.org/drawingml/2006/main" noGrp="1"/>
          </p:cNvSpPr>
          <p:nvPr/>
        </p:nvSpPr>
        <p:spPr>
          <a:xfrm xmlns:a="http://schemas.openxmlformats.org/drawingml/2006/main">
            <a:off x="5727134" y="628650"/>
            <a:ext cx="664141"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167D8D"/>
                </a:solidFill>
                <a:latin typeface="Arial"/>
                <a:ea typeface="Arial"/>
                <a:cs typeface="Arial"/>
              </a:defRPr>
            </a:defPPr>
            <a:lvl1pPr algn="r">
              <a:defRPr sz="2025" b="0">
                <a:solidFill>
                  <a:srgbClr val="167D8D"/>
                </a:solidFill>
                <a:latin typeface="Arial"/>
                <a:ea typeface="Arial"/>
                <a:cs typeface="Arial"/>
              </a:defRPr>
            </a:lvl1pPr>
            <a:lvl2pPr algn="r">
              <a:defRPr sz="2025" b="0">
                <a:solidFill>
                  <a:srgbClr val="167D8D"/>
                </a:solidFill>
                <a:latin typeface="Arial"/>
                <a:ea typeface="Arial"/>
                <a:cs typeface="Arial"/>
              </a:defRPr>
            </a:lvl2pPr>
            <a:lvl3pPr algn="r">
              <a:defRPr sz="2025" b="0">
                <a:solidFill>
                  <a:srgbClr val="167D8D"/>
                </a:solidFill>
                <a:latin typeface="Arial"/>
                <a:ea typeface="Arial"/>
                <a:cs typeface="Arial"/>
              </a:defRPr>
            </a:lvl3pPr>
            <a:lvl4pPr algn="r">
              <a:defRPr sz="2025" b="0">
                <a:solidFill>
                  <a:srgbClr val="167D8D"/>
                </a:solidFill>
                <a:latin typeface="Arial"/>
                <a:ea typeface="Arial"/>
                <a:cs typeface="Arial"/>
              </a:defRPr>
            </a:lvl4pPr>
            <a:lvl5pPr algn="r">
              <a:defRPr sz="2025" b="0">
                <a:solidFill>
                  <a:srgbClr val="167D8D"/>
                </a:solidFill>
                <a:latin typeface="Arial"/>
                <a:ea typeface="Arial"/>
                <a:cs typeface="Arial"/>
              </a:defRPr>
            </a:lvl5pPr>
            <a:lvl6pPr algn="r">
              <a:defRPr sz="2025" b="0">
                <a:solidFill>
                  <a:srgbClr val="167D8D"/>
                </a:solidFill>
                <a:latin typeface="Arial"/>
                <a:ea typeface="Arial"/>
                <a:cs typeface="Arial"/>
              </a:defRPr>
            </a:lvl6pPr>
            <a:lvl7pPr algn="r">
              <a:defRPr sz="2025" b="0">
                <a:solidFill>
                  <a:srgbClr val="167D8D"/>
                </a:solidFill>
                <a:latin typeface="Arial"/>
                <a:ea typeface="Arial"/>
                <a:cs typeface="Arial"/>
              </a:defRPr>
            </a:lvl7pPr>
            <a:lvl8pPr algn="r">
              <a:defRPr sz="2025" b="0">
                <a:solidFill>
                  <a:srgbClr val="167D8D"/>
                </a:solidFill>
                <a:latin typeface="Arial"/>
                <a:ea typeface="Arial"/>
                <a:cs typeface="Arial"/>
              </a:defRPr>
            </a:lvl8pPr>
            <a:lvl9pPr algn="r">
              <a:defRPr sz="2025" b="0">
                <a:solidFill>
                  <a:srgbClr val="167D8D"/>
                </a:solidFill>
                <a:latin typeface="Arial"/>
                <a:ea typeface="Arial"/>
                <a:cs typeface="Arial"/>
              </a:defRPr>
            </a:lvl9pPr>
          </a:lstStyle>
          <a:p xmlns:a="http://schemas.openxmlformats.org/drawingml/2006/main">
            <a:pPr algn="r">
              <a:defRPr sz="2025" b="0">
                <a:solidFill>
                  <a:srgbClr val="167D8D"/>
                </a:solidFill>
                <a:latin typeface="Arial"/>
                <a:ea typeface="Arial"/>
                <a:cs typeface="Arial"/>
              </a:defRPr>
            </a:pPr>
            <a:r>
              <a:rPr sz="2025" b="0">
                <a:solidFill>
                  <a:srgbClr val="167D8D"/>
                </a:solidFill>
                <a:latin typeface="Arial"/>
                <a:ea typeface="Arial"/>
                <a:cs typeface="Arial"/>
              </a:rPr>
              <a:t>السمينار</a:t>
            </a:r>
          </a:p>
        </p:txBody>
      </p:sp>
      <p:sp>
        <p:nvSpPr>
          <p:cNvPr id="40" name="">
            <a:extLst xmlns:a="http://schemas.openxmlformats.org/drawingml/2006/main">
              <a:ext uri="{FF2B5EF4-FFF2-40B4-BE49-F238E27FC236}">
                <a16:creationId xmlns:a16="http://schemas.microsoft.com/office/drawing/2014/main" id="{5883B5DE-FB56-47BB-860B-E069C22012F8}"/>
              </a:ext>
            </a:extLst>
          </p:cNvPr>
          <p:cNvSpPr>
            <a:spLocks xmlns:a="http://schemas.openxmlformats.org/drawingml/2006/main" noGrp="1"/>
          </p:cNvSpPr>
          <p:nvPr/>
        </p:nvSpPr>
        <p:spPr>
          <a:xfrm xmlns:a="http://schemas.openxmlformats.org/drawingml/2006/main">
            <a:off x="5212925" y="628650"/>
            <a:ext cx="444010"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167D8D"/>
                </a:solidFill>
                <a:latin typeface="Arial"/>
                <a:ea typeface="Arial"/>
                <a:cs typeface="Arial"/>
              </a:defRPr>
            </a:defPPr>
            <a:lvl1pPr algn="r">
              <a:defRPr sz="2025" b="0">
                <a:solidFill>
                  <a:srgbClr val="167D8D"/>
                </a:solidFill>
                <a:latin typeface="Arial"/>
                <a:ea typeface="Arial"/>
                <a:cs typeface="Arial"/>
              </a:defRPr>
            </a:lvl1pPr>
            <a:lvl2pPr algn="r">
              <a:defRPr sz="2025" b="0">
                <a:solidFill>
                  <a:srgbClr val="167D8D"/>
                </a:solidFill>
                <a:latin typeface="Arial"/>
                <a:ea typeface="Arial"/>
                <a:cs typeface="Arial"/>
              </a:defRPr>
            </a:lvl2pPr>
            <a:lvl3pPr algn="r">
              <a:defRPr sz="2025" b="0">
                <a:solidFill>
                  <a:srgbClr val="167D8D"/>
                </a:solidFill>
                <a:latin typeface="Arial"/>
                <a:ea typeface="Arial"/>
                <a:cs typeface="Arial"/>
              </a:defRPr>
            </a:lvl3pPr>
            <a:lvl4pPr algn="r">
              <a:defRPr sz="2025" b="0">
                <a:solidFill>
                  <a:srgbClr val="167D8D"/>
                </a:solidFill>
                <a:latin typeface="Arial"/>
                <a:ea typeface="Arial"/>
                <a:cs typeface="Arial"/>
              </a:defRPr>
            </a:lvl4pPr>
            <a:lvl5pPr algn="r">
              <a:defRPr sz="2025" b="0">
                <a:solidFill>
                  <a:srgbClr val="167D8D"/>
                </a:solidFill>
                <a:latin typeface="Arial"/>
                <a:ea typeface="Arial"/>
                <a:cs typeface="Arial"/>
              </a:defRPr>
            </a:lvl5pPr>
            <a:lvl6pPr algn="r">
              <a:defRPr sz="2025" b="0">
                <a:solidFill>
                  <a:srgbClr val="167D8D"/>
                </a:solidFill>
                <a:latin typeface="Arial"/>
                <a:ea typeface="Arial"/>
                <a:cs typeface="Arial"/>
              </a:defRPr>
            </a:lvl6pPr>
            <a:lvl7pPr algn="r">
              <a:defRPr sz="2025" b="0">
                <a:solidFill>
                  <a:srgbClr val="167D8D"/>
                </a:solidFill>
                <a:latin typeface="Arial"/>
                <a:ea typeface="Arial"/>
                <a:cs typeface="Arial"/>
              </a:defRPr>
            </a:lvl7pPr>
            <a:lvl8pPr algn="r">
              <a:defRPr sz="2025" b="0">
                <a:solidFill>
                  <a:srgbClr val="167D8D"/>
                </a:solidFill>
                <a:latin typeface="Arial"/>
                <a:ea typeface="Arial"/>
                <a:cs typeface="Arial"/>
              </a:defRPr>
            </a:lvl8pPr>
            <a:lvl9pPr algn="r">
              <a:defRPr sz="2025" b="0">
                <a:solidFill>
                  <a:srgbClr val="167D8D"/>
                </a:solidFill>
                <a:latin typeface="Arial"/>
                <a:ea typeface="Arial"/>
                <a:cs typeface="Arial"/>
              </a:defRPr>
            </a:lvl9pPr>
          </a:lstStyle>
          <a:p xmlns:a="http://schemas.openxmlformats.org/drawingml/2006/main">
            <a:pPr algn="r">
              <a:defRPr sz="2025" b="0">
                <a:solidFill>
                  <a:srgbClr val="167D8D"/>
                </a:solidFill>
                <a:latin typeface="Arial"/>
                <a:ea typeface="Arial"/>
                <a:cs typeface="Arial"/>
              </a:defRPr>
            </a:pPr>
            <a:r>
              <a:rPr sz="2025" b="0">
                <a:solidFill>
                  <a:srgbClr val="167D8D"/>
                </a:solidFill>
                <a:latin typeface="Arial"/>
                <a:ea typeface="Arial"/>
                <a:cs typeface="Arial"/>
              </a:rPr>
              <a:t>الأول</a:t>
            </a:r>
          </a:p>
        </p:txBody>
      </p:sp>
      <p:sp>
        <p:nvSpPr>
          <p:cNvPr id="41" name="">
            <a:extLst xmlns:a="http://schemas.openxmlformats.org/drawingml/2006/main">
              <a:ext uri="{FF2B5EF4-FFF2-40B4-BE49-F238E27FC236}">
                <a16:creationId xmlns:a16="http://schemas.microsoft.com/office/drawing/2014/main" id="{566F7DDC-C540-4DB2-861B-32100FA9B64A}"/>
              </a:ext>
            </a:extLst>
          </p:cNvPr>
          <p:cNvSpPr>
            <a:spLocks xmlns:a="http://schemas.openxmlformats.org/drawingml/2006/main" noGrp="1"/>
          </p:cNvSpPr>
          <p:nvPr/>
        </p:nvSpPr>
        <p:spPr>
          <a:xfrm xmlns:a="http://schemas.openxmlformats.org/drawingml/2006/main">
            <a:off x="762000" y="790575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5A6A70"/>
                </a:solidFill>
                <a:latin typeface="Arial"/>
                <a:ea typeface="Arial"/>
                <a:cs typeface="Arial"/>
              </a:defRPr>
            </a:defPPr>
            <a:lvl1pPr algn="l">
              <a:defRPr sz="1725" b="0">
                <a:solidFill>
                  <a:srgbClr val="5A6A70"/>
                </a:solidFill>
                <a:latin typeface="Arial"/>
                <a:ea typeface="Arial"/>
                <a:cs typeface="Arial"/>
              </a:defRPr>
            </a:lvl1pPr>
            <a:lvl2pPr algn="l">
              <a:defRPr sz="1725" b="0">
                <a:solidFill>
                  <a:srgbClr val="5A6A70"/>
                </a:solidFill>
                <a:latin typeface="Arial"/>
                <a:ea typeface="Arial"/>
                <a:cs typeface="Arial"/>
              </a:defRPr>
            </a:lvl2pPr>
            <a:lvl3pPr algn="l">
              <a:defRPr sz="1725" b="0">
                <a:solidFill>
                  <a:srgbClr val="5A6A70"/>
                </a:solidFill>
                <a:latin typeface="Arial"/>
                <a:ea typeface="Arial"/>
                <a:cs typeface="Arial"/>
              </a:defRPr>
            </a:lvl3pPr>
            <a:lvl4pPr algn="l">
              <a:defRPr sz="1725" b="0">
                <a:solidFill>
                  <a:srgbClr val="5A6A70"/>
                </a:solidFill>
                <a:latin typeface="Arial"/>
                <a:ea typeface="Arial"/>
                <a:cs typeface="Arial"/>
              </a:defRPr>
            </a:lvl4pPr>
            <a:lvl5pPr algn="l">
              <a:defRPr sz="1725" b="0">
                <a:solidFill>
                  <a:srgbClr val="5A6A70"/>
                </a:solidFill>
                <a:latin typeface="Arial"/>
                <a:ea typeface="Arial"/>
                <a:cs typeface="Arial"/>
              </a:defRPr>
            </a:lvl5pPr>
            <a:lvl6pPr algn="l">
              <a:defRPr sz="1725" b="0">
                <a:solidFill>
                  <a:srgbClr val="5A6A70"/>
                </a:solidFill>
                <a:latin typeface="Arial"/>
                <a:ea typeface="Arial"/>
                <a:cs typeface="Arial"/>
              </a:defRPr>
            </a:lvl6pPr>
            <a:lvl7pPr algn="l">
              <a:defRPr sz="1725" b="0">
                <a:solidFill>
                  <a:srgbClr val="5A6A70"/>
                </a:solidFill>
                <a:latin typeface="Arial"/>
                <a:ea typeface="Arial"/>
                <a:cs typeface="Arial"/>
              </a:defRPr>
            </a:lvl7pPr>
            <a:lvl8pPr algn="l">
              <a:defRPr sz="1725" b="0">
                <a:solidFill>
                  <a:srgbClr val="5A6A70"/>
                </a:solidFill>
                <a:latin typeface="Arial"/>
                <a:ea typeface="Arial"/>
                <a:cs typeface="Arial"/>
              </a:defRPr>
            </a:lvl8pPr>
            <a:lvl9pPr algn="l">
              <a:defRPr sz="1725" b="0">
                <a:solidFill>
                  <a:srgbClr val="5A6A70"/>
                </a:solidFill>
                <a:latin typeface="Arial"/>
                <a:ea typeface="Arial"/>
                <a:cs typeface="Arial"/>
              </a:defRPr>
            </a:lvl9pPr>
          </a:lstStyle>
          <a:p xmlns:a="http://schemas.openxmlformats.org/drawingml/2006/main">
            <a:pPr algn="l">
              <a:defRPr sz="1725" b="0">
                <a:solidFill>
                  <a:srgbClr val="5A6A70"/>
                </a:solidFill>
                <a:latin typeface="Arial"/>
                <a:ea typeface="Arial"/>
                <a:cs typeface="Arial"/>
              </a:defRPr>
            </a:pPr>
            <a:r>
              <a:rPr sz="1725" b="0">
                <a:solidFill>
                  <a:srgbClr val="5A6A70"/>
                </a:solidFill>
                <a:latin typeface="Arial"/>
                <a:ea typeface="Arial"/>
                <a:cs typeface="Arial"/>
              </a:rPr>
              <a:t>2026–2027</a:t>
            </a:r>
          </a:p>
        </p:txBody>
      </p:sp>
    </p:spTree>
    <p:extLst>
      <p:ext uri="{BB962C8B-B14F-4D97-AF65-F5344CB8AC3E}">
        <p14:creationId xmlns:p14="http://schemas.microsoft.com/office/powerpoint/2010/main" val="1754967676"/>
      </p:ext>
    </p:extLst>
  </p:cSld>
</p:sld>
</file>

<file path=ppt/slides/slide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5DBBD4-3010-40C6-B183-5A750B69E2EF}"/>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ECE54C64-9C8C-4908-9507-75CFA0E4A794}"/>
              </a:ext>
            </a:extLst>
          </p:cNvPr>
          <p:cNvSpPr>
            <a:spLocks xmlns:a="http://schemas.openxmlformats.org/drawingml/2006/main" noGrp="1"/>
          </p:cNvSpPr>
          <p:nvPr/>
        </p:nvSpPr>
        <p:spPr>
          <a:xfrm xmlns:a="http://schemas.openxmlformats.org/drawingml/2006/main">
            <a:off x="13104912" y="1190625"/>
            <a:ext cx="128736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المشكلة</a:t>
            </a:r>
          </a:p>
        </p:txBody>
      </p:sp>
      <p:sp>
        <p:nvSpPr>
          <p:cNvPr id="4" name="">
            <a:extLst xmlns:a="http://schemas.openxmlformats.org/drawingml/2006/main">
              <a:ext uri="{FF2B5EF4-FFF2-40B4-BE49-F238E27FC236}">
                <a16:creationId xmlns:a16="http://schemas.microsoft.com/office/drawing/2014/main" id="{6341CFF2-DF6E-45C6-AF62-17DAE0EDA161}"/>
              </a:ext>
            </a:extLst>
          </p:cNvPr>
          <p:cNvSpPr>
            <a:spLocks xmlns:a="http://schemas.openxmlformats.org/drawingml/2006/main" noGrp="1"/>
          </p:cNvSpPr>
          <p:nvPr/>
        </p:nvSpPr>
        <p:spPr>
          <a:xfrm xmlns:a="http://schemas.openxmlformats.org/drawingml/2006/main">
            <a:off x="11906215" y="1190625"/>
            <a:ext cx="104877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وهدف</a:t>
            </a:r>
          </a:p>
        </p:txBody>
      </p:sp>
      <p:sp>
        <p:nvSpPr>
          <p:cNvPr id="5" name="">
            <a:extLst xmlns:a="http://schemas.openxmlformats.org/drawingml/2006/main">
              <a:ext uri="{FF2B5EF4-FFF2-40B4-BE49-F238E27FC236}">
                <a16:creationId xmlns:a16="http://schemas.microsoft.com/office/drawing/2014/main" id="{45398F3F-434E-47B7-A9B3-AEFF14BCA654}"/>
              </a:ext>
            </a:extLst>
          </p:cNvPr>
          <p:cNvSpPr>
            <a:spLocks xmlns:a="http://schemas.openxmlformats.org/drawingml/2006/main" noGrp="1"/>
          </p:cNvSpPr>
          <p:nvPr/>
        </p:nvSpPr>
        <p:spPr>
          <a:xfrm xmlns:a="http://schemas.openxmlformats.org/drawingml/2006/main">
            <a:off x="10255453" y="1190625"/>
            <a:ext cx="1500839"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المشروع</a:t>
            </a:r>
          </a:p>
        </p:txBody>
      </p:sp>
      <p:sp>
        <p:nvSpPr>
          <p:cNvPr id="6" name="">
            <a:extLst xmlns:a="http://schemas.openxmlformats.org/drawingml/2006/main">
              <a:ext uri="{FF2B5EF4-FFF2-40B4-BE49-F238E27FC236}">
                <a16:creationId xmlns:a16="http://schemas.microsoft.com/office/drawing/2014/main" id="{49AED218-8518-4305-B76A-8C51F8812535}"/>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02 / 21</a:t>
            </a:r>
          </a:p>
        </p:txBody>
      </p:sp>
      <p:pic>
        <p:nvPicPr>
          <p:cNvPr id="7" name="">
            <a:extLst xmlns:a="http://schemas.openxmlformats.org/drawingml/2006/main">
              <a:ext uri="{FF2B5EF4-FFF2-40B4-BE49-F238E27FC236}">
                <a16:creationId xmlns:a16="http://schemas.microsoft.com/office/drawing/2014/main" id="{7BE54FFB-E5ED-4989-80AC-619E3E44EF8E}"/>
              </a:ext>
            </a:extLst>
          </p:cNvPr>
          <p:cNvPicPr>
            <a:picLocks xmlns:a="http://schemas.openxmlformats.org/drawingml/2006/main" noChangeAspect="1"/>
          </p:cNvPicPr>
          <p:nvPr/>
        </p:nvPicPr>
        <p:blipFill>
          <a:blip xmlns:r="http://schemas.openxmlformats.org/officeDocument/2006/relationships" xmlns:a="http://schemas.openxmlformats.org/drawingml/2006/main" r:embed="R7188166e60284ad6"/>
          <a:stretch xmlns:a="http://schemas.openxmlformats.org/drawingml/2006/main"/>
        </p:blipFill>
        <p:spPr>
          <a:xfrm xmlns:a="http://schemas.openxmlformats.org/drawingml/2006/main">
            <a:off x="619125" y="2571750"/>
            <a:ext cx="4572000" cy="4572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6F10A77-43CC-4294-BA5E-D780362F88E2}"/>
              </a:ext>
            </a:extLst>
          </p:cNvPr>
          <p:cNvSpPr>
            <a:spLocks xmlns:a="http://schemas.openxmlformats.org/drawingml/2006/main" noGrp="1"/>
          </p:cNvSpPr>
          <p:nvPr/>
        </p:nvSpPr>
        <p:spPr>
          <a:xfrm xmlns:a="http://schemas.openxmlformats.org/drawingml/2006/main">
            <a:off x="3708336" y="7239000"/>
            <a:ext cx="61674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الاستثناء</a:t>
            </a:r>
          </a:p>
        </p:txBody>
      </p:sp>
      <p:sp>
        <p:nvSpPr>
          <p:cNvPr id="9" name="">
            <a:extLst xmlns:a="http://schemas.openxmlformats.org/drawingml/2006/main">
              <a:ext uri="{FF2B5EF4-FFF2-40B4-BE49-F238E27FC236}">
                <a16:creationId xmlns:a16="http://schemas.microsoft.com/office/drawing/2014/main" id="{30FAD161-817F-4067-84D7-195123B8C0B5}"/>
              </a:ext>
            </a:extLst>
          </p:cNvPr>
          <p:cNvSpPr>
            <a:spLocks xmlns:a="http://schemas.openxmlformats.org/drawingml/2006/main" noGrp="1"/>
          </p:cNvSpPr>
          <p:nvPr/>
        </p:nvSpPr>
        <p:spPr>
          <a:xfrm xmlns:a="http://schemas.openxmlformats.org/drawingml/2006/main">
            <a:off x="3345580" y="7239000"/>
            <a:ext cx="30141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يفتح</a:t>
            </a:r>
          </a:p>
        </p:txBody>
      </p:sp>
      <p:sp>
        <p:nvSpPr>
          <p:cNvPr id="10" name="">
            <a:extLst xmlns:a="http://schemas.openxmlformats.org/drawingml/2006/main">
              <a:ext uri="{FF2B5EF4-FFF2-40B4-BE49-F238E27FC236}">
                <a16:creationId xmlns:a16="http://schemas.microsoft.com/office/drawing/2014/main" id="{DC4B4C71-41D4-4457-9B98-E8097EC79101}"/>
              </a:ext>
            </a:extLst>
          </p:cNvPr>
          <p:cNvSpPr>
            <a:spLocks xmlns:a="http://schemas.openxmlformats.org/drawingml/2006/main" noGrp="1"/>
          </p:cNvSpPr>
          <p:nvPr/>
        </p:nvSpPr>
        <p:spPr>
          <a:xfrm xmlns:a="http://schemas.openxmlformats.org/drawingml/2006/main">
            <a:off x="2851782" y="7239000"/>
            <a:ext cx="43245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مسارًا</a:t>
            </a:r>
          </a:p>
        </p:txBody>
      </p:sp>
      <p:sp>
        <p:nvSpPr>
          <p:cNvPr id="11" name="">
            <a:extLst xmlns:a="http://schemas.openxmlformats.org/drawingml/2006/main">
              <a:ext uri="{FF2B5EF4-FFF2-40B4-BE49-F238E27FC236}">
                <a16:creationId xmlns:a16="http://schemas.microsoft.com/office/drawing/2014/main" id="{AC73DD3F-AB97-4969-A072-5CABAAAA3683}"/>
              </a:ext>
            </a:extLst>
          </p:cNvPr>
          <p:cNvSpPr>
            <a:spLocks xmlns:a="http://schemas.openxmlformats.org/drawingml/2006/main" noGrp="1"/>
          </p:cNvSpPr>
          <p:nvPr/>
        </p:nvSpPr>
        <p:spPr>
          <a:xfrm xmlns:a="http://schemas.openxmlformats.org/drawingml/2006/main">
            <a:off x="2445271" y="7239000"/>
            <a:ext cx="34517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حول</a:t>
            </a:r>
          </a:p>
        </p:txBody>
      </p:sp>
      <p:sp>
        <p:nvSpPr>
          <p:cNvPr id="12" name="">
            <a:extLst xmlns:a="http://schemas.openxmlformats.org/drawingml/2006/main">
              <a:ext uri="{FF2B5EF4-FFF2-40B4-BE49-F238E27FC236}">
                <a16:creationId xmlns:a16="http://schemas.microsoft.com/office/drawing/2014/main" id="{D74D6AA9-6260-476B-A8C1-3C5E62EE00EC}"/>
              </a:ext>
            </a:extLst>
          </p:cNvPr>
          <p:cNvSpPr>
            <a:spLocks xmlns:a="http://schemas.openxmlformats.org/drawingml/2006/main" noGrp="1"/>
          </p:cNvSpPr>
          <p:nvPr/>
        </p:nvSpPr>
        <p:spPr>
          <a:xfrm xmlns:a="http://schemas.openxmlformats.org/drawingml/2006/main">
            <a:off x="2129844" y="7239000"/>
            <a:ext cx="25408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هذه</a:t>
            </a:r>
          </a:p>
        </p:txBody>
      </p:sp>
      <p:sp>
        <p:nvSpPr>
          <p:cNvPr id="13" name="">
            <a:extLst xmlns:a="http://schemas.openxmlformats.org/drawingml/2006/main">
              <a:ext uri="{FF2B5EF4-FFF2-40B4-BE49-F238E27FC236}">
                <a16:creationId xmlns:a16="http://schemas.microsoft.com/office/drawing/2014/main" id="{097851E1-9E98-4304-A560-7B2882AF07A6}"/>
              </a:ext>
            </a:extLst>
          </p:cNvPr>
          <p:cNvSpPr>
            <a:spLocks xmlns:a="http://schemas.openxmlformats.org/drawingml/2006/main" noGrp="1"/>
          </p:cNvSpPr>
          <p:nvPr/>
        </p:nvSpPr>
        <p:spPr>
          <a:xfrm xmlns:a="http://schemas.openxmlformats.org/drawingml/2006/main">
            <a:off x="1589946" y="7239000"/>
            <a:ext cx="47855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القاعدة</a:t>
            </a:r>
          </a:p>
        </p:txBody>
      </p:sp>
      <p:sp>
        <p:nvSpPr>
          <p:cNvPr id="14" name="">
            <a:extLst xmlns:a="http://schemas.openxmlformats.org/drawingml/2006/main">
              <a:ext uri="{FF2B5EF4-FFF2-40B4-BE49-F238E27FC236}">
                <a16:creationId xmlns:a16="http://schemas.microsoft.com/office/drawing/2014/main" id="{B13115CB-62A2-4E6F-87BD-A557D741F3C3}"/>
              </a:ext>
            </a:extLst>
          </p:cNvPr>
          <p:cNvSpPr>
            <a:spLocks xmlns:a="http://schemas.openxmlformats.org/drawingml/2006/main" noGrp="1"/>
          </p:cNvSpPr>
          <p:nvPr/>
        </p:nvSpPr>
        <p:spPr>
          <a:xfrm xmlns:a="http://schemas.openxmlformats.org/drawingml/2006/main">
            <a:off x="13925848" y="2381250"/>
            <a:ext cx="46642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تقييم</a:t>
            </a:r>
          </a:p>
        </p:txBody>
      </p:sp>
      <p:sp>
        <p:nvSpPr>
          <p:cNvPr id="15" name="">
            <a:extLst xmlns:a="http://schemas.openxmlformats.org/drawingml/2006/main">
              <a:ext uri="{FF2B5EF4-FFF2-40B4-BE49-F238E27FC236}">
                <a16:creationId xmlns:a16="http://schemas.microsoft.com/office/drawing/2014/main" id="{96C556E1-D50E-4106-8009-B37486918642}"/>
              </a:ext>
            </a:extLst>
          </p:cNvPr>
          <p:cNvSpPr>
            <a:spLocks xmlns:a="http://schemas.openxmlformats.org/drawingml/2006/main" noGrp="1"/>
          </p:cNvSpPr>
          <p:nvPr/>
        </p:nvSpPr>
        <p:spPr>
          <a:xfrm xmlns:a="http://schemas.openxmlformats.org/drawingml/2006/main">
            <a:off x="13633418" y="2381250"/>
            <a:ext cx="20746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ما</a:t>
            </a:r>
          </a:p>
        </p:txBody>
      </p:sp>
      <p:sp>
        <p:nvSpPr>
          <p:cNvPr id="16" name="">
            <a:extLst xmlns:a="http://schemas.openxmlformats.org/drawingml/2006/main">
              <a:ext uri="{FF2B5EF4-FFF2-40B4-BE49-F238E27FC236}">
                <a16:creationId xmlns:a16="http://schemas.microsoft.com/office/drawing/2014/main" id="{92E57C9B-FA09-4193-B8A8-BFD9A8E7560F}"/>
              </a:ext>
            </a:extLst>
          </p:cNvPr>
          <p:cNvSpPr>
            <a:spLocks xmlns:a="http://schemas.openxmlformats.org/drawingml/2006/main" noGrp="1"/>
          </p:cNvSpPr>
          <p:nvPr/>
        </p:nvSpPr>
        <p:spPr>
          <a:xfrm xmlns:a="http://schemas.openxmlformats.org/drawingml/2006/main">
            <a:off x="12802827" y="2381250"/>
            <a:ext cx="74562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يستطيع</a:t>
            </a:r>
          </a:p>
        </p:txBody>
      </p:sp>
      <p:sp>
        <p:nvSpPr>
          <p:cNvPr id="17" name="">
            <a:extLst xmlns:a="http://schemas.openxmlformats.org/drawingml/2006/main">
              <a:ext uri="{FF2B5EF4-FFF2-40B4-BE49-F238E27FC236}">
                <a16:creationId xmlns:a16="http://schemas.microsoft.com/office/drawing/2014/main" id="{E8CB2E4F-7C1C-431C-9285-0633C9E7FE3A}"/>
              </a:ext>
            </a:extLst>
          </p:cNvPr>
          <p:cNvSpPr>
            <a:spLocks xmlns:a="http://schemas.openxmlformats.org/drawingml/2006/main" noGrp="1"/>
          </p:cNvSpPr>
          <p:nvPr/>
        </p:nvSpPr>
        <p:spPr>
          <a:xfrm xmlns:a="http://schemas.openxmlformats.org/drawingml/2006/main">
            <a:off x="12460986" y="2381250"/>
            <a:ext cx="25687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كل</a:t>
            </a:r>
          </a:p>
        </p:txBody>
      </p:sp>
      <p:sp>
        <p:nvSpPr>
          <p:cNvPr id="18" name="">
            <a:extLst xmlns:a="http://schemas.openxmlformats.org/drawingml/2006/main">
              <a:ext uri="{FF2B5EF4-FFF2-40B4-BE49-F238E27FC236}">
                <a16:creationId xmlns:a16="http://schemas.microsoft.com/office/drawing/2014/main" id="{C256E059-6CF5-4A7C-AEAC-844BCE3BE68F}"/>
              </a:ext>
            </a:extLst>
          </p:cNvPr>
          <p:cNvSpPr>
            <a:spLocks xmlns:a="http://schemas.openxmlformats.org/drawingml/2006/main" noGrp="1"/>
          </p:cNvSpPr>
          <p:nvPr/>
        </p:nvSpPr>
        <p:spPr>
          <a:xfrm xmlns:a="http://schemas.openxmlformats.org/drawingml/2006/main">
            <a:off x="11844112" y="2381250"/>
            <a:ext cx="53191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طرف</a:t>
            </a:r>
          </a:p>
        </p:txBody>
      </p:sp>
      <p:sp>
        <p:nvSpPr>
          <p:cNvPr id="19" name="">
            <a:extLst xmlns:a="http://schemas.openxmlformats.org/drawingml/2006/main">
              <a:ext uri="{FF2B5EF4-FFF2-40B4-BE49-F238E27FC236}">
                <a16:creationId xmlns:a16="http://schemas.microsoft.com/office/drawing/2014/main" id="{14DCAB6F-A431-4CAF-962B-15CF96BAD3F1}"/>
              </a:ext>
            </a:extLst>
          </p:cNvPr>
          <p:cNvSpPr>
            <a:spLocks xmlns:a="http://schemas.openxmlformats.org/drawingml/2006/main" noGrp="1"/>
          </p:cNvSpPr>
          <p:nvPr/>
        </p:nvSpPr>
        <p:spPr>
          <a:xfrm xmlns:a="http://schemas.openxmlformats.org/drawingml/2006/main">
            <a:off x="11193602" y="2381250"/>
            <a:ext cx="56554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تنفيذه</a:t>
            </a:r>
          </a:p>
        </p:txBody>
      </p:sp>
      <p:sp>
        <p:nvSpPr>
          <p:cNvPr id="20" name="">
            <a:extLst xmlns:a="http://schemas.openxmlformats.org/drawingml/2006/main">
              <a:ext uri="{FF2B5EF4-FFF2-40B4-BE49-F238E27FC236}">
                <a16:creationId xmlns:a16="http://schemas.microsoft.com/office/drawing/2014/main" id="{9E2DDF75-957F-4AED-8038-6E9F72E744E2}"/>
              </a:ext>
            </a:extLst>
          </p:cNvPr>
          <p:cNvSpPr>
            <a:spLocks xmlns:a="http://schemas.openxmlformats.org/drawingml/2006/main" noGrp="1"/>
          </p:cNvSpPr>
          <p:nvPr/>
        </p:nvSpPr>
        <p:spPr>
          <a:xfrm xmlns:a="http://schemas.openxmlformats.org/drawingml/2006/main">
            <a:off x="10906530" y="2381250"/>
            <a:ext cx="20210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ثم</a:t>
            </a:r>
          </a:p>
        </p:txBody>
      </p:sp>
      <p:sp>
        <p:nvSpPr>
          <p:cNvPr id="21" name="">
            <a:extLst xmlns:a="http://schemas.openxmlformats.org/drawingml/2006/main">
              <a:ext uri="{FF2B5EF4-FFF2-40B4-BE49-F238E27FC236}">
                <a16:creationId xmlns:a16="http://schemas.microsoft.com/office/drawing/2014/main" id="{7692CECD-35C8-45BA-8609-8D4EFDC0C3CA}"/>
              </a:ext>
            </a:extLst>
          </p:cNvPr>
          <p:cNvSpPr>
            <a:spLocks xmlns:a="http://schemas.openxmlformats.org/drawingml/2006/main" noGrp="1"/>
          </p:cNvSpPr>
          <p:nvPr/>
        </p:nvSpPr>
        <p:spPr>
          <a:xfrm xmlns:a="http://schemas.openxmlformats.org/drawingml/2006/main">
            <a:off x="10169998" y="2381250"/>
            <a:ext cx="65156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إصلاح</a:t>
            </a:r>
          </a:p>
        </p:txBody>
      </p:sp>
      <p:sp>
        <p:nvSpPr>
          <p:cNvPr id="22" name="">
            <a:extLst xmlns:a="http://schemas.openxmlformats.org/drawingml/2006/main">
              <a:ext uri="{FF2B5EF4-FFF2-40B4-BE49-F238E27FC236}">
                <a16:creationId xmlns:a16="http://schemas.microsoft.com/office/drawing/2014/main" id="{AC3BFF79-F98C-48FD-8B0C-6A0019DB2794}"/>
              </a:ext>
            </a:extLst>
          </p:cNvPr>
          <p:cNvSpPr>
            <a:spLocks xmlns:a="http://schemas.openxmlformats.org/drawingml/2006/main" noGrp="1"/>
          </p:cNvSpPr>
          <p:nvPr/>
        </p:nvSpPr>
        <p:spPr>
          <a:xfrm xmlns:a="http://schemas.openxmlformats.org/drawingml/2006/main">
            <a:off x="9283744" y="2381250"/>
            <a:ext cx="80129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المخالفة</a:t>
            </a:r>
          </a:p>
        </p:txBody>
      </p:sp>
      <p:sp>
        <p:nvSpPr>
          <p:cNvPr id="23" name="">
            <a:extLst xmlns:a="http://schemas.openxmlformats.org/drawingml/2006/main">
              <a:ext uri="{FF2B5EF4-FFF2-40B4-BE49-F238E27FC236}">
                <a16:creationId xmlns:a16="http://schemas.microsoft.com/office/drawing/2014/main" id="{1E489074-1B7D-4BAF-929F-47E6F517B3ED}"/>
              </a:ext>
            </a:extLst>
          </p:cNvPr>
          <p:cNvSpPr>
            <a:spLocks xmlns:a="http://schemas.openxmlformats.org/drawingml/2006/main" noGrp="1"/>
          </p:cNvSpPr>
          <p:nvPr/>
        </p:nvSpPr>
        <p:spPr>
          <a:xfrm xmlns:a="http://schemas.openxmlformats.org/drawingml/2006/main">
            <a:off x="13791577" y="3905250"/>
            <a:ext cx="60069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تتداخل</a:t>
            </a:r>
          </a:p>
        </p:txBody>
      </p:sp>
      <p:sp>
        <p:nvSpPr>
          <p:cNvPr id="24" name="">
            <a:extLst xmlns:a="http://schemas.openxmlformats.org/drawingml/2006/main">
              <a:ext uri="{FF2B5EF4-FFF2-40B4-BE49-F238E27FC236}">
                <a16:creationId xmlns:a16="http://schemas.microsoft.com/office/drawing/2014/main" id="{F25279AA-D939-4D27-B59C-D349C4E8AFFC}"/>
              </a:ext>
            </a:extLst>
          </p:cNvPr>
          <p:cNvSpPr>
            <a:spLocks xmlns:a="http://schemas.openxmlformats.org/drawingml/2006/main" noGrp="1"/>
          </p:cNvSpPr>
          <p:nvPr/>
        </p:nvSpPr>
        <p:spPr>
          <a:xfrm xmlns:a="http://schemas.openxmlformats.org/drawingml/2006/main">
            <a:off x="13080288" y="3905250"/>
            <a:ext cx="63223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القواعد</a:t>
            </a:r>
          </a:p>
        </p:txBody>
      </p:sp>
      <p:sp>
        <p:nvSpPr>
          <p:cNvPr id="25" name="">
            <a:extLst xmlns:a="http://schemas.openxmlformats.org/drawingml/2006/main">
              <a:ext uri="{FF2B5EF4-FFF2-40B4-BE49-F238E27FC236}">
                <a16:creationId xmlns:a16="http://schemas.microsoft.com/office/drawing/2014/main" id="{5B4D3679-82E4-4A9F-9F57-3A4B9D5CC27B}"/>
              </a:ext>
            </a:extLst>
          </p:cNvPr>
          <p:cNvSpPr>
            <a:spLocks xmlns:a="http://schemas.openxmlformats.org/drawingml/2006/main" noGrp="1"/>
          </p:cNvSpPr>
          <p:nvPr/>
        </p:nvSpPr>
        <p:spPr>
          <a:xfrm xmlns:a="http://schemas.openxmlformats.org/drawingml/2006/main">
            <a:off x="11846194" y="3905250"/>
            <a:ext cx="115503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والاستثناءات</a:t>
            </a:r>
          </a:p>
        </p:txBody>
      </p:sp>
      <p:sp>
        <p:nvSpPr>
          <p:cNvPr id="26" name="">
            <a:extLst xmlns:a="http://schemas.openxmlformats.org/drawingml/2006/main">
              <a:ext uri="{FF2B5EF4-FFF2-40B4-BE49-F238E27FC236}">
                <a16:creationId xmlns:a16="http://schemas.microsoft.com/office/drawing/2014/main" id="{B0384EC5-631E-4C5B-975C-4449975DCB40}"/>
              </a:ext>
            </a:extLst>
          </p:cNvPr>
          <p:cNvSpPr>
            <a:spLocks xmlns:a="http://schemas.openxmlformats.org/drawingml/2006/main" noGrp="1"/>
          </p:cNvSpPr>
          <p:nvPr/>
        </p:nvSpPr>
        <p:spPr>
          <a:xfrm xmlns:a="http://schemas.openxmlformats.org/drawingml/2006/main">
            <a:off x="11513022" y="3905250"/>
            <a:ext cx="25411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في</a:t>
            </a:r>
          </a:p>
        </p:txBody>
      </p:sp>
      <p:sp>
        <p:nvSpPr>
          <p:cNvPr id="27" name="">
            <a:extLst xmlns:a="http://schemas.openxmlformats.org/drawingml/2006/main">
              <a:ext uri="{FF2B5EF4-FFF2-40B4-BE49-F238E27FC236}">
                <a16:creationId xmlns:a16="http://schemas.microsoft.com/office/drawing/2014/main" id="{FEF33B27-6556-48AA-A915-9E3366C2D6B7}"/>
              </a:ext>
            </a:extLst>
          </p:cNvPr>
          <p:cNvSpPr>
            <a:spLocks xmlns:a="http://schemas.openxmlformats.org/drawingml/2006/main" noGrp="1"/>
          </p:cNvSpPr>
          <p:nvPr/>
        </p:nvSpPr>
        <p:spPr>
          <a:xfrm xmlns:a="http://schemas.openxmlformats.org/drawingml/2006/main">
            <a:off x="10940702" y="3905250"/>
            <a:ext cx="49326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تحديد</a:t>
            </a:r>
          </a:p>
        </p:txBody>
      </p:sp>
      <p:sp>
        <p:nvSpPr>
          <p:cNvPr id="28" name="">
            <a:extLst xmlns:a="http://schemas.openxmlformats.org/drawingml/2006/main">
              <a:ext uri="{FF2B5EF4-FFF2-40B4-BE49-F238E27FC236}">
                <a16:creationId xmlns:a16="http://schemas.microsoft.com/office/drawing/2014/main" id="{4942F41D-0359-4A1E-B1CC-33E1DD6537E8}"/>
              </a:ext>
            </a:extLst>
          </p:cNvPr>
          <p:cNvSpPr>
            <a:spLocks xmlns:a="http://schemas.openxmlformats.org/drawingml/2006/main" noGrp="1"/>
          </p:cNvSpPr>
          <p:nvPr/>
        </p:nvSpPr>
        <p:spPr>
          <a:xfrm xmlns:a="http://schemas.openxmlformats.org/drawingml/2006/main">
            <a:off x="10227320" y="3905250"/>
            <a:ext cx="63432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الحماية</a:t>
            </a:r>
          </a:p>
        </p:txBody>
      </p:sp>
      <p:sp>
        <p:nvSpPr>
          <p:cNvPr id="29" name="">
            <a:extLst xmlns:a="http://schemas.openxmlformats.org/drawingml/2006/main">
              <a:ext uri="{FF2B5EF4-FFF2-40B4-BE49-F238E27FC236}">
                <a16:creationId xmlns:a16="http://schemas.microsoft.com/office/drawing/2014/main" id="{79E0CB47-3BC8-4216-946D-89329C22178D}"/>
              </a:ext>
            </a:extLst>
          </p:cNvPr>
          <p:cNvSpPr>
            <a:spLocks xmlns:a="http://schemas.openxmlformats.org/drawingml/2006/main" noGrp="1"/>
          </p:cNvSpPr>
          <p:nvPr/>
        </p:nvSpPr>
        <p:spPr>
          <a:xfrm xmlns:a="http://schemas.openxmlformats.org/drawingml/2006/main">
            <a:off x="14209877" y="4548188"/>
            <a:ext cx="18239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قد</a:t>
            </a:r>
          </a:p>
        </p:txBody>
      </p:sp>
      <p:sp>
        <p:nvSpPr>
          <p:cNvPr id="30" name="">
            <a:extLst xmlns:a="http://schemas.openxmlformats.org/drawingml/2006/main">
              <a:ext uri="{FF2B5EF4-FFF2-40B4-BE49-F238E27FC236}">
                <a16:creationId xmlns:a16="http://schemas.microsoft.com/office/drawing/2014/main" id="{1ECCD80D-E71F-43CE-AED5-EDE3B5A3E926}"/>
              </a:ext>
            </a:extLst>
          </p:cNvPr>
          <p:cNvSpPr>
            <a:spLocks xmlns:a="http://schemas.openxmlformats.org/drawingml/2006/main" noGrp="1"/>
          </p:cNvSpPr>
          <p:nvPr/>
        </p:nvSpPr>
        <p:spPr>
          <a:xfrm xmlns:a="http://schemas.openxmlformats.org/drawingml/2006/main">
            <a:off x="13626255" y="4548188"/>
            <a:ext cx="50456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يوقف</a:t>
            </a:r>
          </a:p>
        </p:txBody>
      </p:sp>
      <p:sp>
        <p:nvSpPr>
          <p:cNvPr id="31" name="">
            <a:extLst xmlns:a="http://schemas.openxmlformats.org/drawingml/2006/main">
              <a:ext uri="{FF2B5EF4-FFF2-40B4-BE49-F238E27FC236}">
                <a16:creationId xmlns:a16="http://schemas.microsoft.com/office/drawing/2014/main" id="{2B208435-2BC2-40B9-9B7B-6CFCC3ACC90E}"/>
              </a:ext>
            </a:extLst>
          </p:cNvPr>
          <p:cNvSpPr>
            <a:spLocks xmlns:a="http://schemas.openxmlformats.org/drawingml/2006/main" noGrp="1"/>
          </p:cNvSpPr>
          <p:nvPr/>
        </p:nvSpPr>
        <p:spPr>
          <a:xfrm xmlns:a="http://schemas.openxmlformats.org/drawingml/2006/main">
            <a:off x="12904223" y="4548188"/>
            <a:ext cx="64297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إصلاح</a:t>
            </a:r>
          </a:p>
        </p:txBody>
      </p:sp>
      <p:sp>
        <p:nvSpPr>
          <p:cNvPr id="32" name="">
            <a:extLst xmlns:a="http://schemas.openxmlformats.org/drawingml/2006/main">
              <a:ext uri="{FF2B5EF4-FFF2-40B4-BE49-F238E27FC236}">
                <a16:creationId xmlns:a16="http://schemas.microsoft.com/office/drawing/2014/main" id="{CF288EAA-5645-4AFB-9F61-801293E689F0}"/>
              </a:ext>
            </a:extLst>
          </p:cNvPr>
          <p:cNvSpPr>
            <a:spLocks xmlns:a="http://schemas.openxmlformats.org/drawingml/2006/main" noGrp="1"/>
          </p:cNvSpPr>
          <p:nvPr/>
        </p:nvSpPr>
        <p:spPr>
          <a:xfrm xmlns:a="http://schemas.openxmlformats.org/drawingml/2006/main">
            <a:off x="12503241" y="4548188"/>
            <a:ext cx="32192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عام</a:t>
            </a:r>
          </a:p>
        </p:txBody>
      </p:sp>
      <p:sp>
        <p:nvSpPr>
          <p:cNvPr id="33" name="">
            <a:extLst xmlns:a="http://schemas.openxmlformats.org/drawingml/2006/main">
              <a:ext uri="{FF2B5EF4-FFF2-40B4-BE49-F238E27FC236}">
                <a16:creationId xmlns:a16="http://schemas.microsoft.com/office/drawing/2014/main" id="{87FA0752-AA2A-496A-9C3A-B02EDA7585D4}"/>
              </a:ext>
            </a:extLst>
          </p:cNvPr>
          <p:cNvSpPr>
            <a:spLocks xmlns:a="http://schemas.openxmlformats.org/drawingml/2006/main" noGrp="1"/>
          </p:cNvSpPr>
          <p:nvPr/>
        </p:nvSpPr>
        <p:spPr>
          <a:xfrm xmlns:a="http://schemas.openxmlformats.org/drawingml/2006/main">
            <a:off x="11915712" y="4548188"/>
            <a:ext cx="50847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عملية</a:t>
            </a:r>
          </a:p>
        </p:txBody>
      </p:sp>
      <p:sp>
        <p:nvSpPr>
          <p:cNvPr id="34" name="">
            <a:extLst xmlns:a="http://schemas.openxmlformats.org/drawingml/2006/main">
              <a:ext uri="{FF2B5EF4-FFF2-40B4-BE49-F238E27FC236}">
                <a16:creationId xmlns:a16="http://schemas.microsoft.com/office/drawing/2014/main" id="{42393C1A-7052-40B1-A589-B4CEA55AA9AA}"/>
              </a:ext>
            </a:extLst>
          </p:cNvPr>
          <p:cNvSpPr>
            <a:spLocks xmlns:a="http://schemas.openxmlformats.org/drawingml/2006/main" noGrp="1"/>
          </p:cNvSpPr>
          <p:nvPr/>
        </p:nvSpPr>
        <p:spPr>
          <a:xfrm xmlns:a="http://schemas.openxmlformats.org/drawingml/2006/main">
            <a:off x="11141078" y="4548188"/>
            <a:ext cx="69557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تحتاجها</a:t>
            </a:r>
          </a:p>
        </p:txBody>
      </p:sp>
      <p:sp>
        <p:nvSpPr>
          <p:cNvPr id="35" name="">
            <a:extLst xmlns:a="http://schemas.openxmlformats.org/drawingml/2006/main">
              <a:ext uri="{FF2B5EF4-FFF2-40B4-BE49-F238E27FC236}">
                <a16:creationId xmlns:a16="http://schemas.microsoft.com/office/drawing/2014/main" id="{A0595668-14C4-469C-8DC9-D63D779E0361}"/>
              </a:ext>
            </a:extLst>
          </p:cNvPr>
          <p:cNvSpPr>
            <a:spLocks xmlns:a="http://schemas.openxmlformats.org/drawingml/2006/main" noGrp="1"/>
          </p:cNvSpPr>
          <p:nvPr/>
        </p:nvSpPr>
        <p:spPr>
          <a:xfrm xmlns:a="http://schemas.openxmlformats.org/drawingml/2006/main">
            <a:off x="10287612" y="4548188"/>
            <a:ext cx="77440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المؤسسة</a:t>
            </a:r>
          </a:p>
        </p:txBody>
      </p:sp>
      <p:sp>
        <p:nvSpPr>
          <p:cNvPr id="36" name="">
            <a:extLst xmlns:a="http://schemas.openxmlformats.org/drawingml/2006/main">
              <a:ext uri="{FF2B5EF4-FFF2-40B4-BE49-F238E27FC236}">
                <a16:creationId xmlns:a16="http://schemas.microsoft.com/office/drawing/2014/main" id="{E3F5BE6C-7ABC-4E63-8766-96F779AFC5C7}"/>
              </a:ext>
            </a:extLst>
          </p:cNvPr>
          <p:cNvSpPr>
            <a:spLocks xmlns:a="http://schemas.openxmlformats.org/drawingml/2006/main" noGrp="1"/>
          </p:cNvSpPr>
          <p:nvPr/>
        </p:nvSpPr>
        <p:spPr>
          <a:xfrm xmlns:a="http://schemas.openxmlformats.org/drawingml/2006/main">
            <a:off x="13937382" y="5191125"/>
            <a:ext cx="45489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نربط</a:t>
            </a:r>
          </a:p>
        </p:txBody>
      </p:sp>
      <p:sp>
        <p:nvSpPr>
          <p:cNvPr id="37" name="">
            <a:extLst xmlns:a="http://schemas.openxmlformats.org/drawingml/2006/main">
              <a:ext uri="{FF2B5EF4-FFF2-40B4-BE49-F238E27FC236}">
                <a16:creationId xmlns:a16="http://schemas.microsoft.com/office/drawing/2014/main" id="{0CA3658F-F9FC-4AFB-AA1A-B8063EAE3F8D}"/>
              </a:ext>
            </a:extLst>
          </p:cNvPr>
          <p:cNvSpPr>
            <a:spLocks xmlns:a="http://schemas.openxmlformats.org/drawingml/2006/main" noGrp="1"/>
          </p:cNvSpPr>
          <p:nvPr/>
        </p:nvSpPr>
        <p:spPr>
          <a:xfrm xmlns:a="http://schemas.openxmlformats.org/drawingml/2006/main">
            <a:off x="13369945" y="5191125"/>
            <a:ext cx="48837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الحكم</a:t>
            </a:r>
          </a:p>
        </p:txBody>
      </p:sp>
      <p:sp>
        <p:nvSpPr>
          <p:cNvPr id="38" name="">
            <a:extLst xmlns:a="http://schemas.openxmlformats.org/drawingml/2006/main">
              <a:ext uri="{FF2B5EF4-FFF2-40B4-BE49-F238E27FC236}">
                <a16:creationId xmlns:a16="http://schemas.microsoft.com/office/drawing/2014/main" id="{4D20B73E-728F-4F42-A4E1-DD082F07E8C0}"/>
              </a:ext>
            </a:extLst>
          </p:cNvPr>
          <p:cNvSpPr>
            <a:spLocks xmlns:a="http://schemas.openxmlformats.org/drawingml/2006/main" noGrp="1"/>
          </p:cNvSpPr>
          <p:nvPr/>
        </p:nvSpPr>
        <p:spPr>
          <a:xfrm xmlns:a="http://schemas.openxmlformats.org/drawingml/2006/main">
            <a:off x="12841575" y="5191125"/>
            <a:ext cx="449312"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بدليل</a:t>
            </a:r>
          </a:p>
        </p:txBody>
      </p:sp>
      <p:sp>
        <p:nvSpPr>
          <p:cNvPr id="39" name="">
            <a:extLst xmlns:a="http://schemas.openxmlformats.org/drawingml/2006/main">
              <a:ext uri="{FF2B5EF4-FFF2-40B4-BE49-F238E27FC236}">
                <a16:creationId xmlns:a16="http://schemas.microsoft.com/office/drawing/2014/main" id="{D39CB5BF-8C73-428F-9AF5-FE6925CB7FBC}"/>
              </a:ext>
            </a:extLst>
          </p:cNvPr>
          <p:cNvSpPr>
            <a:spLocks xmlns:a="http://schemas.openxmlformats.org/drawingml/2006/main" noGrp="1"/>
          </p:cNvSpPr>
          <p:nvPr/>
        </p:nvSpPr>
        <p:spPr>
          <a:xfrm xmlns:a="http://schemas.openxmlformats.org/drawingml/2006/main">
            <a:off x="12280696" y="5191125"/>
            <a:ext cx="481822"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ونولد</a:t>
            </a:r>
          </a:p>
        </p:txBody>
      </p:sp>
      <p:sp>
        <p:nvSpPr>
          <p:cNvPr id="40" name="">
            <a:extLst xmlns:a="http://schemas.openxmlformats.org/drawingml/2006/main">
              <a:ext uri="{FF2B5EF4-FFF2-40B4-BE49-F238E27FC236}">
                <a16:creationId xmlns:a16="http://schemas.microsoft.com/office/drawing/2014/main" id="{D9D52BCE-C681-463A-8517-C24B2D68C6EF}"/>
              </a:ext>
            </a:extLst>
          </p:cNvPr>
          <p:cNvSpPr>
            <a:spLocks xmlns:a="http://schemas.openxmlformats.org/drawingml/2006/main" noGrp="1"/>
          </p:cNvSpPr>
          <p:nvPr/>
        </p:nvSpPr>
        <p:spPr>
          <a:xfrm xmlns:a="http://schemas.openxmlformats.org/drawingml/2006/main">
            <a:off x="11767395" y="5191125"/>
            <a:ext cx="43424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خطة</a:t>
            </a:r>
          </a:p>
        </p:txBody>
      </p:sp>
      <p:sp>
        <p:nvSpPr>
          <p:cNvPr id="41" name="">
            <a:extLst xmlns:a="http://schemas.openxmlformats.org/drawingml/2006/main">
              <a:ext uri="{FF2B5EF4-FFF2-40B4-BE49-F238E27FC236}">
                <a16:creationId xmlns:a16="http://schemas.microsoft.com/office/drawing/2014/main" id="{FDD7894D-03DC-44CD-8F28-15B994EF5565}"/>
              </a:ext>
            </a:extLst>
          </p:cNvPr>
          <p:cNvSpPr>
            <a:spLocks xmlns:a="http://schemas.openxmlformats.org/drawingml/2006/main" noGrp="1"/>
          </p:cNvSpPr>
          <p:nvPr/>
        </p:nvSpPr>
        <p:spPr>
          <a:xfrm xmlns:a="http://schemas.openxmlformats.org/drawingml/2006/main">
            <a:off x="10984251" y="5191125"/>
            <a:ext cx="70408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للحالات</a:t>
            </a:r>
          </a:p>
        </p:txBody>
      </p:sp>
      <p:sp>
        <p:nvSpPr>
          <p:cNvPr id="42" name="">
            <a:extLst xmlns:a="http://schemas.openxmlformats.org/drawingml/2006/main">
              <a:ext uri="{FF2B5EF4-FFF2-40B4-BE49-F238E27FC236}">
                <a16:creationId xmlns:a16="http://schemas.microsoft.com/office/drawing/2014/main" id="{0CE52C00-8354-49C1-AB60-C90F4593C0DA}"/>
              </a:ext>
            </a:extLst>
          </p:cNvPr>
          <p:cNvSpPr>
            <a:spLocks xmlns:a="http://schemas.openxmlformats.org/drawingml/2006/main" noGrp="1"/>
          </p:cNvSpPr>
          <p:nvPr/>
        </p:nvSpPr>
        <p:spPr>
          <a:xfrm xmlns:a="http://schemas.openxmlformats.org/drawingml/2006/main">
            <a:off x="10074834" y="5191125"/>
            <a:ext cx="83035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المدعومة</a:t>
            </a:r>
          </a:p>
        </p:txBody>
      </p:sp>
      <p:sp>
        <p:nvSpPr>
          <p:cNvPr id="43" name="">
            <a:extLst xmlns:a="http://schemas.openxmlformats.org/drawingml/2006/main">
              <a:ext uri="{FF2B5EF4-FFF2-40B4-BE49-F238E27FC236}">
                <a16:creationId xmlns:a16="http://schemas.microsoft.com/office/drawing/2014/main" id="{3E5F7442-5E75-46D5-823F-DA8290253984}"/>
              </a:ext>
            </a:extLst>
          </p:cNvPr>
          <p:cNvSpPr>
            <a:spLocks xmlns:a="http://schemas.openxmlformats.org/drawingml/2006/main" noGrp="1"/>
          </p:cNvSpPr>
          <p:nvPr/>
        </p:nvSpPr>
        <p:spPr>
          <a:xfrm xmlns:a="http://schemas.openxmlformats.org/drawingml/2006/main">
            <a:off x="13296258" y="5834063"/>
            <a:ext cx="109601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المستخدمون</a:t>
            </a:r>
          </a:p>
        </p:txBody>
      </p:sp>
      <p:sp>
        <p:nvSpPr>
          <p:cNvPr id="44" name="">
            <a:extLst xmlns:a="http://schemas.openxmlformats.org/drawingml/2006/main">
              <a:ext uri="{FF2B5EF4-FFF2-40B4-BE49-F238E27FC236}">
                <a16:creationId xmlns:a16="http://schemas.microsoft.com/office/drawing/2014/main" id="{88174C09-3D59-45AE-80BD-167E43A53A59}"/>
              </a:ext>
            </a:extLst>
          </p:cNvPr>
          <p:cNvSpPr>
            <a:spLocks xmlns:a="http://schemas.openxmlformats.org/drawingml/2006/main" noGrp="1"/>
          </p:cNvSpPr>
          <p:nvPr/>
        </p:nvSpPr>
        <p:spPr>
          <a:xfrm xmlns:a="http://schemas.openxmlformats.org/drawingml/2006/main">
            <a:off x="12551762" y="5834063"/>
            <a:ext cx="66543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مسؤول</a:t>
            </a:r>
          </a:p>
        </p:txBody>
      </p:sp>
      <p:sp>
        <p:nvSpPr>
          <p:cNvPr id="45" name="">
            <a:extLst xmlns:a="http://schemas.openxmlformats.org/drawingml/2006/main">
              <a:ext uri="{FF2B5EF4-FFF2-40B4-BE49-F238E27FC236}">
                <a16:creationId xmlns:a16="http://schemas.microsoft.com/office/drawing/2014/main" id="{F8C0B8AA-E2A0-47C1-BF9B-508186BCFA2F}"/>
              </a:ext>
            </a:extLst>
          </p:cNvPr>
          <p:cNvSpPr>
            <a:spLocks xmlns:a="http://schemas.openxmlformats.org/drawingml/2006/main" noGrp="1"/>
          </p:cNvSpPr>
          <p:nvPr/>
        </p:nvSpPr>
        <p:spPr>
          <a:xfrm xmlns:a="http://schemas.openxmlformats.org/drawingml/2006/main">
            <a:off x="11698296" y="5834063"/>
            <a:ext cx="77440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المؤسسة</a:t>
            </a:r>
          </a:p>
        </p:txBody>
      </p:sp>
      <p:sp>
        <p:nvSpPr>
          <p:cNvPr id="46" name="">
            <a:extLst xmlns:a="http://schemas.openxmlformats.org/drawingml/2006/main">
              <a:ext uri="{FF2B5EF4-FFF2-40B4-BE49-F238E27FC236}">
                <a16:creationId xmlns:a16="http://schemas.microsoft.com/office/drawing/2014/main" id="{A1475E46-E5D7-4657-BC79-ED68D97C725B}"/>
              </a:ext>
            </a:extLst>
          </p:cNvPr>
          <p:cNvSpPr>
            <a:spLocks xmlns:a="http://schemas.openxmlformats.org/drawingml/2006/main" noGrp="1"/>
          </p:cNvSpPr>
          <p:nvPr/>
        </p:nvSpPr>
        <p:spPr>
          <a:xfrm xmlns:a="http://schemas.openxmlformats.org/drawingml/2006/main">
            <a:off x="11013936" y="5834063"/>
            <a:ext cx="60530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والمقيّم</a:t>
            </a:r>
          </a:p>
        </p:txBody>
      </p:sp>
      <p:sp>
        <p:nvSpPr>
          <p:cNvPr id="47" name="">
            <a:extLst xmlns:a="http://schemas.openxmlformats.org/drawingml/2006/main">
              <a:ext uri="{FF2B5EF4-FFF2-40B4-BE49-F238E27FC236}">
                <a16:creationId xmlns:a16="http://schemas.microsoft.com/office/drawing/2014/main" id="{986FE5E2-D4DE-470D-8A9C-FA5A15BB1B96}"/>
              </a:ext>
            </a:extLst>
          </p:cNvPr>
          <p:cNvSpPr>
            <a:spLocks xmlns:a="http://schemas.openxmlformats.org/drawingml/2006/main" noGrp="1"/>
          </p:cNvSpPr>
          <p:nvPr/>
        </p:nvSpPr>
        <p:spPr>
          <a:xfrm xmlns:a="http://schemas.openxmlformats.org/drawingml/2006/main">
            <a:off x="10092102" y="5834063"/>
            <a:ext cx="84277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والمراجع</a:t>
            </a:r>
          </a:p>
        </p:txBody>
      </p:sp>
      <p:sp>
        <p:nvSpPr>
          <p:cNvPr id="48" name="">
            <a:extLst xmlns:a="http://schemas.openxmlformats.org/drawingml/2006/main">
              <a:ext uri="{FF2B5EF4-FFF2-40B4-BE49-F238E27FC236}">
                <a16:creationId xmlns:a16="http://schemas.microsoft.com/office/drawing/2014/main" id="{F79E605A-CA80-4256-989B-8653AC95B172}"/>
              </a:ext>
            </a:extLst>
          </p:cNvPr>
          <p:cNvSpPr>
            <a:spLocks xmlns:a="http://schemas.openxmlformats.org/drawingml/2006/main" noGrp="1"/>
          </p:cNvSpPr>
          <p:nvPr/>
        </p:nvSpPr>
        <p:spPr>
          <a:xfrm xmlns:a="http://schemas.openxmlformats.org/drawingml/2006/main">
            <a:off x="13905802" y="7334250"/>
            <a:ext cx="48647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67D8D"/>
                </a:solidFill>
                <a:latin typeface="Arial"/>
                <a:ea typeface="Arial"/>
                <a:cs typeface="Arial"/>
              </a:defRPr>
            </a:defPPr>
            <a:lvl1pPr algn="r">
              <a:defRPr sz="1875" b="1">
                <a:solidFill>
                  <a:srgbClr val="167D8D"/>
                </a:solidFill>
                <a:latin typeface="Arial"/>
                <a:ea typeface="Arial"/>
                <a:cs typeface="Arial"/>
              </a:defRPr>
            </a:lvl1pPr>
            <a:lvl2pPr algn="r">
              <a:defRPr sz="1875" b="1">
                <a:solidFill>
                  <a:srgbClr val="167D8D"/>
                </a:solidFill>
                <a:latin typeface="Arial"/>
                <a:ea typeface="Arial"/>
                <a:cs typeface="Arial"/>
              </a:defRPr>
            </a:lvl2pPr>
            <a:lvl3pPr algn="r">
              <a:defRPr sz="1875" b="1">
                <a:solidFill>
                  <a:srgbClr val="167D8D"/>
                </a:solidFill>
                <a:latin typeface="Arial"/>
                <a:ea typeface="Arial"/>
                <a:cs typeface="Arial"/>
              </a:defRPr>
            </a:lvl3pPr>
            <a:lvl4pPr algn="r">
              <a:defRPr sz="1875" b="1">
                <a:solidFill>
                  <a:srgbClr val="167D8D"/>
                </a:solidFill>
                <a:latin typeface="Arial"/>
                <a:ea typeface="Arial"/>
                <a:cs typeface="Arial"/>
              </a:defRPr>
            </a:lvl4pPr>
            <a:lvl5pPr algn="r">
              <a:defRPr sz="1875" b="1">
                <a:solidFill>
                  <a:srgbClr val="167D8D"/>
                </a:solidFill>
                <a:latin typeface="Arial"/>
                <a:ea typeface="Arial"/>
                <a:cs typeface="Arial"/>
              </a:defRPr>
            </a:lvl5pPr>
            <a:lvl6pPr algn="r">
              <a:defRPr sz="1875" b="1">
                <a:solidFill>
                  <a:srgbClr val="167D8D"/>
                </a:solidFill>
                <a:latin typeface="Arial"/>
                <a:ea typeface="Arial"/>
                <a:cs typeface="Arial"/>
              </a:defRPr>
            </a:lvl6pPr>
            <a:lvl7pPr algn="r">
              <a:defRPr sz="1875" b="1">
                <a:solidFill>
                  <a:srgbClr val="167D8D"/>
                </a:solidFill>
                <a:latin typeface="Arial"/>
                <a:ea typeface="Arial"/>
                <a:cs typeface="Arial"/>
              </a:defRPr>
            </a:lvl7pPr>
            <a:lvl8pPr algn="r">
              <a:defRPr sz="1875" b="1">
                <a:solidFill>
                  <a:srgbClr val="167D8D"/>
                </a:solidFill>
                <a:latin typeface="Arial"/>
                <a:ea typeface="Arial"/>
                <a:cs typeface="Arial"/>
              </a:defRPr>
            </a:lvl8pPr>
            <a:lvl9pPr algn="r">
              <a:defRPr sz="1875" b="1">
                <a:solidFill>
                  <a:srgbClr val="167D8D"/>
                </a:solidFill>
                <a:latin typeface="Arial"/>
                <a:ea typeface="Arial"/>
                <a:cs typeface="Arial"/>
              </a:defRPr>
            </a:lvl9pPr>
          </a:lstStyle>
          <a:p xmlns:a="http://schemas.openxmlformats.org/drawingml/2006/main">
            <a:pPr algn="r">
              <a:defRPr sz="1875" b="1">
                <a:solidFill>
                  <a:srgbClr val="167D8D"/>
                </a:solidFill>
                <a:latin typeface="Arial"/>
                <a:ea typeface="Arial"/>
                <a:cs typeface="Arial"/>
              </a:defRPr>
            </a:pPr>
            <a:r>
              <a:rPr sz="1875" b="1">
                <a:solidFill>
                  <a:srgbClr val="167D8D"/>
                </a:solidFill>
                <a:latin typeface="Arial"/>
                <a:ea typeface="Arial"/>
                <a:cs typeface="Arial"/>
              </a:rPr>
              <a:t>الهدف</a:t>
            </a:r>
          </a:p>
        </p:txBody>
      </p:sp>
      <p:sp>
        <p:nvSpPr>
          <p:cNvPr id="49" name="">
            <a:extLst xmlns:a="http://schemas.openxmlformats.org/drawingml/2006/main">
              <a:ext uri="{FF2B5EF4-FFF2-40B4-BE49-F238E27FC236}">
                <a16:creationId xmlns:a16="http://schemas.microsoft.com/office/drawing/2014/main" id="{F9442816-226A-4951-90CB-580099BF92F9}"/>
              </a:ext>
            </a:extLst>
          </p:cNvPr>
          <p:cNvSpPr>
            <a:spLocks xmlns:a="http://schemas.openxmlformats.org/drawingml/2006/main" noGrp="1"/>
          </p:cNvSpPr>
          <p:nvPr/>
        </p:nvSpPr>
        <p:spPr>
          <a:xfrm xmlns:a="http://schemas.openxmlformats.org/drawingml/2006/main">
            <a:off x="13475029" y="7334250"/>
            <a:ext cx="36648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67D8D"/>
                </a:solidFill>
                <a:latin typeface="Arial"/>
                <a:ea typeface="Arial"/>
                <a:cs typeface="Arial"/>
              </a:defRPr>
            </a:defPPr>
            <a:lvl1pPr algn="r">
              <a:defRPr sz="1875" b="1">
                <a:solidFill>
                  <a:srgbClr val="167D8D"/>
                </a:solidFill>
                <a:latin typeface="Arial"/>
                <a:ea typeface="Arial"/>
                <a:cs typeface="Arial"/>
              </a:defRPr>
            </a:lvl1pPr>
            <a:lvl2pPr algn="r">
              <a:defRPr sz="1875" b="1">
                <a:solidFill>
                  <a:srgbClr val="167D8D"/>
                </a:solidFill>
                <a:latin typeface="Arial"/>
                <a:ea typeface="Arial"/>
                <a:cs typeface="Arial"/>
              </a:defRPr>
            </a:lvl2pPr>
            <a:lvl3pPr algn="r">
              <a:defRPr sz="1875" b="1">
                <a:solidFill>
                  <a:srgbClr val="167D8D"/>
                </a:solidFill>
                <a:latin typeface="Arial"/>
                <a:ea typeface="Arial"/>
                <a:cs typeface="Arial"/>
              </a:defRPr>
            </a:lvl3pPr>
            <a:lvl4pPr algn="r">
              <a:defRPr sz="1875" b="1">
                <a:solidFill>
                  <a:srgbClr val="167D8D"/>
                </a:solidFill>
                <a:latin typeface="Arial"/>
                <a:ea typeface="Arial"/>
                <a:cs typeface="Arial"/>
              </a:defRPr>
            </a:lvl4pPr>
            <a:lvl5pPr algn="r">
              <a:defRPr sz="1875" b="1">
                <a:solidFill>
                  <a:srgbClr val="167D8D"/>
                </a:solidFill>
                <a:latin typeface="Arial"/>
                <a:ea typeface="Arial"/>
                <a:cs typeface="Arial"/>
              </a:defRPr>
            </a:lvl5pPr>
            <a:lvl6pPr algn="r">
              <a:defRPr sz="1875" b="1">
                <a:solidFill>
                  <a:srgbClr val="167D8D"/>
                </a:solidFill>
                <a:latin typeface="Arial"/>
                <a:ea typeface="Arial"/>
                <a:cs typeface="Arial"/>
              </a:defRPr>
            </a:lvl6pPr>
            <a:lvl7pPr algn="r">
              <a:defRPr sz="1875" b="1">
                <a:solidFill>
                  <a:srgbClr val="167D8D"/>
                </a:solidFill>
                <a:latin typeface="Arial"/>
                <a:ea typeface="Arial"/>
                <a:cs typeface="Arial"/>
              </a:defRPr>
            </a:lvl7pPr>
            <a:lvl8pPr algn="r">
              <a:defRPr sz="1875" b="1">
                <a:solidFill>
                  <a:srgbClr val="167D8D"/>
                </a:solidFill>
                <a:latin typeface="Arial"/>
                <a:ea typeface="Arial"/>
                <a:cs typeface="Arial"/>
              </a:defRPr>
            </a:lvl8pPr>
            <a:lvl9pPr algn="r">
              <a:defRPr sz="1875" b="1">
                <a:solidFill>
                  <a:srgbClr val="167D8D"/>
                </a:solidFill>
                <a:latin typeface="Arial"/>
                <a:ea typeface="Arial"/>
                <a:cs typeface="Arial"/>
              </a:defRPr>
            </a:lvl9pPr>
          </a:lstStyle>
          <a:p xmlns:a="http://schemas.openxmlformats.org/drawingml/2006/main">
            <a:pPr algn="r">
              <a:defRPr sz="1875" b="1">
                <a:solidFill>
                  <a:srgbClr val="167D8D"/>
                </a:solidFill>
                <a:latin typeface="Arial"/>
                <a:ea typeface="Arial"/>
                <a:cs typeface="Arial"/>
              </a:defRPr>
            </a:pPr>
            <a:r>
              <a:rPr sz="1875" b="1">
                <a:solidFill>
                  <a:srgbClr val="167D8D"/>
                </a:solidFill>
                <a:latin typeface="Arial"/>
                <a:ea typeface="Arial"/>
                <a:cs typeface="Arial"/>
              </a:rPr>
              <a:t>تقييم</a:t>
            </a:r>
          </a:p>
        </p:txBody>
      </p:sp>
      <p:sp>
        <p:nvSpPr>
          <p:cNvPr id="50" name="">
            <a:extLst xmlns:a="http://schemas.openxmlformats.org/drawingml/2006/main">
              <a:ext uri="{FF2B5EF4-FFF2-40B4-BE49-F238E27FC236}">
                <a16:creationId xmlns:a16="http://schemas.microsoft.com/office/drawing/2014/main" id="{D7B3310E-EAFD-491E-9D2F-932782445AA2}"/>
              </a:ext>
            </a:extLst>
          </p:cNvPr>
          <p:cNvSpPr>
            <a:spLocks xmlns:a="http://schemas.openxmlformats.org/drawingml/2006/main" noGrp="1"/>
          </p:cNvSpPr>
          <p:nvPr/>
        </p:nvSpPr>
        <p:spPr>
          <a:xfrm xmlns:a="http://schemas.openxmlformats.org/drawingml/2006/main">
            <a:off x="12977282" y="7334250"/>
            <a:ext cx="43345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67D8D"/>
                </a:solidFill>
                <a:latin typeface="Arial"/>
                <a:ea typeface="Arial"/>
                <a:cs typeface="Arial"/>
              </a:defRPr>
            </a:defPPr>
            <a:lvl1pPr algn="r">
              <a:defRPr sz="1875" b="1">
                <a:solidFill>
                  <a:srgbClr val="167D8D"/>
                </a:solidFill>
                <a:latin typeface="Arial"/>
                <a:ea typeface="Arial"/>
                <a:cs typeface="Arial"/>
              </a:defRPr>
            </a:lvl1pPr>
            <a:lvl2pPr algn="r">
              <a:defRPr sz="1875" b="1">
                <a:solidFill>
                  <a:srgbClr val="167D8D"/>
                </a:solidFill>
                <a:latin typeface="Arial"/>
                <a:ea typeface="Arial"/>
                <a:cs typeface="Arial"/>
              </a:defRPr>
            </a:lvl2pPr>
            <a:lvl3pPr algn="r">
              <a:defRPr sz="1875" b="1">
                <a:solidFill>
                  <a:srgbClr val="167D8D"/>
                </a:solidFill>
                <a:latin typeface="Arial"/>
                <a:ea typeface="Arial"/>
                <a:cs typeface="Arial"/>
              </a:defRPr>
            </a:lvl3pPr>
            <a:lvl4pPr algn="r">
              <a:defRPr sz="1875" b="1">
                <a:solidFill>
                  <a:srgbClr val="167D8D"/>
                </a:solidFill>
                <a:latin typeface="Arial"/>
                <a:ea typeface="Arial"/>
                <a:cs typeface="Arial"/>
              </a:defRPr>
            </a:lvl4pPr>
            <a:lvl5pPr algn="r">
              <a:defRPr sz="1875" b="1">
                <a:solidFill>
                  <a:srgbClr val="167D8D"/>
                </a:solidFill>
                <a:latin typeface="Arial"/>
                <a:ea typeface="Arial"/>
                <a:cs typeface="Arial"/>
              </a:defRPr>
            </a:lvl5pPr>
            <a:lvl6pPr algn="r">
              <a:defRPr sz="1875" b="1">
                <a:solidFill>
                  <a:srgbClr val="167D8D"/>
                </a:solidFill>
                <a:latin typeface="Arial"/>
                <a:ea typeface="Arial"/>
                <a:cs typeface="Arial"/>
              </a:defRPr>
            </a:lvl6pPr>
            <a:lvl7pPr algn="r">
              <a:defRPr sz="1875" b="1">
                <a:solidFill>
                  <a:srgbClr val="167D8D"/>
                </a:solidFill>
                <a:latin typeface="Arial"/>
                <a:ea typeface="Arial"/>
                <a:cs typeface="Arial"/>
              </a:defRPr>
            </a:lvl7pPr>
            <a:lvl8pPr algn="r">
              <a:defRPr sz="1875" b="1">
                <a:solidFill>
                  <a:srgbClr val="167D8D"/>
                </a:solidFill>
                <a:latin typeface="Arial"/>
                <a:ea typeface="Arial"/>
                <a:cs typeface="Arial"/>
              </a:defRPr>
            </a:lvl8pPr>
            <a:lvl9pPr algn="r">
              <a:defRPr sz="1875" b="1">
                <a:solidFill>
                  <a:srgbClr val="167D8D"/>
                </a:solidFill>
                <a:latin typeface="Arial"/>
                <a:ea typeface="Arial"/>
                <a:cs typeface="Arial"/>
              </a:defRPr>
            </a:lvl9pPr>
          </a:lstStyle>
          <a:p xmlns:a="http://schemas.openxmlformats.org/drawingml/2006/main">
            <a:pPr algn="r">
              <a:defRPr sz="1875" b="1">
                <a:solidFill>
                  <a:srgbClr val="167D8D"/>
                </a:solidFill>
                <a:latin typeface="Arial"/>
                <a:ea typeface="Arial"/>
                <a:cs typeface="Arial"/>
              </a:defRPr>
            </a:pPr>
            <a:r>
              <a:rPr sz="1875" b="1">
                <a:solidFill>
                  <a:srgbClr val="167D8D"/>
                </a:solidFill>
                <a:latin typeface="Arial"/>
                <a:ea typeface="Arial"/>
                <a:cs typeface="Arial"/>
              </a:rPr>
              <a:t>مفسر</a:t>
            </a:r>
          </a:p>
        </p:txBody>
      </p:sp>
      <p:sp>
        <p:nvSpPr>
          <p:cNvPr id="51" name="">
            <a:extLst xmlns:a="http://schemas.openxmlformats.org/drawingml/2006/main">
              <a:ext uri="{FF2B5EF4-FFF2-40B4-BE49-F238E27FC236}">
                <a16:creationId xmlns:a16="http://schemas.microsoft.com/office/drawing/2014/main" id="{951EDECD-E7C2-48E2-A87C-3D703AA81B55}"/>
              </a:ext>
            </a:extLst>
          </p:cNvPr>
          <p:cNvSpPr>
            <a:spLocks xmlns:a="http://schemas.openxmlformats.org/drawingml/2006/main" noGrp="1"/>
          </p:cNvSpPr>
          <p:nvPr/>
        </p:nvSpPr>
        <p:spPr>
          <a:xfrm xmlns:a="http://schemas.openxmlformats.org/drawingml/2006/main">
            <a:off x="12276293" y="7334250"/>
            <a:ext cx="636696"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67D8D"/>
                </a:solidFill>
                <a:latin typeface="Arial"/>
                <a:ea typeface="Arial"/>
                <a:cs typeface="Arial"/>
              </a:defRPr>
            </a:defPPr>
            <a:lvl1pPr algn="r">
              <a:defRPr sz="1875" b="1">
                <a:solidFill>
                  <a:srgbClr val="167D8D"/>
                </a:solidFill>
                <a:latin typeface="Arial"/>
                <a:ea typeface="Arial"/>
                <a:cs typeface="Arial"/>
              </a:defRPr>
            </a:lvl1pPr>
            <a:lvl2pPr algn="r">
              <a:defRPr sz="1875" b="1">
                <a:solidFill>
                  <a:srgbClr val="167D8D"/>
                </a:solidFill>
                <a:latin typeface="Arial"/>
                <a:ea typeface="Arial"/>
                <a:cs typeface="Arial"/>
              </a:defRPr>
            </a:lvl2pPr>
            <a:lvl3pPr algn="r">
              <a:defRPr sz="1875" b="1">
                <a:solidFill>
                  <a:srgbClr val="167D8D"/>
                </a:solidFill>
                <a:latin typeface="Arial"/>
                <a:ea typeface="Arial"/>
                <a:cs typeface="Arial"/>
              </a:defRPr>
            </a:lvl3pPr>
            <a:lvl4pPr algn="r">
              <a:defRPr sz="1875" b="1">
                <a:solidFill>
                  <a:srgbClr val="167D8D"/>
                </a:solidFill>
                <a:latin typeface="Arial"/>
                <a:ea typeface="Arial"/>
                <a:cs typeface="Arial"/>
              </a:defRPr>
            </a:lvl4pPr>
            <a:lvl5pPr algn="r">
              <a:defRPr sz="1875" b="1">
                <a:solidFill>
                  <a:srgbClr val="167D8D"/>
                </a:solidFill>
                <a:latin typeface="Arial"/>
                <a:ea typeface="Arial"/>
                <a:cs typeface="Arial"/>
              </a:defRPr>
            </a:lvl5pPr>
            <a:lvl6pPr algn="r">
              <a:defRPr sz="1875" b="1">
                <a:solidFill>
                  <a:srgbClr val="167D8D"/>
                </a:solidFill>
                <a:latin typeface="Arial"/>
                <a:ea typeface="Arial"/>
                <a:cs typeface="Arial"/>
              </a:defRPr>
            </a:lvl6pPr>
            <a:lvl7pPr algn="r">
              <a:defRPr sz="1875" b="1">
                <a:solidFill>
                  <a:srgbClr val="167D8D"/>
                </a:solidFill>
                <a:latin typeface="Arial"/>
                <a:ea typeface="Arial"/>
                <a:cs typeface="Arial"/>
              </a:defRPr>
            </a:lvl7pPr>
            <a:lvl8pPr algn="r">
              <a:defRPr sz="1875" b="1">
                <a:solidFill>
                  <a:srgbClr val="167D8D"/>
                </a:solidFill>
                <a:latin typeface="Arial"/>
                <a:ea typeface="Arial"/>
                <a:cs typeface="Arial"/>
              </a:defRPr>
            </a:lvl8pPr>
            <a:lvl9pPr algn="r">
              <a:defRPr sz="1875" b="1">
                <a:solidFill>
                  <a:srgbClr val="167D8D"/>
                </a:solidFill>
                <a:latin typeface="Arial"/>
                <a:ea typeface="Arial"/>
                <a:cs typeface="Arial"/>
              </a:defRPr>
            </a:lvl9pPr>
          </a:lstStyle>
          <a:p xmlns:a="http://schemas.openxmlformats.org/drawingml/2006/main">
            <a:pPr algn="r">
              <a:defRPr sz="1875" b="1">
                <a:solidFill>
                  <a:srgbClr val="167D8D"/>
                </a:solidFill>
                <a:latin typeface="Arial"/>
                <a:ea typeface="Arial"/>
                <a:cs typeface="Arial"/>
              </a:defRPr>
            </a:pPr>
            <a:r>
              <a:rPr sz="1875" b="1">
                <a:solidFill>
                  <a:srgbClr val="167D8D"/>
                </a:solidFill>
                <a:latin typeface="Arial"/>
                <a:ea typeface="Arial"/>
                <a:cs typeface="Arial"/>
              </a:rPr>
              <a:t>ومعالجة</a:t>
            </a:r>
          </a:p>
        </p:txBody>
      </p:sp>
      <p:sp>
        <p:nvSpPr>
          <p:cNvPr id="52" name="">
            <a:extLst xmlns:a="http://schemas.openxmlformats.org/drawingml/2006/main">
              <a:ext uri="{FF2B5EF4-FFF2-40B4-BE49-F238E27FC236}">
                <a16:creationId xmlns:a16="http://schemas.microsoft.com/office/drawing/2014/main" id="{8202AEA1-3CD0-496F-B9B8-F2EA0A7BA20A}"/>
              </a:ext>
            </a:extLst>
          </p:cNvPr>
          <p:cNvSpPr>
            <a:spLocks xmlns:a="http://schemas.openxmlformats.org/drawingml/2006/main" noGrp="1"/>
          </p:cNvSpPr>
          <p:nvPr/>
        </p:nvSpPr>
        <p:spPr>
          <a:xfrm xmlns:a="http://schemas.openxmlformats.org/drawingml/2006/main">
            <a:off x="11854821" y="7334250"/>
            <a:ext cx="357178"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67D8D"/>
                </a:solidFill>
                <a:latin typeface="Arial"/>
                <a:ea typeface="Arial"/>
                <a:cs typeface="Arial"/>
              </a:defRPr>
            </a:defPPr>
            <a:lvl1pPr algn="r">
              <a:defRPr sz="1875" b="1">
                <a:solidFill>
                  <a:srgbClr val="167D8D"/>
                </a:solidFill>
                <a:latin typeface="Arial"/>
                <a:ea typeface="Arial"/>
                <a:cs typeface="Arial"/>
              </a:defRPr>
            </a:lvl1pPr>
            <a:lvl2pPr algn="r">
              <a:defRPr sz="1875" b="1">
                <a:solidFill>
                  <a:srgbClr val="167D8D"/>
                </a:solidFill>
                <a:latin typeface="Arial"/>
                <a:ea typeface="Arial"/>
                <a:cs typeface="Arial"/>
              </a:defRPr>
            </a:lvl2pPr>
            <a:lvl3pPr algn="r">
              <a:defRPr sz="1875" b="1">
                <a:solidFill>
                  <a:srgbClr val="167D8D"/>
                </a:solidFill>
                <a:latin typeface="Arial"/>
                <a:ea typeface="Arial"/>
                <a:cs typeface="Arial"/>
              </a:defRPr>
            </a:lvl3pPr>
            <a:lvl4pPr algn="r">
              <a:defRPr sz="1875" b="1">
                <a:solidFill>
                  <a:srgbClr val="167D8D"/>
                </a:solidFill>
                <a:latin typeface="Arial"/>
                <a:ea typeface="Arial"/>
                <a:cs typeface="Arial"/>
              </a:defRPr>
            </a:lvl4pPr>
            <a:lvl5pPr algn="r">
              <a:defRPr sz="1875" b="1">
                <a:solidFill>
                  <a:srgbClr val="167D8D"/>
                </a:solidFill>
                <a:latin typeface="Arial"/>
                <a:ea typeface="Arial"/>
                <a:cs typeface="Arial"/>
              </a:defRPr>
            </a:lvl5pPr>
            <a:lvl6pPr algn="r">
              <a:defRPr sz="1875" b="1">
                <a:solidFill>
                  <a:srgbClr val="167D8D"/>
                </a:solidFill>
                <a:latin typeface="Arial"/>
                <a:ea typeface="Arial"/>
                <a:cs typeface="Arial"/>
              </a:defRPr>
            </a:lvl6pPr>
            <a:lvl7pPr algn="r">
              <a:defRPr sz="1875" b="1">
                <a:solidFill>
                  <a:srgbClr val="167D8D"/>
                </a:solidFill>
                <a:latin typeface="Arial"/>
                <a:ea typeface="Arial"/>
                <a:cs typeface="Arial"/>
              </a:defRPr>
            </a:lvl7pPr>
            <a:lvl8pPr algn="r">
              <a:defRPr sz="1875" b="1">
                <a:solidFill>
                  <a:srgbClr val="167D8D"/>
                </a:solidFill>
                <a:latin typeface="Arial"/>
                <a:ea typeface="Arial"/>
                <a:cs typeface="Arial"/>
              </a:defRPr>
            </a:lvl8pPr>
            <a:lvl9pPr algn="r">
              <a:defRPr sz="1875" b="1">
                <a:solidFill>
                  <a:srgbClr val="167D8D"/>
                </a:solidFill>
                <a:latin typeface="Arial"/>
                <a:ea typeface="Arial"/>
                <a:cs typeface="Arial"/>
              </a:defRPr>
            </a:lvl9pPr>
          </a:lstStyle>
          <a:p xmlns:a="http://schemas.openxmlformats.org/drawingml/2006/main">
            <a:pPr algn="r">
              <a:defRPr sz="1875" b="1">
                <a:solidFill>
                  <a:srgbClr val="167D8D"/>
                </a:solidFill>
                <a:latin typeface="Arial"/>
                <a:ea typeface="Arial"/>
                <a:cs typeface="Arial"/>
              </a:defRPr>
            </a:pPr>
            <a:r>
              <a:rPr sz="1875" b="1">
                <a:solidFill>
                  <a:srgbClr val="167D8D"/>
                </a:solidFill>
                <a:latin typeface="Arial"/>
                <a:ea typeface="Arial"/>
                <a:cs typeface="Arial"/>
              </a:rPr>
              <a:t>قابلة</a:t>
            </a:r>
          </a:p>
        </p:txBody>
      </p:sp>
      <p:sp>
        <p:nvSpPr>
          <p:cNvPr id="53" name="">
            <a:extLst xmlns:a="http://schemas.openxmlformats.org/drawingml/2006/main">
              <a:ext uri="{FF2B5EF4-FFF2-40B4-BE49-F238E27FC236}">
                <a16:creationId xmlns:a16="http://schemas.microsoft.com/office/drawing/2014/main" id="{8F921D4B-6E9B-4F3A-9D41-05CC792CF916}"/>
              </a:ext>
            </a:extLst>
          </p:cNvPr>
          <p:cNvSpPr>
            <a:spLocks xmlns:a="http://schemas.openxmlformats.org/drawingml/2006/main" noGrp="1"/>
          </p:cNvSpPr>
          <p:nvPr/>
        </p:nvSpPr>
        <p:spPr>
          <a:xfrm xmlns:a="http://schemas.openxmlformats.org/drawingml/2006/main">
            <a:off x="11106625" y="7334250"/>
            <a:ext cx="683902"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67D8D"/>
                </a:solidFill>
                <a:latin typeface="Arial"/>
                <a:ea typeface="Arial"/>
                <a:cs typeface="Arial"/>
              </a:defRPr>
            </a:defPPr>
            <a:lvl1pPr algn="r">
              <a:defRPr sz="1875" b="1">
                <a:solidFill>
                  <a:srgbClr val="167D8D"/>
                </a:solidFill>
                <a:latin typeface="Arial"/>
                <a:ea typeface="Arial"/>
                <a:cs typeface="Arial"/>
              </a:defRPr>
            </a:lvl1pPr>
            <a:lvl2pPr algn="r">
              <a:defRPr sz="1875" b="1">
                <a:solidFill>
                  <a:srgbClr val="167D8D"/>
                </a:solidFill>
                <a:latin typeface="Arial"/>
                <a:ea typeface="Arial"/>
                <a:cs typeface="Arial"/>
              </a:defRPr>
            </a:lvl2pPr>
            <a:lvl3pPr algn="r">
              <a:defRPr sz="1875" b="1">
                <a:solidFill>
                  <a:srgbClr val="167D8D"/>
                </a:solidFill>
                <a:latin typeface="Arial"/>
                <a:ea typeface="Arial"/>
                <a:cs typeface="Arial"/>
              </a:defRPr>
            </a:lvl3pPr>
            <a:lvl4pPr algn="r">
              <a:defRPr sz="1875" b="1">
                <a:solidFill>
                  <a:srgbClr val="167D8D"/>
                </a:solidFill>
                <a:latin typeface="Arial"/>
                <a:ea typeface="Arial"/>
                <a:cs typeface="Arial"/>
              </a:defRPr>
            </a:lvl4pPr>
            <a:lvl5pPr algn="r">
              <a:defRPr sz="1875" b="1">
                <a:solidFill>
                  <a:srgbClr val="167D8D"/>
                </a:solidFill>
                <a:latin typeface="Arial"/>
                <a:ea typeface="Arial"/>
                <a:cs typeface="Arial"/>
              </a:defRPr>
            </a:lvl5pPr>
            <a:lvl6pPr algn="r">
              <a:defRPr sz="1875" b="1">
                <a:solidFill>
                  <a:srgbClr val="167D8D"/>
                </a:solidFill>
                <a:latin typeface="Arial"/>
                <a:ea typeface="Arial"/>
                <a:cs typeface="Arial"/>
              </a:defRPr>
            </a:lvl6pPr>
            <a:lvl7pPr algn="r">
              <a:defRPr sz="1875" b="1">
                <a:solidFill>
                  <a:srgbClr val="167D8D"/>
                </a:solidFill>
                <a:latin typeface="Arial"/>
                <a:ea typeface="Arial"/>
                <a:cs typeface="Arial"/>
              </a:defRPr>
            </a:lvl7pPr>
            <a:lvl8pPr algn="r">
              <a:defRPr sz="1875" b="1">
                <a:solidFill>
                  <a:srgbClr val="167D8D"/>
                </a:solidFill>
                <a:latin typeface="Arial"/>
                <a:ea typeface="Arial"/>
                <a:cs typeface="Arial"/>
              </a:defRPr>
            </a:lvl8pPr>
            <a:lvl9pPr algn="r">
              <a:defRPr sz="1875" b="1">
                <a:solidFill>
                  <a:srgbClr val="167D8D"/>
                </a:solidFill>
                <a:latin typeface="Arial"/>
                <a:ea typeface="Arial"/>
                <a:cs typeface="Arial"/>
              </a:defRPr>
            </a:lvl9pPr>
          </a:lstStyle>
          <a:p xmlns:a="http://schemas.openxmlformats.org/drawingml/2006/main">
            <a:pPr algn="r">
              <a:defRPr sz="1875" b="1">
                <a:solidFill>
                  <a:srgbClr val="167D8D"/>
                </a:solidFill>
                <a:latin typeface="Arial"/>
                <a:ea typeface="Arial"/>
                <a:cs typeface="Arial"/>
              </a:defRPr>
            </a:pPr>
            <a:r>
              <a:rPr sz="1875" b="1">
                <a:solidFill>
                  <a:srgbClr val="167D8D"/>
                </a:solidFill>
                <a:latin typeface="Arial"/>
                <a:ea typeface="Arial"/>
                <a:cs typeface="Arial"/>
              </a:rPr>
              <a:t>للمراجعة</a:t>
            </a:r>
          </a:p>
        </p:txBody>
      </p:sp>
      <p:sp>
        <p:nvSpPr>
          <p:cNvPr id="54" name="">
            <a:extLst xmlns:a="http://schemas.openxmlformats.org/drawingml/2006/main">
              <a:ext uri="{FF2B5EF4-FFF2-40B4-BE49-F238E27FC236}">
                <a16:creationId xmlns:a16="http://schemas.microsoft.com/office/drawing/2014/main" id="{1E7A9586-E435-43AE-B449-B02F6AFA6EE7}"/>
              </a:ext>
            </a:extLst>
          </p:cNvPr>
          <p:cNvSpPr>
            <a:spLocks xmlns:a="http://schemas.openxmlformats.org/drawingml/2006/main" noGrp="1"/>
          </p:cNvSpPr>
          <p:nvPr/>
        </p:nvSpPr>
        <p:spPr>
          <a:xfrm xmlns:a="http://schemas.openxmlformats.org/drawingml/2006/main">
            <a:off x="10525860" y="7334250"/>
            <a:ext cx="51647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67D8D"/>
                </a:solidFill>
                <a:latin typeface="Arial"/>
                <a:ea typeface="Arial"/>
                <a:cs typeface="Arial"/>
              </a:defRPr>
            </a:defPPr>
            <a:lvl1pPr algn="r">
              <a:defRPr sz="1875" b="1">
                <a:solidFill>
                  <a:srgbClr val="167D8D"/>
                </a:solidFill>
                <a:latin typeface="Arial"/>
                <a:ea typeface="Arial"/>
                <a:cs typeface="Arial"/>
              </a:defRPr>
            </a:lvl1pPr>
            <a:lvl2pPr algn="r">
              <a:defRPr sz="1875" b="1">
                <a:solidFill>
                  <a:srgbClr val="167D8D"/>
                </a:solidFill>
                <a:latin typeface="Arial"/>
                <a:ea typeface="Arial"/>
                <a:cs typeface="Arial"/>
              </a:defRPr>
            </a:lvl2pPr>
            <a:lvl3pPr algn="r">
              <a:defRPr sz="1875" b="1">
                <a:solidFill>
                  <a:srgbClr val="167D8D"/>
                </a:solidFill>
                <a:latin typeface="Arial"/>
                <a:ea typeface="Arial"/>
                <a:cs typeface="Arial"/>
              </a:defRPr>
            </a:lvl3pPr>
            <a:lvl4pPr algn="r">
              <a:defRPr sz="1875" b="1">
                <a:solidFill>
                  <a:srgbClr val="167D8D"/>
                </a:solidFill>
                <a:latin typeface="Arial"/>
                <a:ea typeface="Arial"/>
                <a:cs typeface="Arial"/>
              </a:defRPr>
            </a:lvl4pPr>
            <a:lvl5pPr algn="r">
              <a:defRPr sz="1875" b="1">
                <a:solidFill>
                  <a:srgbClr val="167D8D"/>
                </a:solidFill>
                <a:latin typeface="Arial"/>
                <a:ea typeface="Arial"/>
                <a:cs typeface="Arial"/>
              </a:defRPr>
            </a:lvl5pPr>
            <a:lvl6pPr algn="r">
              <a:defRPr sz="1875" b="1">
                <a:solidFill>
                  <a:srgbClr val="167D8D"/>
                </a:solidFill>
                <a:latin typeface="Arial"/>
                <a:ea typeface="Arial"/>
                <a:cs typeface="Arial"/>
              </a:defRPr>
            </a:lvl6pPr>
            <a:lvl7pPr algn="r">
              <a:defRPr sz="1875" b="1">
                <a:solidFill>
                  <a:srgbClr val="167D8D"/>
                </a:solidFill>
                <a:latin typeface="Arial"/>
                <a:ea typeface="Arial"/>
                <a:cs typeface="Arial"/>
              </a:defRPr>
            </a:lvl7pPr>
            <a:lvl8pPr algn="r">
              <a:defRPr sz="1875" b="1">
                <a:solidFill>
                  <a:srgbClr val="167D8D"/>
                </a:solidFill>
                <a:latin typeface="Arial"/>
                <a:ea typeface="Arial"/>
                <a:cs typeface="Arial"/>
              </a:defRPr>
            </a:lvl8pPr>
            <a:lvl9pPr algn="r">
              <a:defRPr sz="1875" b="1">
                <a:solidFill>
                  <a:srgbClr val="167D8D"/>
                </a:solidFill>
                <a:latin typeface="Arial"/>
                <a:ea typeface="Arial"/>
                <a:cs typeface="Arial"/>
              </a:defRPr>
            </a:lvl9pPr>
          </a:lstStyle>
          <a:p xmlns:a="http://schemas.openxmlformats.org/drawingml/2006/main">
            <a:pPr algn="r">
              <a:defRPr sz="1875" b="1">
                <a:solidFill>
                  <a:srgbClr val="167D8D"/>
                </a:solidFill>
                <a:latin typeface="Arial"/>
                <a:ea typeface="Arial"/>
                <a:cs typeface="Arial"/>
              </a:defRPr>
            </a:pPr>
            <a:r>
              <a:rPr sz="1875" b="1">
                <a:solidFill>
                  <a:srgbClr val="167D8D"/>
                </a:solidFill>
                <a:latin typeface="Arial"/>
                <a:ea typeface="Arial"/>
                <a:cs typeface="Arial"/>
              </a:rPr>
              <a:t>وإعادة</a:t>
            </a:r>
          </a:p>
        </p:txBody>
      </p:sp>
      <p:sp>
        <p:nvSpPr>
          <p:cNvPr id="55" name="">
            <a:extLst xmlns:a="http://schemas.openxmlformats.org/drawingml/2006/main">
              <a:ext uri="{FF2B5EF4-FFF2-40B4-BE49-F238E27FC236}">
                <a16:creationId xmlns:a16="http://schemas.microsoft.com/office/drawing/2014/main" id="{DD18FBA6-6FC0-4837-BDB2-B2DA993B30AD}"/>
              </a:ext>
            </a:extLst>
          </p:cNvPr>
          <p:cNvSpPr>
            <a:spLocks xmlns:a="http://schemas.openxmlformats.org/drawingml/2006/main" noGrp="1"/>
          </p:cNvSpPr>
          <p:nvPr/>
        </p:nvSpPr>
        <p:spPr>
          <a:xfrm xmlns:a="http://schemas.openxmlformats.org/drawingml/2006/main">
            <a:off x="10039741" y="7334250"/>
            <a:ext cx="42182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67D8D"/>
                </a:solidFill>
                <a:latin typeface="Arial"/>
                <a:ea typeface="Arial"/>
                <a:cs typeface="Arial"/>
              </a:defRPr>
            </a:defPPr>
            <a:lvl1pPr algn="r">
              <a:defRPr sz="1875" b="1">
                <a:solidFill>
                  <a:srgbClr val="167D8D"/>
                </a:solidFill>
                <a:latin typeface="Arial"/>
                <a:ea typeface="Arial"/>
                <a:cs typeface="Arial"/>
              </a:defRPr>
            </a:lvl1pPr>
            <a:lvl2pPr algn="r">
              <a:defRPr sz="1875" b="1">
                <a:solidFill>
                  <a:srgbClr val="167D8D"/>
                </a:solidFill>
                <a:latin typeface="Arial"/>
                <a:ea typeface="Arial"/>
                <a:cs typeface="Arial"/>
              </a:defRPr>
            </a:lvl2pPr>
            <a:lvl3pPr algn="r">
              <a:defRPr sz="1875" b="1">
                <a:solidFill>
                  <a:srgbClr val="167D8D"/>
                </a:solidFill>
                <a:latin typeface="Arial"/>
                <a:ea typeface="Arial"/>
                <a:cs typeface="Arial"/>
              </a:defRPr>
            </a:lvl3pPr>
            <a:lvl4pPr algn="r">
              <a:defRPr sz="1875" b="1">
                <a:solidFill>
                  <a:srgbClr val="167D8D"/>
                </a:solidFill>
                <a:latin typeface="Arial"/>
                <a:ea typeface="Arial"/>
                <a:cs typeface="Arial"/>
              </a:defRPr>
            </a:lvl4pPr>
            <a:lvl5pPr algn="r">
              <a:defRPr sz="1875" b="1">
                <a:solidFill>
                  <a:srgbClr val="167D8D"/>
                </a:solidFill>
                <a:latin typeface="Arial"/>
                <a:ea typeface="Arial"/>
                <a:cs typeface="Arial"/>
              </a:defRPr>
            </a:lvl5pPr>
            <a:lvl6pPr algn="r">
              <a:defRPr sz="1875" b="1">
                <a:solidFill>
                  <a:srgbClr val="167D8D"/>
                </a:solidFill>
                <a:latin typeface="Arial"/>
                <a:ea typeface="Arial"/>
                <a:cs typeface="Arial"/>
              </a:defRPr>
            </a:lvl6pPr>
            <a:lvl7pPr algn="r">
              <a:defRPr sz="1875" b="1">
                <a:solidFill>
                  <a:srgbClr val="167D8D"/>
                </a:solidFill>
                <a:latin typeface="Arial"/>
                <a:ea typeface="Arial"/>
                <a:cs typeface="Arial"/>
              </a:defRPr>
            </a:lvl7pPr>
            <a:lvl8pPr algn="r">
              <a:defRPr sz="1875" b="1">
                <a:solidFill>
                  <a:srgbClr val="167D8D"/>
                </a:solidFill>
                <a:latin typeface="Arial"/>
                <a:ea typeface="Arial"/>
                <a:cs typeface="Arial"/>
              </a:defRPr>
            </a:lvl8pPr>
            <a:lvl9pPr algn="r">
              <a:defRPr sz="1875" b="1">
                <a:solidFill>
                  <a:srgbClr val="167D8D"/>
                </a:solidFill>
                <a:latin typeface="Arial"/>
                <a:ea typeface="Arial"/>
                <a:cs typeface="Arial"/>
              </a:defRPr>
            </a:lvl9pPr>
          </a:lstStyle>
          <a:p xmlns:a="http://schemas.openxmlformats.org/drawingml/2006/main">
            <a:pPr algn="r">
              <a:defRPr sz="1875" b="1">
                <a:solidFill>
                  <a:srgbClr val="167D8D"/>
                </a:solidFill>
                <a:latin typeface="Arial"/>
                <a:ea typeface="Arial"/>
                <a:cs typeface="Arial"/>
              </a:defRPr>
            </a:pPr>
            <a:r>
              <a:rPr sz="1875" b="1">
                <a:solidFill>
                  <a:srgbClr val="167D8D"/>
                </a:solidFill>
                <a:latin typeface="Arial"/>
                <a:ea typeface="Arial"/>
                <a:cs typeface="Arial"/>
              </a:rPr>
              <a:t>تحقق</a:t>
            </a:r>
          </a:p>
        </p:txBody>
      </p:sp>
    </p:spTree>
    <p:extLst>
      <p:ext uri="{BB962C8B-B14F-4D97-AF65-F5344CB8AC3E}">
        <p14:creationId xmlns:p14="http://schemas.microsoft.com/office/powerpoint/2010/main" val="2033825984"/>
      </p:ext>
    </p:extLst>
  </p:cSld>
</p:sld>
</file>

<file path=ppt/slides/slide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7AF393-DAD0-456C-88A1-A966BBD4C0E8}"/>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9034D1C0-6FAC-4723-A828-97B5BA5D3FDB}"/>
              </a:ext>
            </a:extLst>
          </p:cNvPr>
          <p:cNvSpPr>
            <a:spLocks xmlns:a="http://schemas.openxmlformats.org/drawingml/2006/main" noGrp="1"/>
          </p:cNvSpPr>
          <p:nvPr/>
        </p:nvSpPr>
        <p:spPr>
          <a:xfrm xmlns:a="http://schemas.openxmlformats.org/drawingml/2006/main">
            <a:off x="13538392" y="1190625"/>
            <a:ext cx="85388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نطاق</a:t>
            </a:r>
          </a:p>
        </p:txBody>
      </p:sp>
      <p:sp>
        <p:nvSpPr>
          <p:cNvPr id="4" name="">
            <a:extLst xmlns:a="http://schemas.openxmlformats.org/drawingml/2006/main">
              <a:ext uri="{FF2B5EF4-FFF2-40B4-BE49-F238E27FC236}">
                <a16:creationId xmlns:a16="http://schemas.microsoft.com/office/drawing/2014/main" id="{68C252DF-3248-4FAD-BB2E-0B889A18A962}"/>
              </a:ext>
            </a:extLst>
          </p:cNvPr>
          <p:cNvSpPr>
            <a:spLocks xmlns:a="http://schemas.openxmlformats.org/drawingml/2006/main" noGrp="1"/>
          </p:cNvSpPr>
          <p:nvPr/>
        </p:nvSpPr>
        <p:spPr>
          <a:xfrm xmlns:a="http://schemas.openxmlformats.org/drawingml/2006/main">
            <a:off x="11887630" y="1190625"/>
            <a:ext cx="1500839"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المشروع</a:t>
            </a:r>
          </a:p>
        </p:txBody>
      </p:sp>
      <p:sp>
        <p:nvSpPr>
          <p:cNvPr id="5" name="">
            <a:extLst xmlns:a="http://schemas.openxmlformats.org/drawingml/2006/main">
              <a:ext uri="{FF2B5EF4-FFF2-40B4-BE49-F238E27FC236}">
                <a16:creationId xmlns:a16="http://schemas.microsoft.com/office/drawing/2014/main" id="{CA52B020-DA79-4A1E-B518-39C7997E2C97}"/>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03 / 21</a:t>
            </a:r>
          </a:p>
        </p:txBody>
      </p:sp>
      <p:pic>
        <p:nvPicPr>
          <p:cNvPr id="6" name="">
            <a:extLst xmlns:a="http://schemas.openxmlformats.org/drawingml/2006/main">
              <a:ext uri="{FF2B5EF4-FFF2-40B4-BE49-F238E27FC236}">
                <a16:creationId xmlns:a16="http://schemas.microsoft.com/office/drawing/2014/main" id="{9F100291-C09F-42EF-89A1-CD3FA1A33747}"/>
              </a:ext>
            </a:extLst>
          </p:cNvPr>
          <p:cNvPicPr>
            <a:picLocks xmlns:a="http://schemas.openxmlformats.org/drawingml/2006/main" noChangeAspect="1"/>
          </p:cNvPicPr>
          <p:nvPr/>
        </p:nvPicPr>
        <p:blipFill>
          <a:blip xmlns:r="http://schemas.openxmlformats.org/officeDocument/2006/relationships" xmlns:a="http://schemas.openxmlformats.org/drawingml/2006/main" r:embed="R5570c6b0c4eb4200"/>
          <a:stretch xmlns:a="http://schemas.openxmlformats.org/drawingml/2006/main"/>
        </p:blipFill>
        <p:spPr>
          <a:xfrm xmlns:a="http://schemas.openxmlformats.org/drawingml/2006/main">
            <a:off x="619125" y="2571750"/>
            <a:ext cx="4572000" cy="4572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3BA3E8B-5986-4D37-A9B7-06D136CDFF13}"/>
              </a:ext>
            </a:extLst>
          </p:cNvPr>
          <p:cNvSpPr>
            <a:spLocks xmlns:a="http://schemas.openxmlformats.org/drawingml/2006/main" noGrp="1"/>
          </p:cNvSpPr>
          <p:nvPr/>
        </p:nvSpPr>
        <p:spPr>
          <a:xfrm xmlns:a="http://schemas.openxmlformats.org/drawingml/2006/main">
            <a:off x="4402005" y="7239000"/>
            <a:ext cx="28444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نقرأ</a:t>
            </a:r>
          </a:p>
        </p:txBody>
      </p:sp>
      <p:sp>
        <p:nvSpPr>
          <p:cNvPr id="8" name="">
            <a:extLst xmlns:a="http://schemas.openxmlformats.org/drawingml/2006/main">
              <a:ext uri="{FF2B5EF4-FFF2-40B4-BE49-F238E27FC236}">
                <a16:creationId xmlns:a16="http://schemas.microsoft.com/office/drawing/2014/main" id="{204625AE-9152-4D3D-BE2A-BFA4BC7C5E3C}"/>
              </a:ext>
            </a:extLst>
          </p:cNvPr>
          <p:cNvSpPr>
            <a:spLocks xmlns:a="http://schemas.openxmlformats.org/drawingml/2006/main" noGrp="1"/>
          </p:cNvSpPr>
          <p:nvPr/>
        </p:nvSpPr>
        <p:spPr>
          <a:xfrm xmlns:a="http://schemas.openxmlformats.org/drawingml/2006/main">
            <a:off x="3801050" y="7239000"/>
            <a:ext cx="53961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البيانات</a:t>
            </a:r>
          </a:p>
        </p:txBody>
      </p:sp>
      <p:sp>
        <p:nvSpPr>
          <p:cNvPr id="9" name="">
            <a:extLst xmlns:a="http://schemas.openxmlformats.org/drawingml/2006/main">
              <a:ext uri="{FF2B5EF4-FFF2-40B4-BE49-F238E27FC236}">
                <a16:creationId xmlns:a16="http://schemas.microsoft.com/office/drawing/2014/main" id="{7C93BA74-138F-41D6-9CDA-E1EC90928E2A}"/>
              </a:ext>
            </a:extLst>
          </p:cNvPr>
          <p:cNvSpPr>
            <a:spLocks xmlns:a="http://schemas.openxmlformats.org/drawingml/2006/main" noGrp="1"/>
          </p:cNvSpPr>
          <p:nvPr/>
        </p:nvSpPr>
        <p:spPr>
          <a:xfrm xmlns:a="http://schemas.openxmlformats.org/drawingml/2006/main">
            <a:off x="3326451" y="7239000"/>
            <a:ext cx="41325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ضمن</a:t>
            </a:r>
          </a:p>
        </p:txBody>
      </p:sp>
      <p:sp>
        <p:nvSpPr>
          <p:cNvPr id="10" name="">
            <a:extLst xmlns:a="http://schemas.openxmlformats.org/drawingml/2006/main">
              <a:ext uri="{FF2B5EF4-FFF2-40B4-BE49-F238E27FC236}">
                <a16:creationId xmlns:a16="http://schemas.microsoft.com/office/drawing/2014/main" id="{E2C8685D-C557-442D-9A28-3C2BD642B26A}"/>
              </a:ext>
            </a:extLst>
          </p:cNvPr>
          <p:cNvSpPr>
            <a:spLocks xmlns:a="http://schemas.openxmlformats.org/drawingml/2006/main" noGrp="1"/>
          </p:cNvSpPr>
          <p:nvPr/>
        </p:nvSpPr>
        <p:spPr>
          <a:xfrm xmlns:a="http://schemas.openxmlformats.org/drawingml/2006/main">
            <a:off x="2786776" y="7239000"/>
            <a:ext cx="47833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النطاق</a:t>
            </a:r>
          </a:p>
        </p:txBody>
      </p:sp>
      <p:sp>
        <p:nvSpPr>
          <p:cNvPr id="11" name="">
            <a:extLst xmlns:a="http://schemas.openxmlformats.org/drawingml/2006/main">
              <a:ext uri="{FF2B5EF4-FFF2-40B4-BE49-F238E27FC236}">
                <a16:creationId xmlns:a16="http://schemas.microsoft.com/office/drawing/2014/main" id="{C6B5EDBB-AD3C-4688-B8E7-051E58E7547F}"/>
              </a:ext>
            </a:extLst>
          </p:cNvPr>
          <p:cNvSpPr>
            <a:spLocks xmlns:a="http://schemas.openxmlformats.org/drawingml/2006/main" noGrp="1"/>
          </p:cNvSpPr>
          <p:nvPr/>
        </p:nvSpPr>
        <p:spPr>
          <a:xfrm xmlns:a="http://schemas.openxmlformats.org/drawingml/2006/main">
            <a:off x="1799278" y="7239000"/>
            <a:ext cx="92615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والصلاحيات</a:t>
            </a:r>
          </a:p>
        </p:txBody>
      </p:sp>
      <p:sp>
        <p:nvSpPr>
          <p:cNvPr id="12" name="">
            <a:extLst xmlns:a="http://schemas.openxmlformats.org/drawingml/2006/main">
              <a:ext uri="{FF2B5EF4-FFF2-40B4-BE49-F238E27FC236}">
                <a16:creationId xmlns:a16="http://schemas.microsoft.com/office/drawing/2014/main" id="{CCD4EFFF-969E-4CB9-A703-ADEAC5833980}"/>
              </a:ext>
            </a:extLst>
          </p:cNvPr>
          <p:cNvSpPr>
            <a:spLocks xmlns:a="http://schemas.openxmlformats.org/drawingml/2006/main" noGrp="1"/>
          </p:cNvSpPr>
          <p:nvPr/>
        </p:nvSpPr>
        <p:spPr>
          <a:xfrm xmlns:a="http://schemas.openxmlformats.org/drawingml/2006/main">
            <a:off x="1228572" y="7239000"/>
            <a:ext cx="50936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المتاحة</a:t>
            </a:r>
          </a:p>
        </p:txBody>
      </p:sp>
      <p:sp>
        <p:nvSpPr>
          <p:cNvPr id="13" name="">
            <a:extLst xmlns:a="http://schemas.openxmlformats.org/drawingml/2006/main">
              <a:ext uri="{FF2B5EF4-FFF2-40B4-BE49-F238E27FC236}">
                <a16:creationId xmlns:a16="http://schemas.microsoft.com/office/drawing/2014/main" id="{7C614EFB-20FB-4F7D-A2E1-03F34F661345}"/>
              </a:ext>
            </a:extLst>
          </p:cNvPr>
          <p:cNvSpPr>
            <a:spLocks xmlns:a="http://schemas.openxmlformats.org/drawingml/2006/main" noGrp="1"/>
          </p:cNvSpPr>
          <p:nvPr/>
        </p:nvSpPr>
        <p:spPr>
          <a:xfrm xmlns:a="http://schemas.openxmlformats.org/drawingml/2006/main">
            <a:off x="13211380" y="2381250"/>
            <a:ext cx="118089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مستودعات</a:t>
            </a:r>
          </a:p>
        </p:txBody>
      </p:sp>
      <p:sp>
        <p:nvSpPr>
          <p:cNvPr id="14" name="">
            <a:extLst xmlns:a="http://schemas.openxmlformats.org/drawingml/2006/main">
              <a:ext uri="{FF2B5EF4-FFF2-40B4-BE49-F238E27FC236}">
                <a16:creationId xmlns:a16="http://schemas.microsoft.com/office/drawing/2014/main" id="{781458DF-F671-420A-99DA-D36D7605D2C8}"/>
              </a:ext>
            </a:extLst>
          </p:cNvPr>
          <p:cNvSpPr>
            <a:spLocks xmlns:a="http://schemas.openxmlformats.org/drawingml/2006/main" noGrp="1"/>
          </p:cNvSpPr>
          <p:nvPr/>
        </p:nvSpPr>
        <p:spPr>
          <a:xfrm xmlns:a="http://schemas.openxmlformats.org/drawingml/2006/main">
            <a:off x="11997054" y="2381250"/>
            <a:ext cx="112050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167D8D"/>
                </a:solidFill>
                <a:latin typeface="Arial"/>
                <a:ea typeface="Arial"/>
                <a:cs typeface="Arial"/>
              </a:defRPr>
            </a:defPPr>
            <a:lvl1pPr algn="l">
              <a:defRPr sz="2625" b="1">
                <a:solidFill>
                  <a:srgbClr val="167D8D"/>
                </a:solidFill>
                <a:latin typeface="Arial"/>
                <a:ea typeface="Arial"/>
                <a:cs typeface="Arial"/>
              </a:defRPr>
            </a:lvl1pPr>
            <a:lvl2pPr algn="l">
              <a:defRPr sz="2625" b="1">
                <a:solidFill>
                  <a:srgbClr val="167D8D"/>
                </a:solidFill>
                <a:latin typeface="Arial"/>
                <a:ea typeface="Arial"/>
                <a:cs typeface="Arial"/>
              </a:defRPr>
            </a:lvl2pPr>
            <a:lvl3pPr algn="l">
              <a:defRPr sz="2625" b="1">
                <a:solidFill>
                  <a:srgbClr val="167D8D"/>
                </a:solidFill>
                <a:latin typeface="Arial"/>
                <a:ea typeface="Arial"/>
                <a:cs typeface="Arial"/>
              </a:defRPr>
            </a:lvl3pPr>
            <a:lvl4pPr algn="l">
              <a:defRPr sz="2625" b="1">
                <a:solidFill>
                  <a:srgbClr val="167D8D"/>
                </a:solidFill>
                <a:latin typeface="Arial"/>
                <a:ea typeface="Arial"/>
                <a:cs typeface="Arial"/>
              </a:defRPr>
            </a:lvl4pPr>
            <a:lvl5pPr algn="l">
              <a:defRPr sz="2625" b="1">
                <a:solidFill>
                  <a:srgbClr val="167D8D"/>
                </a:solidFill>
                <a:latin typeface="Arial"/>
                <a:ea typeface="Arial"/>
                <a:cs typeface="Arial"/>
              </a:defRPr>
            </a:lvl5pPr>
            <a:lvl6pPr algn="l">
              <a:defRPr sz="2625" b="1">
                <a:solidFill>
                  <a:srgbClr val="167D8D"/>
                </a:solidFill>
                <a:latin typeface="Arial"/>
                <a:ea typeface="Arial"/>
                <a:cs typeface="Arial"/>
              </a:defRPr>
            </a:lvl6pPr>
            <a:lvl7pPr algn="l">
              <a:defRPr sz="2625" b="1">
                <a:solidFill>
                  <a:srgbClr val="167D8D"/>
                </a:solidFill>
                <a:latin typeface="Arial"/>
                <a:ea typeface="Arial"/>
                <a:cs typeface="Arial"/>
              </a:defRPr>
            </a:lvl7pPr>
            <a:lvl8pPr algn="l">
              <a:defRPr sz="2625" b="1">
                <a:solidFill>
                  <a:srgbClr val="167D8D"/>
                </a:solidFill>
                <a:latin typeface="Arial"/>
                <a:ea typeface="Arial"/>
                <a:cs typeface="Arial"/>
              </a:defRPr>
            </a:lvl8pPr>
            <a:lvl9pPr algn="l">
              <a:defRPr sz="2625" b="1">
                <a:solidFill>
                  <a:srgbClr val="167D8D"/>
                </a:solidFill>
                <a:latin typeface="Arial"/>
                <a:ea typeface="Arial"/>
                <a:cs typeface="Arial"/>
              </a:defRPr>
            </a:lvl9pPr>
          </a:lstStyle>
          <a:p xmlns:a="http://schemas.openxmlformats.org/drawingml/2006/main">
            <a:pPr algn="l">
              <a:defRPr sz="2625" b="1">
                <a:solidFill>
                  <a:srgbClr val="167D8D"/>
                </a:solidFill>
                <a:latin typeface="Arial"/>
                <a:ea typeface="Arial"/>
                <a:cs typeface="Arial"/>
              </a:defRPr>
            </a:pPr>
            <a:r>
              <a:rPr sz="2625" b="1">
                <a:solidFill>
                  <a:srgbClr val="167D8D"/>
                </a:solidFill>
                <a:latin typeface="Arial"/>
                <a:ea typeface="Arial"/>
                <a:cs typeface="Arial"/>
              </a:rPr>
              <a:t>GitHub</a:t>
            </a:r>
          </a:p>
        </p:txBody>
      </p:sp>
      <p:sp>
        <p:nvSpPr>
          <p:cNvPr id="15" name="">
            <a:extLst xmlns:a="http://schemas.openxmlformats.org/drawingml/2006/main">
              <a:ext uri="{FF2B5EF4-FFF2-40B4-BE49-F238E27FC236}">
                <a16:creationId xmlns:a16="http://schemas.microsoft.com/office/drawing/2014/main" id="{F2A927D9-BA7C-4BC1-8C61-9774C5C5223A}"/>
              </a:ext>
            </a:extLst>
          </p:cNvPr>
          <p:cNvSpPr>
            <a:spLocks xmlns:a="http://schemas.openxmlformats.org/drawingml/2006/main" noGrp="1"/>
          </p:cNvSpPr>
          <p:nvPr/>
        </p:nvSpPr>
        <p:spPr>
          <a:xfrm xmlns:a="http://schemas.openxmlformats.org/drawingml/2006/main">
            <a:off x="11011111" y="2381250"/>
            <a:ext cx="892122"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المصرح</a:t>
            </a:r>
          </a:p>
        </p:txBody>
      </p:sp>
      <p:sp>
        <p:nvSpPr>
          <p:cNvPr id="16" name="">
            <a:extLst xmlns:a="http://schemas.openxmlformats.org/drawingml/2006/main">
              <a:ext uri="{FF2B5EF4-FFF2-40B4-BE49-F238E27FC236}">
                <a16:creationId xmlns:a16="http://schemas.microsoft.com/office/drawing/2014/main" id="{306B576C-6017-4A4A-9BDF-8B033825CA39}"/>
              </a:ext>
            </a:extLst>
          </p:cNvPr>
          <p:cNvSpPr>
            <a:spLocks xmlns:a="http://schemas.openxmlformats.org/drawingml/2006/main" noGrp="1"/>
          </p:cNvSpPr>
          <p:nvPr/>
        </p:nvSpPr>
        <p:spPr>
          <a:xfrm xmlns:a="http://schemas.openxmlformats.org/drawingml/2006/main">
            <a:off x="10482419" y="2381250"/>
            <a:ext cx="434871"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بها،</a:t>
            </a:r>
          </a:p>
        </p:txBody>
      </p:sp>
      <p:sp>
        <p:nvSpPr>
          <p:cNvPr id="17" name="">
            <a:extLst xmlns:a="http://schemas.openxmlformats.org/drawingml/2006/main">
              <a:ext uri="{FF2B5EF4-FFF2-40B4-BE49-F238E27FC236}">
                <a16:creationId xmlns:a16="http://schemas.microsoft.com/office/drawing/2014/main" id="{DABB627B-8604-4D3B-9C8B-F535682A37EE}"/>
              </a:ext>
            </a:extLst>
          </p:cNvPr>
          <p:cNvSpPr>
            <a:spLocks xmlns:a="http://schemas.openxmlformats.org/drawingml/2006/main" noGrp="1"/>
          </p:cNvSpPr>
          <p:nvPr/>
        </p:nvSpPr>
        <p:spPr>
          <a:xfrm xmlns:a="http://schemas.openxmlformats.org/drawingml/2006/main">
            <a:off x="9945750" y="2381250"/>
            <a:ext cx="442847"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بدءًا</a:t>
            </a:r>
          </a:p>
        </p:txBody>
      </p:sp>
      <p:sp>
        <p:nvSpPr>
          <p:cNvPr id="18" name="">
            <a:extLst xmlns:a="http://schemas.openxmlformats.org/drawingml/2006/main">
              <a:ext uri="{FF2B5EF4-FFF2-40B4-BE49-F238E27FC236}">
                <a16:creationId xmlns:a16="http://schemas.microsoft.com/office/drawing/2014/main" id="{63F835E2-E674-46A3-BAC1-202E04168783}"/>
              </a:ext>
            </a:extLst>
          </p:cNvPr>
          <p:cNvSpPr>
            <a:spLocks xmlns:a="http://schemas.openxmlformats.org/drawingml/2006/main" noGrp="1"/>
          </p:cNvSpPr>
          <p:nvPr/>
        </p:nvSpPr>
        <p:spPr>
          <a:xfrm xmlns:a="http://schemas.openxmlformats.org/drawingml/2006/main">
            <a:off x="9162957" y="2381250"/>
            <a:ext cx="688972"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بالفرع</a:t>
            </a:r>
          </a:p>
        </p:txBody>
      </p:sp>
      <p:sp>
        <p:nvSpPr>
          <p:cNvPr id="19" name="">
            <a:extLst xmlns:a="http://schemas.openxmlformats.org/drawingml/2006/main">
              <a:ext uri="{FF2B5EF4-FFF2-40B4-BE49-F238E27FC236}">
                <a16:creationId xmlns:a16="http://schemas.microsoft.com/office/drawing/2014/main" id="{A789FDA5-2DC0-45C9-9759-6F1FB69143F1}"/>
              </a:ext>
            </a:extLst>
          </p:cNvPr>
          <p:cNvSpPr>
            <a:spLocks xmlns:a="http://schemas.openxmlformats.org/drawingml/2006/main" noGrp="1"/>
          </p:cNvSpPr>
          <p:nvPr/>
        </p:nvSpPr>
        <p:spPr>
          <a:xfrm xmlns:a="http://schemas.openxmlformats.org/drawingml/2006/main">
            <a:off x="7967026" y="2381250"/>
            <a:ext cx="110211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الافتراضي</a:t>
            </a:r>
          </a:p>
        </p:txBody>
      </p:sp>
      <p:sp>
        <p:nvSpPr>
          <p:cNvPr id="20" name="">
            <a:extLst xmlns:a="http://schemas.openxmlformats.org/drawingml/2006/main">
              <a:ext uri="{FF2B5EF4-FFF2-40B4-BE49-F238E27FC236}">
                <a16:creationId xmlns:a16="http://schemas.microsoft.com/office/drawing/2014/main" id="{437DB007-A843-49C7-ADF3-8641BA6EFBDD}"/>
              </a:ext>
            </a:extLst>
          </p:cNvPr>
          <p:cNvSpPr>
            <a:spLocks xmlns:a="http://schemas.openxmlformats.org/drawingml/2006/main" noGrp="1"/>
          </p:cNvSpPr>
          <p:nvPr/>
        </p:nvSpPr>
        <p:spPr>
          <a:xfrm xmlns:a="http://schemas.openxmlformats.org/drawingml/2006/main">
            <a:off x="13658329" y="3714750"/>
            <a:ext cx="73394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إعدادات</a:t>
            </a:r>
          </a:p>
        </p:txBody>
      </p:sp>
      <p:sp>
        <p:nvSpPr>
          <p:cNvPr id="21" name="">
            <a:extLst xmlns:a="http://schemas.openxmlformats.org/drawingml/2006/main">
              <a:ext uri="{FF2B5EF4-FFF2-40B4-BE49-F238E27FC236}">
                <a16:creationId xmlns:a16="http://schemas.microsoft.com/office/drawing/2014/main" id="{FDE1038C-A4FC-4F95-9F4B-27C17E151A95}"/>
              </a:ext>
            </a:extLst>
          </p:cNvPr>
          <p:cNvSpPr>
            <a:spLocks xmlns:a="http://schemas.openxmlformats.org/drawingml/2006/main" noGrp="1"/>
          </p:cNvSpPr>
          <p:nvPr/>
        </p:nvSpPr>
        <p:spPr>
          <a:xfrm xmlns:a="http://schemas.openxmlformats.org/drawingml/2006/main">
            <a:off x="12944948" y="3714750"/>
            <a:ext cx="63432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الحماية</a:t>
            </a:r>
          </a:p>
        </p:txBody>
      </p:sp>
      <p:sp>
        <p:nvSpPr>
          <p:cNvPr id="22" name="">
            <a:extLst xmlns:a="http://schemas.openxmlformats.org/drawingml/2006/main">
              <a:ext uri="{FF2B5EF4-FFF2-40B4-BE49-F238E27FC236}">
                <a16:creationId xmlns:a16="http://schemas.microsoft.com/office/drawing/2014/main" id="{80D54FBC-8632-4E0D-9C42-CE32DB762F3F}"/>
              </a:ext>
            </a:extLst>
          </p:cNvPr>
          <p:cNvSpPr>
            <a:spLocks xmlns:a="http://schemas.openxmlformats.org/drawingml/2006/main" noGrp="1"/>
          </p:cNvSpPr>
          <p:nvPr/>
        </p:nvSpPr>
        <p:spPr>
          <a:xfrm xmlns:a="http://schemas.openxmlformats.org/drawingml/2006/main">
            <a:off x="12159012" y="3714750"/>
            <a:ext cx="70687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والأتمتة</a:t>
            </a:r>
          </a:p>
        </p:txBody>
      </p:sp>
      <p:sp>
        <p:nvSpPr>
          <p:cNvPr id="23" name="">
            <a:extLst xmlns:a="http://schemas.openxmlformats.org/drawingml/2006/main">
              <a:ext uri="{FF2B5EF4-FFF2-40B4-BE49-F238E27FC236}">
                <a16:creationId xmlns:a16="http://schemas.microsoft.com/office/drawing/2014/main" id="{226FE1A3-E0CF-4CD9-BC82-B41FC5868DB2}"/>
              </a:ext>
            </a:extLst>
          </p:cNvPr>
          <p:cNvSpPr>
            <a:spLocks xmlns:a="http://schemas.openxmlformats.org/drawingml/2006/main" noGrp="1"/>
          </p:cNvSpPr>
          <p:nvPr/>
        </p:nvSpPr>
        <p:spPr>
          <a:xfrm xmlns:a="http://schemas.openxmlformats.org/drawingml/2006/main">
            <a:off x="11402657" y="3714750"/>
            <a:ext cx="67729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وبيانات</a:t>
            </a:r>
          </a:p>
        </p:txBody>
      </p:sp>
      <p:sp>
        <p:nvSpPr>
          <p:cNvPr id="24" name="">
            <a:extLst xmlns:a="http://schemas.openxmlformats.org/drawingml/2006/main">
              <a:ext uri="{FF2B5EF4-FFF2-40B4-BE49-F238E27FC236}">
                <a16:creationId xmlns:a16="http://schemas.microsoft.com/office/drawing/2014/main" id="{C248127A-E3B6-46C8-9C23-5B6A54572E5B}"/>
              </a:ext>
            </a:extLst>
          </p:cNvPr>
          <p:cNvSpPr>
            <a:spLocks xmlns:a="http://schemas.openxmlformats.org/drawingml/2006/main" noGrp="1"/>
          </p:cNvSpPr>
          <p:nvPr/>
        </p:nvSpPr>
        <p:spPr>
          <a:xfrm xmlns:a="http://schemas.openxmlformats.org/drawingml/2006/main">
            <a:off x="10565934" y="3714750"/>
            <a:ext cx="75766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الخدمات</a:t>
            </a:r>
          </a:p>
        </p:txBody>
      </p:sp>
      <p:sp>
        <p:nvSpPr>
          <p:cNvPr id="25" name="">
            <a:extLst xmlns:a="http://schemas.openxmlformats.org/drawingml/2006/main">
              <a:ext uri="{FF2B5EF4-FFF2-40B4-BE49-F238E27FC236}">
                <a16:creationId xmlns:a16="http://schemas.microsoft.com/office/drawing/2014/main" id="{ED615328-4533-424E-8487-22EA9C7FE282}"/>
              </a:ext>
            </a:extLst>
          </p:cNvPr>
          <p:cNvSpPr>
            <a:spLocks xmlns:a="http://schemas.openxmlformats.org/drawingml/2006/main" noGrp="1"/>
          </p:cNvSpPr>
          <p:nvPr/>
        </p:nvSpPr>
        <p:spPr>
          <a:xfrm xmlns:a="http://schemas.openxmlformats.org/drawingml/2006/main">
            <a:off x="9903479" y="3714750"/>
            <a:ext cx="58339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الأمنية</a:t>
            </a:r>
          </a:p>
        </p:txBody>
      </p:sp>
      <p:sp>
        <p:nvSpPr>
          <p:cNvPr id="26" name="">
            <a:extLst xmlns:a="http://schemas.openxmlformats.org/drawingml/2006/main">
              <a:ext uri="{FF2B5EF4-FFF2-40B4-BE49-F238E27FC236}">
                <a16:creationId xmlns:a16="http://schemas.microsoft.com/office/drawing/2014/main" id="{BC854B8E-9B7F-4F87-BEA9-FE3CF03D498D}"/>
              </a:ext>
            </a:extLst>
          </p:cNvPr>
          <p:cNvSpPr>
            <a:spLocks xmlns:a="http://schemas.openxmlformats.org/drawingml/2006/main" noGrp="1"/>
          </p:cNvSpPr>
          <p:nvPr/>
        </p:nvSpPr>
        <p:spPr>
          <a:xfrm xmlns:a="http://schemas.openxmlformats.org/drawingml/2006/main">
            <a:off x="14064909" y="4386263"/>
            <a:ext cx="32736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142B36"/>
                </a:solidFill>
                <a:latin typeface="Arial"/>
                <a:ea typeface="Arial"/>
                <a:cs typeface="Arial"/>
              </a:defRPr>
            </a:defPPr>
            <a:lvl1pPr algn="l">
              <a:defRPr sz="2250" b="0">
                <a:solidFill>
                  <a:srgbClr val="142B36"/>
                </a:solidFill>
                <a:latin typeface="Arial"/>
                <a:ea typeface="Arial"/>
                <a:cs typeface="Arial"/>
              </a:defRPr>
            </a:lvl1pPr>
            <a:lvl2pPr algn="l">
              <a:defRPr sz="2250" b="0">
                <a:solidFill>
                  <a:srgbClr val="142B36"/>
                </a:solidFill>
                <a:latin typeface="Arial"/>
                <a:ea typeface="Arial"/>
                <a:cs typeface="Arial"/>
              </a:defRPr>
            </a:lvl2pPr>
            <a:lvl3pPr algn="l">
              <a:defRPr sz="2250" b="0">
                <a:solidFill>
                  <a:srgbClr val="142B36"/>
                </a:solidFill>
                <a:latin typeface="Arial"/>
                <a:ea typeface="Arial"/>
                <a:cs typeface="Arial"/>
              </a:defRPr>
            </a:lvl3pPr>
            <a:lvl4pPr algn="l">
              <a:defRPr sz="2250" b="0">
                <a:solidFill>
                  <a:srgbClr val="142B36"/>
                </a:solidFill>
                <a:latin typeface="Arial"/>
                <a:ea typeface="Arial"/>
                <a:cs typeface="Arial"/>
              </a:defRPr>
            </a:lvl4pPr>
            <a:lvl5pPr algn="l">
              <a:defRPr sz="2250" b="0">
                <a:solidFill>
                  <a:srgbClr val="142B36"/>
                </a:solidFill>
                <a:latin typeface="Arial"/>
                <a:ea typeface="Arial"/>
                <a:cs typeface="Arial"/>
              </a:defRPr>
            </a:lvl5pPr>
            <a:lvl6pPr algn="l">
              <a:defRPr sz="2250" b="0">
                <a:solidFill>
                  <a:srgbClr val="142B36"/>
                </a:solidFill>
                <a:latin typeface="Arial"/>
                <a:ea typeface="Arial"/>
                <a:cs typeface="Arial"/>
              </a:defRPr>
            </a:lvl6pPr>
            <a:lvl7pPr algn="l">
              <a:defRPr sz="2250" b="0">
                <a:solidFill>
                  <a:srgbClr val="142B36"/>
                </a:solidFill>
                <a:latin typeface="Arial"/>
                <a:ea typeface="Arial"/>
                <a:cs typeface="Arial"/>
              </a:defRPr>
            </a:lvl7pPr>
            <a:lvl8pPr algn="l">
              <a:defRPr sz="2250" b="0">
                <a:solidFill>
                  <a:srgbClr val="142B36"/>
                </a:solidFill>
                <a:latin typeface="Arial"/>
                <a:ea typeface="Arial"/>
                <a:cs typeface="Arial"/>
              </a:defRPr>
            </a:lvl8pPr>
            <a:lvl9pPr algn="l">
              <a:defRPr sz="2250" b="0">
                <a:solidFill>
                  <a:srgbClr val="142B36"/>
                </a:solidFill>
                <a:latin typeface="Arial"/>
                <a:ea typeface="Arial"/>
                <a:cs typeface="Arial"/>
              </a:defRPr>
            </a:lvl9pPr>
          </a:lstStyle>
          <a:p xmlns:a="http://schemas.openxmlformats.org/drawingml/2006/main">
            <a:pPr algn="l">
              <a:defRPr sz="2250" b="0">
                <a:solidFill>
                  <a:srgbClr val="142B36"/>
                </a:solidFill>
                <a:latin typeface="Arial"/>
                <a:ea typeface="Arial"/>
                <a:cs typeface="Arial"/>
              </a:defRPr>
            </a:pPr>
            <a:r>
              <a:rPr sz="2250" b="0">
                <a:solidFill>
                  <a:srgbClr val="142B36"/>
                </a:solidFill>
                <a:latin typeface="Arial"/>
                <a:ea typeface="Arial"/>
                <a:cs typeface="Arial"/>
              </a:rPr>
              <a:t>20</a:t>
            </a:r>
          </a:p>
        </p:txBody>
      </p:sp>
      <p:sp>
        <p:nvSpPr>
          <p:cNvPr id="27" name="">
            <a:extLst xmlns:a="http://schemas.openxmlformats.org/drawingml/2006/main">
              <a:ext uri="{FF2B5EF4-FFF2-40B4-BE49-F238E27FC236}">
                <a16:creationId xmlns:a16="http://schemas.microsoft.com/office/drawing/2014/main" id="{B7E1A0CC-A461-4113-B0E1-F96D3289097E}"/>
              </a:ext>
            </a:extLst>
          </p:cNvPr>
          <p:cNvSpPr>
            <a:spLocks xmlns:a="http://schemas.openxmlformats.org/drawingml/2006/main" noGrp="1"/>
          </p:cNvSpPr>
          <p:nvPr/>
        </p:nvSpPr>
        <p:spPr>
          <a:xfrm xmlns:a="http://schemas.openxmlformats.org/drawingml/2006/main">
            <a:off x="13441103" y="4386263"/>
            <a:ext cx="54474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فحصًا</a:t>
            </a:r>
          </a:p>
        </p:txBody>
      </p:sp>
      <p:sp>
        <p:nvSpPr>
          <p:cNvPr id="28" name="">
            <a:extLst xmlns:a="http://schemas.openxmlformats.org/drawingml/2006/main">
              <a:ext uri="{FF2B5EF4-FFF2-40B4-BE49-F238E27FC236}">
                <a16:creationId xmlns:a16="http://schemas.microsoft.com/office/drawing/2014/main" id="{442A9613-5F5C-46D4-85F0-4D6EC76EE7ED}"/>
              </a:ext>
            </a:extLst>
          </p:cNvPr>
          <p:cNvSpPr>
            <a:spLocks xmlns:a="http://schemas.openxmlformats.org/drawingml/2006/main" noGrp="1"/>
          </p:cNvSpPr>
          <p:nvPr/>
        </p:nvSpPr>
        <p:spPr>
          <a:xfrm xmlns:a="http://schemas.openxmlformats.org/drawingml/2006/main">
            <a:off x="12789113" y="4386263"/>
            <a:ext cx="57293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أساسيًا</a:t>
            </a:r>
          </a:p>
        </p:txBody>
      </p:sp>
      <p:sp>
        <p:nvSpPr>
          <p:cNvPr id="29" name="">
            <a:extLst xmlns:a="http://schemas.openxmlformats.org/drawingml/2006/main">
              <a:ext uri="{FF2B5EF4-FFF2-40B4-BE49-F238E27FC236}">
                <a16:creationId xmlns:a16="http://schemas.microsoft.com/office/drawing/2014/main" id="{58A84B54-0B56-470F-9E4B-579FF9937A78}"/>
              </a:ext>
            </a:extLst>
          </p:cNvPr>
          <p:cNvSpPr>
            <a:spLocks xmlns:a="http://schemas.openxmlformats.org/drawingml/2006/main" noGrp="1"/>
          </p:cNvSpPr>
          <p:nvPr/>
        </p:nvSpPr>
        <p:spPr>
          <a:xfrm xmlns:a="http://schemas.openxmlformats.org/drawingml/2006/main">
            <a:off x="12577050" y="4386263"/>
            <a:ext cx="13300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a:t>
            </a:r>
          </a:p>
        </p:txBody>
      </p:sp>
      <p:sp>
        <p:nvSpPr>
          <p:cNvPr id="30" name="">
            <a:extLst xmlns:a="http://schemas.openxmlformats.org/drawingml/2006/main">
              <a:ext uri="{FF2B5EF4-FFF2-40B4-BE49-F238E27FC236}">
                <a16:creationId xmlns:a16="http://schemas.microsoft.com/office/drawing/2014/main" id="{C82800D1-1794-478A-A539-5C213F6ACFC5}"/>
              </a:ext>
            </a:extLst>
          </p:cNvPr>
          <p:cNvSpPr>
            <a:spLocks xmlns:a="http://schemas.openxmlformats.org/drawingml/2006/main" noGrp="1"/>
          </p:cNvSpPr>
          <p:nvPr/>
        </p:nvSpPr>
        <p:spPr>
          <a:xfrm xmlns:a="http://schemas.openxmlformats.org/drawingml/2006/main">
            <a:off x="12329547" y="4386263"/>
            <a:ext cx="16844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142B36"/>
                </a:solidFill>
                <a:latin typeface="Arial"/>
                <a:ea typeface="Arial"/>
                <a:cs typeface="Arial"/>
              </a:defRPr>
            </a:defPPr>
            <a:lvl1pPr algn="l">
              <a:defRPr sz="2250" b="0">
                <a:solidFill>
                  <a:srgbClr val="142B36"/>
                </a:solidFill>
                <a:latin typeface="Arial"/>
                <a:ea typeface="Arial"/>
                <a:cs typeface="Arial"/>
              </a:defRPr>
            </a:lvl1pPr>
            <a:lvl2pPr algn="l">
              <a:defRPr sz="2250" b="0">
                <a:solidFill>
                  <a:srgbClr val="142B36"/>
                </a:solidFill>
                <a:latin typeface="Arial"/>
                <a:ea typeface="Arial"/>
                <a:cs typeface="Arial"/>
              </a:defRPr>
            </a:lvl2pPr>
            <a:lvl3pPr algn="l">
              <a:defRPr sz="2250" b="0">
                <a:solidFill>
                  <a:srgbClr val="142B36"/>
                </a:solidFill>
                <a:latin typeface="Arial"/>
                <a:ea typeface="Arial"/>
                <a:cs typeface="Arial"/>
              </a:defRPr>
            </a:lvl3pPr>
            <a:lvl4pPr algn="l">
              <a:defRPr sz="2250" b="0">
                <a:solidFill>
                  <a:srgbClr val="142B36"/>
                </a:solidFill>
                <a:latin typeface="Arial"/>
                <a:ea typeface="Arial"/>
                <a:cs typeface="Arial"/>
              </a:defRPr>
            </a:lvl4pPr>
            <a:lvl5pPr algn="l">
              <a:defRPr sz="2250" b="0">
                <a:solidFill>
                  <a:srgbClr val="142B36"/>
                </a:solidFill>
                <a:latin typeface="Arial"/>
                <a:ea typeface="Arial"/>
                <a:cs typeface="Arial"/>
              </a:defRPr>
            </a:lvl5pPr>
            <a:lvl6pPr algn="l">
              <a:defRPr sz="2250" b="0">
                <a:solidFill>
                  <a:srgbClr val="142B36"/>
                </a:solidFill>
                <a:latin typeface="Arial"/>
                <a:ea typeface="Arial"/>
                <a:cs typeface="Arial"/>
              </a:defRPr>
            </a:lvl6pPr>
            <a:lvl7pPr algn="l">
              <a:defRPr sz="2250" b="0">
                <a:solidFill>
                  <a:srgbClr val="142B36"/>
                </a:solidFill>
                <a:latin typeface="Arial"/>
                <a:ea typeface="Arial"/>
                <a:cs typeface="Arial"/>
              </a:defRPr>
            </a:lvl7pPr>
            <a:lvl8pPr algn="l">
              <a:defRPr sz="2250" b="0">
                <a:solidFill>
                  <a:srgbClr val="142B36"/>
                </a:solidFill>
                <a:latin typeface="Arial"/>
                <a:ea typeface="Arial"/>
                <a:cs typeface="Arial"/>
              </a:defRPr>
            </a:lvl8pPr>
            <a:lvl9pPr algn="l">
              <a:defRPr sz="2250" b="0">
                <a:solidFill>
                  <a:srgbClr val="142B36"/>
                </a:solidFill>
                <a:latin typeface="Arial"/>
                <a:ea typeface="Arial"/>
                <a:cs typeface="Arial"/>
              </a:defRPr>
            </a:lvl9pPr>
          </a:lstStyle>
          <a:p xmlns:a="http://schemas.openxmlformats.org/drawingml/2006/main">
            <a:pPr algn="l">
              <a:defRPr sz="2250" b="0">
                <a:solidFill>
                  <a:srgbClr val="142B36"/>
                </a:solidFill>
                <a:latin typeface="Arial"/>
                <a:ea typeface="Arial"/>
                <a:cs typeface="Arial"/>
              </a:defRPr>
            </a:pPr>
            <a:r>
              <a:rPr sz="2250" b="0">
                <a:solidFill>
                  <a:srgbClr val="142B36"/>
                </a:solidFill>
                <a:latin typeface="Arial"/>
                <a:ea typeface="Arial"/>
                <a:cs typeface="Arial"/>
              </a:rPr>
              <a:t>4</a:t>
            </a:r>
          </a:p>
        </p:txBody>
      </p:sp>
      <p:sp>
        <p:nvSpPr>
          <p:cNvPr id="31" name="">
            <a:extLst xmlns:a="http://schemas.openxmlformats.org/drawingml/2006/main">
              <a:ext uri="{FF2B5EF4-FFF2-40B4-BE49-F238E27FC236}">
                <a16:creationId xmlns:a16="http://schemas.microsoft.com/office/drawing/2014/main" id="{8394F08A-6E9D-40AF-9D54-64ACD86D0AC2}"/>
              </a:ext>
            </a:extLst>
          </p:cNvPr>
          <p:cNvSpPr>
            <a:spLocks xmlns:a="http://schemas.openxmlformats.org/drawingml/2006/main" noGrp="1"/>
          </p:cNvSpPr>
          <p:nvPr/>
        </p:nvSpPr>
        <p:spPr>
          <a:xfrm xmlns:a="http://schemas.openxmlformats.org/drawingml/2006/main">
            <a:off x="11440223" y="4386263"/>
            <a:ext cx="81026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مشروطة</a:t>
            </a:r>
          </a:p>
        </p:txBody>
      </p:sp>
      <p:sp>
        <p:nvSpPr>
          <p:cNvPr id="32" name="">
            <a:extLst xmlns:a="http://schemas.openxmlformats.org/drawingml/2006/main">
              <a:ext uri="{FF2B5EF4-FFF2-40B4-BE49-F238E27FC236}">
                <a16:creationId xmlns:a16="http://schemas.microsoft.com/office/drawing/2014/main" id="{DE456BA7-AC2E-4D62-B892-8CF903DD744E}"/>
              </a:ext>
            </a:extLst>
          </p:cNvPr>
          <p:cNvSpPr>
            <a:spLocks xmlns:a="http://schemas.openxmlformats.org/drawingml/2006/main" noGrp="1"/>
          </p:cNvSpPr>
          <p:nvPr/>
        </p:nvSpPr>
        <p:spPr>
          <a:xfrm xmlns:a="http://schemas.openxmlformats.org/drawingml/2006/main">
            <a:off x="10813347" y="4386263"/>
            <a:ext cx="54781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بتوافر</a:t>
            </a:r>
          </a:p>
        </p:txBody>
      </p:sp>
      <p:sp>
        <p:nvSpPr>
          <p:cNvPr id="33" name="">
            <a:extLst xmlns:a="http://schemas.openxmlformats.org/drawingml/2006/main">
              <a:ext uri="{FF2B5EF4-FFF2-40B4-BE49-F238E27FC236}">
                <a16:creationId xmlns:a16="http://schemas.microsoft.com/office/drawing/2014/main" id="{EF02A217-F97F-4988-BC3B-C82B3BFE8E63}"/>
              </a:ext>
            </a:extLst>
          </p:cNvPr>
          <p:cNvSpPr>
            <a:spLocks xmlns:a="http://schemas.openxmlformats.org/drawingml/2006/main" noGrp="1"/>
          </p:cNvSpPr>
          <p:nvPr/>
        </p:nvSpPr>
        <p:spPr>
          <a:xfrm xmlns:a="http://schemas.openxmlformats.org/drawingml/2006/main">
            <a:off x="10138894" y="4386263"/>
            <a:ext cx="59539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الخدمة</a:t>
            </a:r>
          </a:p>
        </p:txBody>
      </p:sp>
      <p:sp>
        <p:nvSpPr>
          <p:cNvPr id="34" name="">
            <a:extLst xmlns:a="http://schemas.openxmlformats.org/drawingml/2006/main">
              <a:ext uri="{FF2B5EF4-FFF2-40B4-BE49-F238E27FC236}">
                <a16:creationId xmlns:a16="http://schemas.microsoft.com/office/drawing/2014/main" id="{2A12DA89-FBC2-42A5-AA98-E1053BFABFFD}"/>
              </a:ext>
            </a:extLst>
          </p:cNvPr>
          <p:cNvSpPr>
            <a:spLocks xmlns:a="http://schemas.openxmlformats.org/drawingml/2006/main" noGrp="1"/>
          </p:cNvSpPr>
          <p:nvPr/>
        </p:nvSpPr>
        <p:spPr>
          <a:xfrm xmlns:a="http://schemas.openxmlformats.org/drawingml/2006/main">
            <a:off x="9066790" y="4386263"/>
            <a:ext cx="99304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والصلاحية</a:t>
            </a:r>
          </a:p>
        </p:txBody>
      </p:sp>
      <p:sp>
        <p:nvSpPr>
          <p:cNvPr id="35" name="">
            <a:extLst xmlns:a="http://schemas.openxmlformats.org/drawingml/2006/main">
              <a:ext uri="{FF2B5EF4-FFF2-40B4-BE49-F238E27FC236}">
                <a16:creationId xmlns:a16="http://schemas.microsoft.com/office/drawing/2014/main" id="{A4C935E8-8D53-4FB6-BE40-C06022CCEC0F}"/>
              </a:ext>
            </a:extLst>
          </p:cNvPr>
          <p:cNvSpPr>
            <a:spLocks xmlns:a="http://schemas.openxmlformats.org/drawingml/2006/main" noGrp="1"/>
          </p:cNvSpPr>
          <p:nvPr/>
        </p:nvSpPr>
        <p:spPr>
          <a:xfrm xmlns:a="http://schemas.openxmlformats.org/drawingml/2006/main">
            <a:off x="13841109" y="5057775"/>
            <a:ext cx="55116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تطبيق</a:t>
            </a:r>
          </a:p>
        </p:txBody>
      </p:sp>
      <p:sp>
        <p:nvSpPr>
          <p:cNvPr id="36" name="">
            <a:extLst xmlns:a="http://schemas.openxmlformats.org/drawingml/2006/main">
              <a:ext uri="{FF2B5EF4-FFF2-40B4-BE49-F238E27FC236}">
                <a16:creationId xmlns:a16="http://schemas.microsoft.com/office/drawing/2014/main" id="{5F393915-CF4E-46E6-A94A-D3FD4453782F}"/>
              </a:ext>
            </a:extLst>
          </p:cNvPr>
          <p:cNvSpPr>
            <a:spLocks xmlns:a="http://schemas.openxmlformats.org/drawingml/2006/main" noGrp="1"/>
          </p:cNvSpPr>
          <p:nvPr/>
        </p:nvSpPr>
        <p:spPr>
          <a:xfrm xmlns:a="http://schemas.openxmlformats.org/drawingml/2006/main">
            <a:off x="12978294" y="5057775"/>
            <a:ext cx="78375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المسؤول</a:t>
            </a:r>
          </a:p>
        </p:txBody>
      </p:sp>
      <p:sp>
        <p:nvSpPr>
          <p:cNvPr id="37" name="">
            <a:extLst xmlns:a="http://schemas.openxmlformats.org/drawingml/2006/main">
              <a:ext uri="{FF2B5EF4-FFF2-40B4-BE49-F238E27FC236}">
                <a16:creationId xmlns:a16="http://schemas.microsoft.com/office/drawing/2014/main" id="{99B3B1A7-C363-4660-95EC-1E70EBB93F00}"/>
              </a:ext>
            </a:extLst>
          </p:cNvPr>
          <p:cNvSpPr>
            <a:spLocks xmlns:a="http://schemas.openxmlformats.org/drawingml/2006/main" noGrp="1"/>
          </p:cNvSpPr>
          <p:nvPr/>
        </p:nvSpPr>
        <p:spPr>
          <a:xfrm xmlns:a="http://schemas.openxmlformats.org/drawingml/2006/main">
            <a:off x="12278168" y="5057775"/>
            <a:ext cx="62106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للتعديل</a:t>
            </a:r>
          </a:p>
        </p:txBody>
      </p:sp>
      <p:sp>
        <p:nvSpPr>
          <p:cNvPr id="38" name="">
            <a:extLst xmlns:a="http://schemas.openxmlformats.org/drawingml/2006/main">
              <a:ext uri="{FF2B5EF4-FFF2-40B4-BE49-F238E27FC236}">
                <a16:creationId xmlns:a16="http://schemas.microsoft.com/office/drawing/2014/main" id="{CE76F321-24EE-42DA-B6A3-B998D1D480A3}"/>
              </a:ext>
            </a:extLst>
          </p:cNvPr>
          <p:cNvSpPr>
            <a:spLocks xmlns:a="http://schemas.openxmlformats.org/drawingml/2006/main" noGrp="1"/>
          </p:cNvSpPr>
          <p:nvPr/>
        </p:nvSpPr>
        <p:spPr>
          <a:xfrm xmlns:a="http://schemas.openxmlformats.org/drawingml/2006/main">
            <a:off x="11764588" y="5057775"/>
            <a:ext cx="434522"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يدويًا</a:t>
            </a:r>
          </a:p>
        </p:txBody>
      </p:sp>
      <p:sp>
        <p:nvSpPr>
          <p:cNvPr id="39" name="">
            <a:extLst xmlns:a="http://schemas.openxmlformats.org/drawingml/2006/main">
              <a:ext uri="{FF2B5EF4-FFF2-40B4-BE49-F238E27FC236}">
                <a16:creationId xmlns:a16="http://schemas.microsoft.com/office/drawing/2014/main" id="{E72322AD-0F92-4F58-882F-219B2A33BA5B}"/>
              </a:ext>
            </a:extLst>
          </p:cNvPr>
          <p:cNvSpPr>
            <a:spLocks xmlns:a="http://schemas.openxmlformats.org/drawingml/2006/main" noGrp="1"/>
          </p:cNvSpPr>
          <p:nvPr/>
        </p:nvSpPr>
        <p:spPr>
          <a:xfrm xmlns:a="http://schemas.openxmlformats.org/drawingml/2006/main">
            <a:off x="11509690" y="5057775"/>
            <a:ext cx="17584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ثم</a:t>
            </a:r>
          </a:p>
        </p:txBody>
      </p:sp>
      <p:sp>
        <p:nvSpPr>
          <p:cNvPr id="40" name="">
            <a:extLst xmlns:a="http://schemas.openxmlformats.org/drawingml/2006/main">
              <a:ext uri="{FF2B5EF4-FFF2-40B4-BE49-F238E27FC236}">
                <a16:creationId xmlns:a16="http://schemas.microsoft.com/office/drawing/2014/main" id="{040B4924-3027-473E-B55F-4025309BA8F0}"/>
              </a:ext>
            </a:extLst>
          </p:cNvPr>
          <p:cNvSpPr>
            <a:spLocks xmlns:a="http://schemas.openxmlformats.org/drawingml/2006/main" noGrp="1"/>
          </p:cNvSpPr>
          <p:nvPr/>
        </p:nvSpPr>
        <p:spPr>
          <a:xfrm xmlns:a="http://schemas.openxmlformats.org/drawingml/2006/main">
            <a:off x="10969042" y="5057775"/>
            <a:ext cx="46159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إعادة</a:t>
            </a:r>
          </a:p>
        </p:txBody>
      </p:sp>
      <p:sp>
        <p:nvSpPr>
          <p:cNvPr id="41" name="">
            <a:extLst xmlns:a="http://schemas.openxmlformats.org/drawingml/2006/main">
              <a:ext uri="{FF2B5EF4-FFF2-40B4-BE49-F238E27FC236}">
                <a16:creationId xmlns:a16="http://schemas.microsoft.com/office/drawing/2014/main" id="{D9722C48-5484-4B96-AA21-22B821D8B8D4}"/>
              </a:ext>
            </a:extLst>
          </p:cNvPr>
          <p:cNvSpPr>
            <a:spLocks xmlns:a="http://schemas.openxmlformats.org/drawingml/2006/main" noGrp="1"/>
          </p:cNvSpPr>
          <p:nvPr/>
        </p:nvSpPr>
        <p:spPr>
          <a:xfrm xmlns:a="http://schemas.openxmlformats.org/drawingml/2006/main">
            <a:off x="10299751" y="5057775"/>
            <a:ext cx="59023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التحقق</a:t>
            </a:r>
          </a:p>
        </p:txBody>
      </p:sp>
      <p:sp>
        <p:nvSpPr>
          <p:cNvPr id="42" name="">
            <a:extLst xmlns:a="http://schemas.openxmlformats.org/drawingml/2006/main">
              <a:ext uri="{FF2B5EF4-FFF2-40B4-BE49-F238E27FC236}">
                <a16:creationId xmlns:a16="http://schemas.microsoft.com/office/drawing/2014/main" id="{F23AE49E-602B-420F-BF65-7B601143B76F}"/>
              </a:ext>
            </a:extLst>
          </p:cNvPr>
          <p:cNvSpPr>
            <a:spLocks xmlns:a="http://schemas.openxmlformats.org/drawingml/2006/main" noGrp="1"/>
          </p:cNvSpPr>
          <p:nvPr/>
        </p:nvSpPr>
        <p:spPr>
          <a:xfrm xmlns:a="http://schemas.openxmlformats.org/drawingml/2006/main">
            <a:off x="13841109" y="5729288"/>
            <a:ext cx="55116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فحص</a:t>
            </a:r>
          </a:p>
        </p:txBody>
      </p:sp>
      <p:sp>
        <p:nvSpPr>
          <p:cNvPr id="43" name="">
            <a:extLst xmlns:a="http://schemas.openxmlformats.org/drawingml/2006/main">
              <a:ext uri="{FF2B5EF4-FFF2-40B4-BE49-F238E27FC236}">
                <a16:creationId xmlns:a16="http://schemas.microsoft.com/office/drawing/2014/main" id="{12DC98EF-314C-441F-9EAA-89B0C890A118}"/>
              </a:ext>
            </a:extLst>
          </p:cNvPr>
          <p:cNvSpPr>
            <a:spLocks xmlns:a="http://schemas.openxmlformats.org/drawingml/2006/main" noGrp="1"/>
          </p:cNvSpPr>
          <p:nvPr/>
        </p:nvSpPr>
        <p:spPr>
          <a:xfrm xmlns:a="http://schemas.openxmlformats.org/drawingml/2006/main">
            <a:off x="13117402" y="5729288"/>
            <a:ext cx="64464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الشيفرة</a:t>
            </a:r>
          </a:p>
        </p:txBody>
      </p:sp>
      <p:sp>
        <p:nvSpPr>
          <p:cNvPr id="44" name="">
            <a:extLst xmlns:a="http://schemas.openxmlformats.org/drawingml/2006/main">
              <a:ext uri="{FF2B5EF4-FFF2-40B4-BE49-F238E27FC236}">
                <a16:creationId xmlns:a16="http://schemas.microsoft.com/office/drawing/2014/main" id="{E58F8B4F-D438-47C2-9CBE-81D79098F217}"/>
              </a:ext>
            </a:extLst>
          </p:cNvPr>
          <p:cNvSpPr>
            <a:spLocks xmlns:a="http://schemas.openxmlformats.org/drawingml/2006/main" noGrp="1"/>
          </p:cNvSpPr>
          <p:nvPr/>
        </p:nvSpPr>
        <p:spPr>
          <a:xfrm xmlns:a="http://schemas.openxmlformats.org/drawingml/2006/main">
            <a:off x="12435972" y="5729288"/>
            <a:ext cx="60237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الشامل</a:t>
            </a:r>
          </a:p>
        </p:txBody>
      </p:sp>
      <p:sp>
        <p:nvSpPr>
          <p:cNvPr id="45" name="">
            <a:extLst xmlns:a="http://schemas.openxmlformats.org/drawingml/2006/main">
              <a:ext uri="{FF2B5EF4-FFF2-40B4-BE49-F238E27FC236}">
                <a16:creationId xmlns:a16="http://schemas.microsoft.com/office/drawing/2014/main" id="{817D560A-7656-46BE-B804-9016FD4A5718}"/>
              </a:ext>
            </a:extLst>
          </p:cNvPr>
          <p:cNvSpPr>
            <a:spLocks xmlns:a="http://schemas.openxmlformats.org/drawingml/2006/main" noGrp="1"/>
          </p:cNvSpPr>
          <p:nvPr/>
        </p:nvSpPr>
        <p:spPr>
          <a:xfrm xmlns:a="http://schemas.openxmlformats.org/drawingml/2006/main">
            <a:off x="12223909" y="5729288"/>
            <a:ext cx="13300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a:t>
            </a:r>
          </a:p>
        </p:txBody>
      </p:sp>
      <p:sp>
        <p:nvSpPr>
          <p:cNvPr id="46" name="">
            <a:extLst xmlns:a="http://schemas.openxmlformats.org/drawingml/2006/main">
              <a:ext uri="{FF2B5EF4-FFF2-40B4-BE49-F238E27FC236}">
                <a16:creationId xmlns:a16="http://schemas.microsoft.com/office/drawing/2014/main" id="{791D66C8-6DAA-4BA7-9604-37DB07FBD744}"/>
              </a:ext>
            </a:extLst>
          </p:cNvPr>
          <p:cNvSpPr>
            <a:spLocks xmlns:a="http://schemas.openxmlformats.org/drawingml/2006/main" noGrp="1"/>
          </p:cNvSpPr>
          <p:nvPr/>
        </p:nvSpPr>
        <p:spPr>
          <a:xfrm xmlns:a="http://schemas.openxmlformats.org/drawingml/2006/main">
            <a:off x="11516108" y="5729288"/>
            <a:ext cx="62874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142B36"/>
                </a:solidFill>
                <a:latin typeface="Arial"/>
                <a:ea typeface="Arial"/>
                <a:cs typeface="Arial"/>
              </a:defRPr>
            </a:defPPr>
            <a:lvl1pPr algn="l">
              <a:defRPr sz="2250" b="0">
                <a:solidFill>
                  <a:srgbClr val="142B36"/>
                </a:solidFill>
                <a:latin typeface="Arial"/>
                <a:ea typeface="Arial"/>
                <a:cs typeface="Arial"/>
              </a:defRPr>
            </a:lvl1pPr>
            <a:lvl2pPr algn="l">
              <a:defRPr sz="2250" b="0">
                <a:solidFill>
                  <a:srgbClr val="142B36"/>
                </a:solidFill>
                <a:latin typeface="Arial"/>
                <a:ea typeface="Arial"/>
                <a:cs typeface="Arial"/>
              </a:defRPr>
            </a:lvl2pPr>
            <a:lvl3pPr algn="l">
              <a:defRPr sz="2250" b="0">
                <a:solidFill>
                  <a:srgbClr val="142B36"/>
                </a:solidFill>
                <a:latin typeface="Arial"/>
                <a:ea typeface="Arial"/>
                <a:cs typeface="Arial"/>
              </a:defRPr>
            </a:lvl3pPr>
            <a:lvl4pPr algn="l">
              <a:defRPr sz="2250" b="0">
                <a:solidFill>
                  <a:srgbClr val="142B36"/>
                </a:solidFill>
                <a:latin typeface="Arial"/>
                <a:ea typeface="Arial"/>
                <a:cs typeface="Arial"/>
              </a:defRPr>
            </a:lvl4pPr>
            <a:lvl5pPr algn="l">
              <a:defRPr sz="2250" b="0">
                <a:solidFill>
                  <a:srgbClr val="142B36"/>
                </a:solidFill>
                <a:latin typeface="Arial"/>
                <a:ea typeface="Arial"/>
                <a:cs typeface="Arial"/>
              </a:defRPr>
            </a:lvl5pPr>
            <a:lvl6pPr algn="l">
              <a:defRPr sz="2250" b="0">
                <a:solidFill>
                  <a:srgbClr val="142B36"/>
                </a:solidFill>
                <a:latin typeface="Arial"/>
                <a:ea typeface="Arial"/>
                <a:cs typeface="Arial"/>
              </a:defRPr>
            </a:lvl6pPr>
            <a:lvl7pPr algn="l">
              <a:defRPr sz="2250" b="0">
                <a:solidFill>
                  <a:srgbClr val="142B36"/>
                </a:solidFill>
                <a:latin typeface="Arial"/>
                <a:ea typeface="Arial"/>
                <a:cs typeface="Arial"/>
              </a:defRPr>
            </a:lvl7pPr>
            <a:lvl8pPr algn="l">
              <a:defRPr sz="2250" b="0">
                <a:solidFill>
                  <a:srgbClr val="142B36"/>
                </a:solidFill>
                <a:latin typeface="Arial"/>
                <a:ea typeface="Arial"/>
                <a:cs typeface="Arial"/>
              </a:defRPr>
            </a:lvl8pPr>
            <a:lvl9pPr algn="l">
              <a:defRPr sz="2250" b="0">
                <a:solidFill>
                  <a:srgbClr val="142B36"/>
                </a:solidFill>
                <a:latin typeface="Arial"/>
                <a:ea typeface="Arial"/>
                <a:cs typeface="Arial"/>
              </a:defRPr>
            </a:lvl9pPr>
          </a:lstStyle>
          <a:p xmlns:a="http://schemas.openxmlformats.org/drawingml/2006/main">
            <a:pPr algn="l">
              <a:defRPr sz="2250" b="0">
                <a:solidFill>
                  <a:srgbClr val="142B36"/>
                </a:solidFill>
                <a:latin typeface="Arial"/>
                <a:ea typeface="Arial"/>
                <a:cs typeface="Arial"/>
              </a:defRPr>
            </a:pPr>
            <a:r>
              <a:rPr sz="2250" b="0">
                <a:solidFill>
                  <a:srgbClr val="142B36"/>
                </a:solidFill>
                <a:latin typeface="Arial"/>
                <a:ea typeface="Arial"/>
                <a:cs typeface="Arial"/>
              </a:rPr>
              <a:t>RAG</a:t>
            </a:r>
          </a:p>
        </p:txBody>
      </p:sp>
      <p:sp>
        <p:nvSpPr>
          <p:cNvPr id="47" name="">
            <a:extLst xmlns:a="http://schemas.openxmlformats.org/drawingml/2006/main">
              <a:ext uri="{FF2B5EF4-FFF2-40B4-BE49-F238E27FC236}">
                <a16:creationId xmlns:a16="http://schemas.microsoft.com/office/drawing/2014/main" id="{11BBB7F3-91B6-4D44-B40C-F1A039E7FE27}"/>
              </a:ext>
            </a:extLst>
          </p:cNvPr>
          <p:cNvSpPr>
            <a:spLocks xmlns:a="http://schemas.openxmlformats.org/drawingml/2006/main" noGrp="1"/>
          </p:cNvSpPr>
          <p:nvPr/>
        </p:nvSpPr>
        <p:spPr>
          <a:xfrm xmlns:a="http://schemas.openxmlformats.org/drawingml/2006/main">
            <a:off x="10910023" y="5729288"/>
            <a:ext cx="52702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خارج</a:t>
            </a:r>
          </a:p>
        </p:txBody>
      </p:sp>
      <p:sp>
        <p:nvSpPr>
          <p:cNvPr id="48" name="">
            <a:extLst xmlns:a="http://schemas.openxmlformats.org/drawingml/2006/main">
              <a:ext uri="{FF2B5EF4-FFF2-40B4-BE49-F238E27FC236}">
                <a16:creationId xmlns:a16="http://schemas.microsoft.com/office/drawing/2014/main" id="{DD5AA23F-63F7-4342-9784-A0E101557844}"/>
              </a:ext>
            </a:extLst>
          </p:cNvPr>
          <p:cNvSpPr>
            <a:spLocks xmlns:a="http://schemas.openxmlformats.org/drawingml/2006/main" noGrp="1"/>
          </p:cNvSpPr>
          <p:nvPr/>
        </p:nvSpPr>
        <p:spPr>
          <a:xfrm xmlns:a="http://schemas.openxmlformats.org/drawingml/2006/main">
            <a:off x="10069812" y="5729288"/>
            <a:ext cx="76115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الإصدار</a:t>
            </a:r>
          </a:p>
        </p:txBody>
      </p:sp>
      <p:sp>
        <p:nvSpPr>
          <p:cNvPr id="49" name="">
            <a:extLst xmlns:a="http://schemas.openxmlformats.org/drawingml/2006/main">
              <a:ext uri="{FF2B5EF4-FFF2-40B4-BE49-F238E27FC236}">
                <a16:creationId xmlns:a16="http://schemas.microsoft.com/office/drawing/2014/main" id="{30DE8EC3-1D2C-43A7-AD6E-3E70F97C5050}"/>
              </a:ext>
            </a:extLst>
          </p:cNvPr>
          <p:cNvSpPr>
            <a:spLocks xmlns:a="http://schemas.openxmlformats.org/drawingml/2006/main" noGrp="1"/>
          </p:cNvSpPr>
          <p:nvPr/>
        </p:nvSpPr>
        <p:spPr>
          <a:xfrm xmlns:a="http://schemas.openxmlformats.org/drawingml/2006/main">
            <a:off x="9498468" y="5729288"/>
            <a:ext cx="49228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الأول</a:t>
            </a:r>
          </a:p>
        </p:txBody>
      </p:sp>
    </p:spTree>
    <p:extLst>
      <p:ext uri="{BB962C8B-B14F-4D97-AF65-F5344CB8AC3E}">
        <p14:creationId xmlns:p14="http://schemas.microsoft.com/office/powerpoint/2010/main" val="1612004891"/>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CFD0798-5A6C-4BAF-A958-AE59A1D1ABB6}"/>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02C707C5-4596-4A0A-9D9F-D355D7070324}"/>
              </a:ext>
            </a:extLst>
          </p:cNvPr>
          <p:cNvSpPr>
            <a:spLocks xmlns:a="http://schemas.openxmlformats.org/drawingml/2006/main" noGrp="1"/>
          </p:cNvSpPr>
          <p:nvPr/>
        </p:nvSpPr>
        <p:spPr>
          <a:xfrm xmlns:a="http://schemas.openxmlformats.org/drawingml/2006/main">
            <a:off x="13269162" y="1190625"/>
            <a:ext cx="112311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خدمات</a:t>
            </a:r>
          </a:p>
        </p:txBody>
      </p:sp>
      <p:sp>
        <p:nvSpPr>
          <p:cNvPr id="4" name="">
            <a:extLst xmlns:a="http://schemas.openxmlformats.org/drawingml/2006/main">
              <a:ext uri="{FF2B5EF4-FFF2-40B4-BE49-F238E27FC236}">
                <a16:creationId xmlns:a16="http://schemas.microsoft.com/office/drawing/2014/main" id="{DE43F060-8355-486D-A3E8-414C7734E5C1}"/>
              </a:ext>
            </a:extLst>
          </p:cNvPr>
          <p:cNvSpPr>
            <a:spLocks xmlns:a="http://schemas.openxmlformats.org/drawingml/2006/main" noGrp="1"/>
          </p:cNvSpPr>
          <p:nvPr/>
        </p:nvSpPr>
        <p:spPr>
          <a:xfrm xmlns:a="http://schemas.openxmlformats.org/drawingml/2006/main">
            <a:off x="11914252" y="1190625"/>
            <a:ext cx="1204987"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المنصة</a:t>
            </a:r>
          </a:p>
        </p:txBody>
      </p:sp>
      <p:sp>
        <p:nvSpPr>
          <p:cNvPr id="5" name="">
            <a:extLst xmlns:a="http://schemas.openxmlformats.org/drawingml/2006/main">
              <a:ext uri="{FF2B5EF4-FFF2-40B4-BE49-F238E27FC236}">
                <a16:creationId xmlns:a16="http://schemas.microsoft.com/office/drawing/2014/main" id="{A62BC0D4-D2F3-4B86-8300-BBFA4567C51D}"/>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04 / 21</a:t>
            </a:r>
          </a:p>
        </p:txBody>
      </p:sp>
      <p:pic>
        <p:nvPicPr>
          <p:cNvPr id="6" name="">
            <a:extLst xmlns:a="http://schemas.openxmlformats.org/drawingml/2006/main">
              <a:ext uri="{FF2B5EF4-FFF2-40B4-BE49-F238E27FC236}">
                <a16:creationId xmlns:a16="http://schemas.microsoft.com/office/drawing/2014/main" id="{C8773504-BF5C-4772-8737-7BA8BD0B4B9D}"/>
              </a:ext>
            </a:extLst>
          </p:cNvPr>
          <p:cNvPicPr>
            <a:picLocks xmlns:a="http://schemas.openxmlformats.org/drawingml/2006/main" noChangeAspect="1"/>
          </p:cNvPicPr>
          <p:nvPr/>
        </p:nvPicPr>
        <p:blipFill>
          <a:blip xmlns:r="http://schemas.openxmlformats.org/officeDocument/2006/relationships" xmlns:a="http://schemas.openxmlformats.org/drawingml/2006/main" r:embed="Re43439455f4b41c4"/>
          <a:stretch xmlns:a="http://schemas.openxmlformats.org/drawingml/2006/main"/>
        </p:blipFill>
        <p:spPr>
          <a:xfrm xmlns:a="http://schemas.openxmlformats.org/drawingml/2006/main">
            <a:off x="762000" y="2571750"/>
            <a:ext cx="428625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21FA7AC-5D25-4D38-8598-4603CA1B406B}"/>
              </a:ext>
            </a:extLst>
          </p:cNvPr>
          <p:cNvSpPr>
            <a:spLocks xmlns:a="http://schemas.openxmlformats.org/drawingml/2006/main" noGrp="1"/>
          </p:cNvSpPr>
          <p:nvPr/>
        </p:nvSpPr>
        <p:spPr>
          <a:xfrm xmlns:a="http://schemas.openxmlformats.org/drawingml/2006/main">
            <a:off x="3809576" y="7000875"/>
            <a:ext cx="44283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فحص</a:t>
            </a:r>
          </a:p>
        </p:txBody>
      </p:sp>
      <p:sp>
        <p:nvSpPr>
          <p:cNvPr id="8" name="">
            <a:extLst xmlns:a="http://schemas.openxmlformats.org/drawingml/2006/main">
              <a:ext uri="{FF2B5EF4-FFF2-40B4-BE49-F238E27FC236}">
                <a16:creationId xmlns:a16="http://schemas.microsoft.com/office/drawing/2014/main" id="{8FC3D75F-A9E5-4360-BCC7-77D2FF22FF20}"/>
              </a:ext>
            </a:extLst>
          </p:cNvPr>
          <p:cNvSpPr>
            <a:spLocks xmlns:a="http://schemas.openxmlformats.org/drawingml/2006/main" noGrp="1"/>
          </p:cNvSpPr>
          <p:nvPr/>
        </p:nvSpPr>
        <p:spPr>
          <a:xfrm xmlns:a="http://schemas.openxmlformats.org/drawingml/2006/main">
            <a:off x="3343906" y="7000875"/>
            <a:ext cx="40432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ودليل</a:t>
            </a:r>
          </a:p>
        </p:txBody>
      </p:sp>
      <p:sp>
        <p:nvSpPr>
          <p:cNvPr id="9" name="">
            <a:extLst xmlns:a="http://schemas.openxmlformats.org/drawingml/2006/main">
              <a:ext uri="{FF2B5EF4-FFF2-40B4-BE49-F238E27FC236}">
                <a16:creationId xmlns:a16="http://schemas.microsoft.com/office/drawing/2014/main" id="{6A2900C3-042E-45F3-9B71-7C7F8BB7AA82}"/>
              </a:ext>
            </a:extLst>
          </p:cNvPr>
          <p:cNvSpPr>
            <a:spLocks xmlns:a="http://schemas.openxmlformats.org/drawingml/2006/main" noGrp="1"/>
          </p:cNvSpPr>
          <p:nvPr/>
        </p:nvSpPr>
        <p:spPr>
          <a:xfrm xmlns:a="http://schemas.openxmlformats.org/drawingml/2006/main">
            <a:off x="2834481" y="7000875"/>
            <a:ext cx="44808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وخطة</a:t>
            </a:r>
          </a:p>
        </p:txBody>
      </p:sp>
      <p:sp>
        <p:nvSpPr>
          <p:cNvPr id="10" name="">
            <a:extLst xmlns:a="http://schemas.openxmlformats.org/drawingml/2006/main">
              <a:ext uri="{FF2B5EF4-FFF2-40B4-BE49-F238E27FC236}">
                <a16:creationId xmlns:a16="http://schemas.microsoft.com/office/drawing/2014/main" id="{56ED4C53-043F-4FDD-8DCC-A9B0D8BFC0D9}"/>
              </a:ext>
            </a:extLst>
          </p:cNvPr>
          <p:cNvSpPr>
            <a:spLocks xmlns:a="http://schemas.openxmlformats.org/drawingml/2006/main" noGrp="1"/>
          </p:cNvSpPr>
          <p:nvPr/>
        </p:nvSpPr>
        <p:spPr>
          <a:xfrm xmlns:a="http://schemas.openxmlformats.org/drawingml/2006/main">
            <a:off x="2630562" y="7000875"/>
            <a:ext cx="14257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ثم</a:t>
            </a:r>
          </a:p>
        </p:txBody>
      </p:sp>
      <p:sp>
        <p:nvSpPr>
          <p:cNvPr id="11" name="">
            <a:extLst xmlns:a="http://schemas.openxmlformats.org/drawingml/2006/main">
              <a:ext uri="{FF2B5EF4-FFF2-40B4-BE49-F238E27FC236}">
                <a16:creationId xmlns:a16="http://schemas.microsoft.com/office/drawing/2014/main" id="{E326FA14-BDBB-43CF-BE96-240B082CDCD5}"/>
              </a:ext>
            </a:extLst>
          </p:cNvPr>
          <p:cNvSpPr>
            <a:spLocks xmlns:a="http://schemas.openxmlformats.org/drawingml/2006/main" noGrp="1"/>
          </p:cNvSpPr>
          <p:nvPr/>
        </p:nvSpPr>
        <p:spPr>
          <a:xfrm xmlns:a="http://schemas.openxmlformats.org/drawingml/2006/main">
            <a:off x="2198044" y="7000875"/>
            <a:ext cx="37117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إعادة</a:t>
            </a:r>
          </a:p>
        </p:txBody>
      </p:sp>
      <p:sp>
        <p:nvSpPr>
          <p:cNvPr id="12" name="">
            <a:extLst xmlns:a="http://schemas.openxmlformats.org/drawingml/2006/main">
              <a:ext uri="{FF2B5EF4-FFF2-40B4-BE49-F238E27FC236}">
                <a16:creationId xmlns:a16="http://schemas.microsoft.com/office/drawing/2014/main" id="{EEDE4F6F-4824-4FA2-9F6E-03B4F341F6BD}"/>
              </a:ext>
            </a:extLst>
          </p:cNvPr>
          <p:cNvSpPr>
            <a:spLocks xmlns:a="http://schemas.openxmlformats.org/drawingml/2006/main" noGrp="1"/>
          </p:cNvSpPr>
          <p:nvPr/>
        </p:nvSpPr>
        <p:spPr>
          <a:xfrm xmlns:a="http://schemas.openxmlformats.org/drawingml/2006/main">
            <a:off x="1662611" y="7000875"/>
            <a:ext cx="47409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التحقق</a:t>
            </a:r>
          </a:p>
        </p:txBody>
      </p:sp>
      <p:sp>
        <p:nvSpPr>
          <p:cNvPr id="13" name="">
            <a:extLst xmlns:a="http://schemas.openxmlformats.org/drawingml/2006/main">
              <a:ext uri="{FF2B5EF4-FFF2-40B4-BE49-F238E27FC236}">
                <a16:creationId xmlns:a16="http://schemas.microsoft.com/office/drawing/2014/main" id="{074D4EDF-7B74-4CA2-90EB-844C32EFD4B1}"/>
              </a:ext>
            </a:extLst>
          </p:cNvPr>
          <p:cNvSpPr>
            <a:spLocks xmlns:a="http://schemas.openxmlformats.org/drawingml/2006/main" noGrp="1"/>
          </p:cNvSpPr>
          <p:nvPr/>
        </p:nvSpPr>
        <p:spPr>
          <a:xfrm xmlns:a="http://schemas.openxmlformats.org/drawingml/2006/main">
            <a:off x="13933149" y="2381250"/>
            <a:ext cx="459126"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سبع</a:t>
            </a:r>
          </a:p>
        </p:txBody>
      </p:sp>
      <p:sp>
        <p:nvSpPr>
          <p:cNvPr id="14" name="">
            <a:extLst xmlns:a="http://schemas.openxmlformats.org/drawingml/2006/main">
              <a:ext uri="{FF2B5EF4-FFF2-40B4-BE49-F238E27FC236}">
                <a16:creationId xmlns:a16="http://schemas.microsoft.com/office/drawing/2014/main" id="{E8A3BEBA-B179-4901-A4AE-A9EB7312BF1A}"/>
              </a:ext>
            </a:extLst>
          </p:cNvPr>
          <p:cNvSpPr>
            <a:spLocks xmlns:a="http://schemas.openxmlformats.org/drawingml/2006/main" noGrp="1"/>
          </p:cNvSpPr>
          <p:nvPr/>
        </p:nvSpPr>
        <p:spPr>
          <a:xfrm xmlns:a="http://schemas.openxmlformats.org/drawingml/2006/main">
            <a:off x="13108033" y="2381250"/>
            <a:ext cx="73129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خدمات</a:t>
            </a:r>
          </a:p>
        </p:txBody>
      </p:sp>
      <p:sp>
        <p:nvSpPr>
          <p:cNvPr id="15" name="">
            <a:extLst xmlns:a="http://schemas.openxmlformats.org/drawingml/2006/main">
              <a:ext uri="{FF2B5EF4-FFF2-40B4-BE49-F238E27FC236}">
                <a16:creationId xmlns:a16="http://schemas.microsoft.com/office/drawing/2014/main" id="{27DA5E19-5E97-489F-9C91-5D6A668DB524}"/>
              </a:ext>
            </a:extLst>
          </p:cNvPr>
          <p:cNvSpPr>
            <a:spLocks xmlns:a="http://schemas.openxmlformats.org/drawingml/2006/main" noGrp="1"/>
          </p:cNvSpPr>
          <p:nvPr/>
        </p:nvSpPr>
        <p:spPr>
          <a:xfrm xmlns:a="http://schemas.openxmlformats.org/drawingml/2006/main">
            <a:off x="12854278" y="2381250"/>
            <a:ext cx="15993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و</a:t>
            </a:r>
          </a:p>
        </p:txBody>
      </p:sp>
      <p:sp>
        <p:nvSpPr>
          <p:cNvPr id="16" name="">
            <a:extLst xmlns:a="http://schemas.openxmlformats.org/drawingml/2006/main">
              <a:ext uri="{FF2B5EF4-FFF2-40B4-BE49-F238E27FC236}">
                <a16:creationId xmlns:a16="http://schemas.microsoft.com/office/drawing/2014/main" id="{02E0E123-598A-4AC5-99CA-ECA2F3947B3D}"/>
              </a:ext>
            </a:extLst>
          </p:cNvPr>
          <p:cNvSpPr>
            <a:spLocks xmlns:a="http://schemas.openxmlformats.org/drawingml/2006/main" noGrp="1"/>
          </p:cNvSpPr>
          <p:nvPr/>
        </p:nvSpPr>
        <p:spPr>
          <a:xfrm xmlns:a="http://schemas.openxmlformats.org/drawingml/2006/main">
            <a:off x="12380117" y="2381250"/>
            <a:ext cx="38034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167D8D"/>
                </a:solidFill>
                <a:latin typeface="Arial"/>
                <a:ea typeface="Arial"/>
                <a:cs typeface="Arial"/>
              </a:defRPr>
            </a:defPPr>
            <a:lvl1pPr algn="l">
              <a:defRPr sz="2625" b="1">
                <a:solidFill>
                  <a:srgbClr val="167D8D"/>
                </a:solidFill>
                <a:latin typeface="Arial"/>
                <a:ea typeface="Arial"/>
                <a:cs typeface="Arial"/>
              </a:defRPr>
            </a:lvl1pPr>
            <a:lvl2pPr algn="l">
              <a:defRPr sz="2625" b="1">
                <a:solidFill>
                  <a:srgbClr val="167D8D"/>
                </a:solidFill>
                <a:latin typeface="Arial"/>
                <a:ea typeface="Arial"/>
                <a:cs typeface="Arial"/>
              </a:defRPr>
            </a:lvl2pPr>
            <a:lvl3pPr algn="l">
              <a:defRPr sz="2625" b="1">
                <a:solidFill>
                  <a:srgbClr val="167D8D"/>
                </a:solidFill>
                <a:latin typeface="Arial"/>
                <a:ea typeface="Arial"/>
                <a:cs typeface="Arial"/>
              </a:defRPr>
            </a:lvl3pPr>
            <a:lvl4pPr algn="l">
              <a:defRPr sz="2625" b="1">
                <a:solidFill>
                  <a:srgbClr val="167D8D"/>
                </a:solidFill>
                <a:latin typeface="Arial"/>
                <a:ea typeface="Arial"/>
                <a:cs typeface="Arial"/>
              </a:defRPr>
            </a:lvl4pPr>
            <a:lvl5pPr algn="l">
              <a:defRPr sz="2625" b="1">
                <a:solidFill>
                  <a:srgbClr val="167D8D"/>
                </a:solidFill>
                <a:latin typeface="Arial"/>
                <a:ea typeface="Arial"/>
                <a:cs typeface="Arial"/>
              </a:defRPr>
            </a:lvl5pPr>
            <a:lvl6pPr algn="l">
              <a:defRPr sz="2625" b="1">
                <a:solidFill>
                  <a:srgbClr val="167D8D"/>
                </a:solidFill>
                <a:latin typeface="Arial"/>
                <a:ea typeface="Arial"/>
                <a:cs typeface="Arial"/>
              </a:defRPr>
            </a:lvl6pPr>
            <a:lvl7pPr algn="l">
              <a:defRPr sz="2625" b="1">
                <a:solidFill>
                  <a:srgbClr val="167D8D"/>
                </a:solidFill>
                <a:latin typeface="Arial"/>
                <a:ea typeface="Arial"/>
                <a:cs typeface="Arial"/>
              </a:defRPr>
            </a:lvl7pPr>
            <a:lvl8pPr algn="l">
              <a:defRPr sz="2625" b="1">
                <a:solidFill>
                  <a:srgbClr val="167D8D"/>
                </a:solidFill>
                <a:latin typeface="Arial"/>
                <a:ea typeface="Arial"/>
                <a:cs typeface="Arial"/>
              </a:defRPr>
            </a:lvl8pPr>
            <a:lvl9pPr algn="l">
              <a:defRPr sz="2625" b="1">
                <a:solidFill>
                  <a:srgbClr val="167D8D"/>
                </a:solidFill>
                <a:latin typeface="Arial"/>
                <a:ea typeface="Arial"/>
                <a:cs typeface="Arial"/>
              </a:defRPr>
            </a:lvl9pPr>
          </a:lstStyle>
          <a:p xmlns:a="http://schemas.openxmlformats.org/drawingml/2006/main">
            <a:pPr algn="l">
              <a:defRPr sz="2625" b="1">
                <a:solidFill>
                  <a:srgbClr val="167D8D"/>
                </a:solidFill>
                <a:latin typeface="Arial"/>
                <a:ea typeface="Arial"/>
                <a:cs typeface="Arial"/>
              </a:defRPr>
            </a:pPr>
            <a:r>
              <a:rPr sz="2625" b="1">
                <a:solidFill>
                  <a:srgbClr val="167D8D"/>
                </a:solidFill>
                <a:latin typeface="Arial"/>
                <a:ea typeface="Arial"/>
                <a:cs typeface="Arial"/>
              </a:rPr>
              <a:t>28</a:t>
            </a:r>
          </a:p>
        </p:txBody>
      </p:sp>
      <p:sp>
        <p:nvSpPr>
          <p:cNvPr id="17" name="">
            <a:extLst xmlns:a="http://schemas.openxmlformats.org/drawingml/2006/main">
              <a:ext uri="{FF2B5EF4-FFF2-40B4-BE49-F238E27FC236}">
                <a16:creationId xmlns:a16="http://schemas.microsoft.com/office/drawing/2014/main" id="{57BC4D03-2226-4EF1-883F-43B92C67725A}"/>
              </a:ext>
            </a:extLst>
          </p:cNvPr>
          <p:cNvSpPr>
            <a:spLocks xmlns:a="http://schemas.openxmlformats.org/drawingml/2006/main" noGrp="1"/>
          </p:cNvSpPr>
          <p:nvPr/>
        </p:nvSpPr>
        <p:spPr>
          <a:xfrm xmlns:a="http://schemas.openxmlformats.org/drawingml/2006/main">
            <a:off x="11626624" y="2381250"/>
            <a:ext cx="659671"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متطلبًا</a:t>
            </a:r>
          </a:p>
        </p:txBody>
      </p:sp>
      <p:sp>
        <p:nvSpPr>
          <p:cNvPr id="18" name="">
            <a:extLst xmlns:a="http://schemas.openxmlformats.org/drawingml/2006/main">
              <a:ext uri="{FF2B5EF4-FFF2-40B4-BE49-F238E27FC236}">
                <a16:creationId xmlns:a16="http://schemas.microsoft.com/office/drawing/2014/main" id="{EED4C25F-1E69-485A-A52A-9D56289118C6}"/>
              </a:ext>
            </a:extLst>
          </p:cNvPr>
          <p:cNvSpPr>
            <a:spLocks xmlns:a="http://schemas.openxmlformats.org/drawingml/2006/main" noGrp="1"/>
          </p:cNvSpPr>
          <p:nvPr/>
        </p:nvSpPr>
        <p:spPr>
          <a:xfrm xmlns:a="http://schemas.openxmlformats.org/drawingml/2006/main">
            <a:off x="10831134" y="2381250"/>
            <a:ext cx="701669"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وظيفيًا</a:t>
            </a:r>
          </a:p>
        </p:txBody>
      </p:sp>
      <p:sp>
        <p:nvSpPr>
          <p:cNvPr id="19" name="">
            <a:extLst xmlns:a="http://schemas.openxmlformats.org/drawingml/2006/main">
              <a:ext uri="{FF2B5EF4-FFF2-40B4-BE49-F238E27FC236}">
                <a16:creationId xmlns:a16="http://schemas.microsoft.com/office/drawing/2014/main" id="{B1FF31CC-D570-472B-B56C-30F7DC506DE3}"/>
              </a:ext>
            </a:extLst>
          </p:cNvPr>
          <p:cNvSpPr>
            <a:spLocks xmlns:a="http://schemas.openxmlformats.org/drawingml/2006/main" noGrp="1"/>
          </p:cNvSpPr>
          <p:nvPr/>
        </p:nvSpPr>
        <p:spPr>
          <a:xfrm xmlns:a="http://schemas.openxmlformats.org/drawingml/2006/main">
            <a:off x="10031086" y="2381250"/>
            <a:ext cx="706227"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رئيسيًا</a:t>
            </a:r>
          </a:p>
        </p:txBody>
      </p:sp>
      <p:sp>
        <p:nvSpPr>
          <p:cNvPr id="20" name="">
            <a:extLst xmlns:a="http://schemas.openxmlformats.org/drawingml/2006/main">
              <a:ext uri="{FF2B5EF4-FFF2-40B4-BE49-F238E27FC236}">
                <a16:creationId xmlns:a16="http://schemas.microsoft.com/office/drawing/2014/main" id="{86B11F49-D051-4003-A101-E3904E7ACB8F}"/>
              </a:ext>
            </a:extLst>
          </p:cNvPr>
          <p:cNvSpPr>
            <a:spLocks xmlns:a="http://schemas.openxmlformats.org/drawingml/2006/main" noGrp="1"/>
          </p:cNvSpPr>
          <p:nvPr/>
        </p:nvSpPr>
        <p:spPr>
          <a:xfrm xmlns:a="http://schemas.openxmlformats.org/drawingml/2006/main">
            <a:off x="13899012" y="3333750"/>
            <a:ext cx="49326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تحديد</a:t>
            </a:r>
          </a:p>
        </p:txBody>
      </p:sp>
      <p:sp>
        <p:nvSpPr>
          <p:cNvPr id="21" name="">
            <a:extLst xmlns:a="http://schemas.openxmlformats.org/drawingml/2006/main">
              <a:ext uri="{FF2B5EF4-FFF2-40B4-BE49-F238E27FC236}">
                <a16:creationId xmlns:a16="http://schemas.microsoft.com/office/drawing/2014/main" id="{C409F8B0-61A0-416E-B2CF-F00AD9E03963}"/>
              </a:ext>
            </a:extLst>
          </p:cNvPr>
          <p:cNvSpPr>
            <a:spLocks xmlns:a="http://schemas.openxmlformats.org/drawingml/2006/main" noGrp="1"/>
          </p:cNvSpPr>
          <p:nvPr/>
        </p:nvSpPr>
        <p:spPr>
          <a:xfrm xmlns:a="http://schemas.openxmlformats.org/drawingml/2006/main">
            <a:off x="13224419" y="3333750"/>
            <a:ext cx="59553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النطاق</a:t>
            </a:r>
          </a:p>
        </p:txBody>
      </p:sp>
      <p:sp>
        <p:nvSpPr>
          <p:cNvPr id="22" name="">
            <a:extLst xmlns:a="http://schemas.openxmlformats.org/drawingml/2006/main">
              <a:ext uri="{FF2B5EF4-FFF2-40B4-BE49-F238E27FC236}">
                <a16:creationId xmlns:a16="http://schemas.microsoft.com/office/drawing/2014/main" id="{0F4C8CF3-C548-4B3F-B6EE-6861E4BDEA56}"/>
              </a:ext>
            </a:extLst>
          </p:cNvPr>
          <p:cNvSpPr>
            <a:spLocks xmlns:a="http://schemas.openxmlformats.org/drawingml/2006/main" noGrp="1"/>
          </p:cNvSpPr>
          <p:nvPr/>
        </p:nvSpPr>
        <p:spPr>
          <a:xfrm xmlns:a="http://schemas.openxmlformats.org/drawingml/2006/main">
            <a:off x="12466529" y="3333750"/>
            <a:ext cx="67883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وسياسة</a:t>
            </a:r>
          </a:p>
        </p:txBody>
      </p:sp>
      <p:sp>
        <p:nvSpPr>
          <p:cNvPr id="23" name="">
            <a:extLst xmlns:a="http://schemas.openxmlformats.org/drawingml/2006/main">
              <a:ext uri="{FF2B5EF4-FFF2-40B4-BE49-F238E27FC236}">
                <a16:creationId xmlns:a16="http://schemas.microsoft.com/office/drawing/2014/main" id="{8C359161-B353-40D4-BE3E-4B28068050F0}"/>
              </a:ext>
            </a:extLst>
          </p:cNvPr>
          <p:cNvSpPr>
            <a:spLocks xmlns:a="http://schemas.openxmlformats.org/drawingml/2006/main" noGrp="1"/>
          </p:cNvSpPr>
          <p:nvPr/>
        </p:nvSpPr>
        <p:spPr>
          <a:xfrm xmlns:a="http://schemas.openxmlformats.org/drawingml/2006/main">
            <a:off x="11613062" y="3333750"/>
            <a:ext cx="77440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المؤسسة</a:t>
            </a:r>
          </a:p>
        </p:txBody>
      </p:sp>
      <p:sp>
        <p:nvSpPr>
          <p:cNvPr id="24" name="">
            <a:extLst xmlns:a="http://schemas.openxmlformats.org/drawingml/2006/main">
              <a:ext uri="{FF2B5EF4-FFF2-40B4-BE49-F238E27FC236}">
                <a16:creationId xmlns:a16="http://schemas.microsoft.com/office/drawing/2014/main" id="{F2D6EB99-3565-48E0-ACF4-AE346CE01D7D}"/>
              </a:ext>
            </a:extLst>
          </p:cNvPr>
          <p:cNvSpPr>
            <a:spLocks xmlns:a="http://schemas.openxmlformats.org/drawingml/2006/main" noGrp="1"/>
          </p:cNvSpPr>
          <p:nvPr/>
        </p:nvSpPr>
        <p:spPr>
          <a:xfrm xmlns:a="http://schemas.openxmlformats.org/drawingml/2006/main">
            <a:off x="13646330" y="3871913"/>
            <a:ext cx="74594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الاتصال</a:t>
            </a:r>
          </a:p>
        </p:txBody>
      </p:sp>
      <p:sp>
        <p:nvSpPr>
          <p:cNvPr id="25" name="">
            <a:extLst xmlns:a="http://schemas.openxmlformats.org/drawingml/2006/main">
              <a:ext uri="{FF2B5EF4-FFF2-40B4-BE49-F238E27FC236}">
                <a16:creationId xmlns:a16="http://schemas.microsoft.com/office/drawing/2014/main" id="{85F6F74E-8657-4B97-9D7B-07CBE036AE4F}"/>
              </a:ext>
            </a:extLst>
          </p:cNvPr>
          <p:cNvSpPr>
            <a:spLocks xmlns:a="http://schemas.openxmlformats.org/drawingml/2006/main" noGrp="1"/>
          </p:cNvSpPr>
          <p:nvPr/>
        </p:nvSpPr>
        <p:spPr>
          <a:xfrm xmlns:a="http://schemas.openxmlformats.org/drawingml/2006/main">
            <a:off x="13316506" y="3871913"/>
            <a:ext cx="25076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مع</a:t>
            </a:r>
          </a:p>
        </p:txBody>
      </p:sp>
      <p:sp>
        <p:nvSpPr>
          <p:cNvPr id="26" name="">
            <a:extLst xmlns:a="http://schemas.openxmlformats.org/drawingml/2006/main">
              <a:ext uri="{FF2B5EF4-FFF2-40B4-BE49-F238E27FC236}">
                <a16:creationId xmlns:a16="http://schemas.microsoft.com/office/drawing/2014/main" id="{8F70DFDF-37AA-4021-8DBB-F86085C9DFB7}"/>
              </a:ext>
            </a:extLst>
          </p:cNvPr>
          <p:cNvSpPr>
            <a:spLocks xmlns:a="http://schemas.openxmlformats.org/drawingml/2006/main" noGrp="1"/>
          </p:cNvSpPr>
          <p:nvPr/>
        </p:nvSpPr>
        <p:spPr>
          <a:xfrm xmlns:a="http://schemas.openxmlformats.org/drawingml/2006/main">
            <a:off x="12338583" y="3871913"/>
            <a:ext cx="89886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142B36"/>
                </a:solidFill>
                <a:latin typeface="Arial"/>
                <a:ea typeface="Arial"/>
                <a:cs typeface="Arial"/>
              </a:defRPr>
            </a:defPPr>
            <a:lvl1pPr algn="l">
              <a:defRPr sz="2250" b="0">
                <a:solidFill>
                  <a:srgbClr val="142B36"/>
                </a:solidFill>
                <a:latin typeface="Arial"/>
                <a:ea typeface="Arial"/>
                <a:cs typeface="Arial"/>
              </a:defRPr>
            </a:lvl1pPr>
            <a:lvl2pPr algn="l">
              <a:defRPr sz="2250" b="0">
                <a:solidFill>
                  <a:srgbClr val="142B36"/>
                </a:solidFill>
                <a:latin typeface="Arial"/>
                <a:ea typeface="Arial"/>
                <a:cs typeface="Arial"/>
              </a:defRPr>
            </a:lvl2pPr>
            <a:lvl3pPr algn="l">
              <a:defRPr sz="2250" b="0">
                <a:solidFill>
                  <a:srgbClr val="142B36"/>
                </a:solidFill>
                <a:latin typeface="Arial"/>
                <a:ea typeface="Arial"/>
                <a:cs typeface="Arial"/>
              </a:defRPr>
            </a:lvl3pPr>
            <a:lvl4pPr algn="l">
              <a:defRPr sz="2250" b="0">
                <a:solidFill>
                  <a:srgbClr val="142B36"/>
                </a:solidFill>
                <a:latin typeface="Arial"/>
                <a:ea typeface="Arial"/>
                <a:cs typeface="Arial"/>
              </a:defRPr>
            </a:lvl4pPr>
            <a:lvl5pPr algn="l">
              <a:defRPr sz="2250" b="0">
                <a:solidFill>
                  <a:srgbClr val="142B36"/>
                </a:solidFill>
                <a:latin typeface="Arial"/>
                <a:ea typeface="Arial"/>
                <a:cs typeface="Arial"/>
              </a:defRPr>
            </a:lvl5pPr>
            <a:lvl6pPr algn="l">
              <a:defRPr sz="2250" b="0">
                <a:solidFill>
                  <a:srgbClr val="142B36"/>
                </a:solidFill>
                <a:latin typeface="Arial"/>
                <a:ea typeface="Arial"/>
                <a:cs typeface="Arial"/>
              </a:defRPr>
            </a:lvl6pPr>
            <a:lvl7pPr algn="l">
              <a:defRPr sz="2250" b="0">
                <a:solidFill>
                  <a:srgbClr val="142B36"/>
                </a:solidFill>
                <a:latin typeface="Arial"/>
                <a:ea typeface="Arial"/>
                <a:cs typeface="Arial"/>
              </a:defRPr>
            </a:lvl7pPr>
            <a:lvl8pPr algn="l">
              <a:defRPr sz="2250" b="0">
                <a:solidFill>
                  <a:srgbClr val="142B36"/>
                </a:solidFill>
                <a:latin typeface="Arial"/>
                <a:ea typeface="Arial"/>
                <a:cs typeface="Arial"/>
              </a:defRPr>
            </a:lvl8pPr>
            <a:lvl9pPr algn="l">
              <a:defRPr sz="2250" b="0">
                <a:solidFill>
                  <a:srgbClr val="142B36"/>
                </a:solidFill>
                <a:latin typeface="Arial"/>
                <a:ea typeface="Arial"/>
                <a:cs typeface="Arial"/>
              </a:defRPr>
            </a:lvl9pPr>
          </a:lstStyle>
          <a:p xmlns:a="http://schemas.openxmlformats.org/drawingml/2006/main">
            <a:pPr algn="l">
              <a:defRPr sz="2250" b="0">
                <a:solidFill>
                  <a:srgbClr val="142B36"/>
                </a:solidFill>
                <a:latin typeface="Arial"/>
                <a:ea typeface="Arial"/>
                <a:cs typeface="Arial"/>
              </a:defRPr>
            </a:pPr>
            <a:r>
              <a:rPr sz="2250" b="0">
                <a:solidFill>
                  <a:srgbClr val="142B36"/>
                </a:solidFill>
                <a:latin typeface="Arial"/>
                <a:ea typeface="Arial"/>
                <a:cs typeface="Arial"/>
              </a:rPr>
              <a:t>GitHub</a:t>
            </a:r>
          </a:p>
        </p:txBody>
      </p:sp>
      <p:sp>
        <p:nvSpPr>
          <p:cNvPr id="27" name="">
            <a:extLst xmlns:a="http://schemas.openxmlformats.org/drawingml/2006/main">
              <a:ext uri="{FF2B5EF4-FFF2-40B4-BE49-F238E27FC236}">
                <a16:creationId xmlns:a16="http://schemas.microsoft.com/office/drawing/2014/main" id="{33BC0758-D113-40A9-A657-C11F083053E5}"/>
              </a:ext>
            </a:extLst>
          </p:cNvPr>
          <p:cNvSpPr>
            <a:spLocks xmlns:a="http://schemas.openxmlformats.org/drawingml/2006/main" noGrp="1"/>
          </p:cNvSpPr>
          <p:nvPr/>
        </p:nvSpPr>
        <p:spPr>
          <a:xfrm xmlns:a="http://schemas.openxmlformats.org/drawingml/2006/main">
            <a:off x="11733892" y="3871913"/>
            <a:ext cx="52563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وجمع</a:t>
            </a:r>
          </a:p>
        </p:txBody>
      </p:sp>
      <p:sp>
        <p:nvSpPr>
          <p:cNvPr id="28" name="">
            <a:extLst xmlns:a="http://schemas.openxmlformats.org/drawingml/2006/main">
              <a:ext uri="{FF2B5EF4-FFF2-40B4-BE49-F238E27FC236}">
                <a16:creationId xmlns:a16="http://schemas.microsoft.com/office/drawing/2014/main" id="{04C96952-83D9-423A-8847-D2A712D9DD00}"/>
              </a:ext>
            </a:extLst>
          </p:cNvPr>
          <p:cNvSpPr>
            <a:spLocks xmlns:a="http://schemas.openxmlformats.org/drawingml/2006/main" noGrp="1"/>
          </p:cNvSpPr>
          <p:nvPr/>
        </p:nvSpPr>
        <p:spPr>
          <a:xfrm xmlns:a="http://schemas.openxmlformats.org/drawingml/2006/main">
            <a:off x="10982699" y="3871913"/>
            <a:ext cx="67213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البيانات</a:t>
            </a:r>
          </a:p>
        </p:txBody>
      </p:sp>
      <p:sp>
        <p:nvSpPr>
          <p:cNvPr id="29" name="">
            <a:extLst xmlns:a="http://schemas.openxmlformats.org/drawingml/2006/main">
              <a:ext uri="{FF2B5EF4-FFF2-40B4-BE49-F238E27FC236}">
                <a16:creationId xmlns:a16="http://schemas.microsoft.com/office/drawing/2014/main" id="{8BF56022-AE5A-4AA5-8A6B-69556696B9CB}"/>
              </a:ext>
            </a:extLst>
          </p:cNvPr>
          <p:cNvSpPr>
            <a:spLocks xmlns:a="http://schemas.openxmlformats.org/drawingml/2006/main" noGrp="1"/>
          </p:cNvSpPr>
          <p:nvPr/>
        </p:nvSpPr>
        <p:spPr>
          <a:xfrm xmlns:a="http://schemas.openxmlformats.org/drawingml/2006/main">
            <a:off x="13883525" y="4410075"/>
            <a:ext cx="50875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التقييم</a:t>
            </a:r>
          </a:p>
        </p:txBody>
      </p:sp>
      <p:sp>
        <p:nvSpPr>
          <p:cNvPr id="30" name="">
            <a:extLst xmlns:a="http://schemas.openxmlformats.org/drawingml/2006/main">
              <a:ext uri="{FF2B5EF4-FFF2-40B4-BE49-F238E27FC236}">
                <a16:creationId xmlns:a16="http://schemas.microsoft.com/office/drawing/2014/main" id="{5C2B8AFB-6303-4F16-9766-C463313C037B}"/>
              </a:ext>
            </a:extLst>
          </p:cNvPr>
          <p:cNvSpPr>
            <a:spLocks xmlns:a="http://schemas.openxmlformats.org/drawingml/2006/main" noGrp="1"/>
          </p:cNvSpPr>
          <p:nvPr/>
        </p:nvSpPr>
        <p:spPr>
          <a:xfrm xmlns:a="http://schemas.openxmlformats.org/drawingml/2006/main">
            <a:off x="13128285" y="4410075"/>
            <a:ext cx="676182"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وإظهار</a:t>
            </a:r>
          </a:p>
        </p:txBody>
      </p:sp>
      <p:sp>
        <p:nvSpPr>
          <p:cNvPr id="31" name="">
            <a:extLst xmlns:a="http://schemas.openxmlformats.org/drawingml/2006/main">
              <a:ext uri="{FF2B5EF4-FFF2-40B4-BE49-F238E27FC236}">
                <a16:creationId xmlns:a16="http://schemas.microsoft.com/office/drawing/2014/main" id="{C637253E-522C-400D-BDDB-5C1C8B4DA6C0}"/>
              </a:ext>
            </a:extLst>
          </p:cNvPr>
          <p:cNvSpPr>
            <a:spLocks xmlns:a="http://schemas.openxmlformats.org/drawingml/2006/main" noGrp="1"/>
          </p:cNvSpPr>
          <p:nvPr/>
        </p:nvSpPr>
        <p:spPr>
          <a:xfrm xmlns:a="http://schemas.openxmlformats.org/drawingml/2006/main">
            <a:off x="12489690" y="4410075"/>
            <a:ext cx="55953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أسباب</a:t>
            </a:r>
          </a:p>
        </p:txBody>
      </p:sp>
      <p:sp>
        <p:nvSpPr>
          <p:cNvPr id="32" name="">
            <a:extLst xmlns:a="http://schemas.openxmlformats.org/drawingml/2006/main">
              <a:ext uri="{FF2B5EF4-FFF2-40B4-BE49-F238E27FC236}">
                <a16:creationId xmlns:a16="http://schemas.microsoft.com/office/drawing/2014/main" id="{87CDBDE3-6C5C-4808-8040-13837DECB9BB}"/>
              </a:ext>
            </a:extLst>
          </p:cNvPr>
          <p:cNvSpPr>
            <a:spLocks xmlns:a="http://schemas.openxmlformats.org/drawingml/2006/main" noGrp="1"/>
          </p:cNvSpPr>
          <p:nvPr/>
        </p:nvSpPr>
        <p:spPr>
          <a:xfrm xmlns:a="http://schemas.openxmlformats.org/drawingml/2006/main">
            <a:off x="11857652" y="4410075"/>
            <a:ext cx="55298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النتائج</a:t>
            </a:r>
          </a:p>
        </p:txBody>
      </p:sp>
      <p:sp>
        <p:nvSpPr>
          <p:cNvPr id="33" name="">
            <a:extLst xmlns:a="http://schemas.openxmlformats.org/drawingml/2006/main">
              <a:ext uri="{FF2B5EF4-FFF2-40B4-BE49-F238E27FC236}">
                <a16:creationId xmlns:a16="http://schemas.microsoft.com/office/drawing/2014/main" id="{A599885F-2D37-456A-B769-F21B260002A3}"/>
              </a:ext>
            </a:extLst>
          </p:cNvPr>
          <p:cNvSpPr>
            <a:spLocks xmlns:a="http://schemas.openxmlformats.org/drawingml/2006/main" noGrp="1"/>
          </p:cNvSpPr>
          <p:nvPr/>
        </p:nvSpPr>
        <p:spPr>
          <a:xfrm xmlns:a="http://schemas.openxmlformats.org/drawingml/2006/main">
            <a:off x="13887990" y="4948238"/>
            <a:ext cx="50428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تحليل</a:t>
            </a:r>
          </a:p>
        </p:txBody>
      </p:sp>
      <p:sp>
        <p:nvSpPr>
          <p:cNvPr id="34" name="">
            <a:extLst xmlns:a="http://schemas.openxmlformats.org/drawingml/2006/main">
              <a:ext uri="{FF2B5EF4-FFF2-40B4-BE49-F238E27FC236}">
                <a16:creationId xmlns:a16="http://schemas.microsoft.com/office/drawing/2014/main" id="{529BB53E-D92F-4AAD-A791-641C230C6B6E}"/>
              </a:ext>
            </a:extLst>
          </p:cNvPr>
          <p:cNvSpPr>
            <a:spLocks xmlns:a="http://schemas.openxmlformats.org/drawingml/2006/main" noGrp="1"/>
          </p:cNvSpPr>
          <p:nvPr/>
        </p:nvSpPr>
        <p:spPr>
          <a:xfrm xmlns:a="http://schemas.openxmlformats.org/drawingml/2006/main">
            <a:off x="13530819" y="4948238"/>
            <a:ext cx="27811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أثر</a:t>
            </a:r>
          </a:p>
        </p:txBody>
      </p:sp>
      <p:sp>
        <p:nvSpPr>
          <p:cNvPr id="35" name="">
            <a:extLst xmlns:a="http://schemas.openxmlformats.org/drawingml/2006/main">
              <a:ext uri="{FF2B5EF4-FFF2-40B4-BE49-F238E27FC236}">
                <a16:creationId xmlns:a16="http://schemas.microsoft.com/office/drawing/2014/main" id="{9B75973E-0408-4E7E-9C57-C6415AB17775}"/>
              </a:ext>
            </a:extLst>
          </p:cNvPr>
          <p:cNvSpPr>
            <a:spLocks xmlns:a="http://schemas.openxmlformats.org/drawingml/2006/main" noGrp="1"/>
          </p:cNvSpPr>
          <p:nvPr/>
        </p:nvSpPr>
        <p:spPr>
          <a:xfrm xmlns:a="http://schemas.openxmlformats.org/drawingml/2006/main">
            <a:off x="12819530" y="4948238"/>
            <a:ext cx="63223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القواعد</a:t>
            </a:r>
          </a:p>
        </p:txBody>
      </p:sp>
      <p:sp>
        <p:nvSpPr>
          <p:cNvPr id="36" name="">
            <a:extLst xmlns:a="http://schemas.openxmlformats.org/drawingml/2006/main">
              <a:ext uri="{FF2B5EF4-FFF2-40B4-BE49-F238E27FC236}">
                <a16:creationId xmlns:a16="http://schemas.microsoft.com/office/drawing/2014/main" id="{BD9A734E-63B8-4670-8F9B-1BD25C179164}"/>
              </a:ext>
            </a:extLst>
          </p:cNvPr>
          <p:cNvSpPr>
            <a:spLocks xmlns:a="http://schemas.openxmlformats.org/drawingml/2006/main" noGrp="1"/>
          </p:cNvSpPr>
          <p:nvPr/>
        </p:nvSpPr>
        <p:spPr>
          <a:xfrm xmlns:a="http://schemas.openxmlformats.org/drawingml/2006/main">
            <a:off x="11585436" y="4948238"/>
            <a:ext cx="115503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والاستثناءات</a:t>
            </a:r>
          </a:p>
        </p:txBody>
      </p:sp>
      <p:sp>
        <p:nvSpPr>
          <p:cNvPr id="37" name="">
            <a:extLst xmlns:a="http://schemas.openxmlformats.org/drawingml/2006/main">
              <a:ext uri="{FF2B5EF4-FFF2-40B4-BE49-F238E27FC236}">
                <a16:creationId xmlns:a16="http://schemas.microsoft.com/office/drawing/2014/main" id="{39E6D396-5897-426A-BAD0-82C380467C3E}"/>
              </a:ext>
            </a:extLst>
          </p:cNvPr>
          <p:cNvSpPr>
            <a:spLocks xmlns:a="http://schemas.openxmlformats.org/drawingml/2006/main" noGrp="1"/>
          </p:cNvSpPr>
          <p:nvPr/>
        </p:nvSpPr>
        <p:spPr>
          <a:xfrm xmlns:a="http://schemas.openxmlformats.org/drawingml/2006/main">
            <a:off x="13964171" y="5486400"/>
            <a:ext cx="42810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توليد</a:t>
            </a:r>
          </a:p>
        </p:txBody>
      </p:sp>
      <p:sp>
        <p:nvSpPr>
          <p:cNvPr id="38" name="">
            <a:extLst xmlns:a="http://schemas.openxmlformats.org/drawingml/2006/main">
              <a:ext uri="{FF2B5EF4-FFF2-40B4-BE49-F238E27FC236}">
                <a16:creationId xmlns:a16="http://schemas.microsoft.com/office/drawing/2014/main" id="{248DCE0B-F9E4-426A-9764-2EEC9C7691A8}"/>
              </a:ext>
            </a:extLst>
          </p:cNvPr>
          <p:cNvSpPr>
            <a:spLocks xmlns:a="http://schemas.openxmlformats.org/drawingml/2006/main" noGrp="1"/>
          </p:cNvSpPr>
          <p:nvPr/>
        </p:nvSpPr>
        <p:spPr>
          <a:xfrm xmlns:a="http://schemas.openxmlformats.org/drawingml/2006/main">
            <a:off x="13391850" y="5486400"/>
            <a:ext cx="49326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خطط</a:t>
            </a:r>
          </a:p>
        </p:txBody>
      </p:sp>
      <p:sp>
        <p:nvSpPr>
          <p:cNvPr id="39" name="">
            <a:extLst xmlns:a="http://schemas.openxmlformats.org/drawingml/2006/main">
              <a:ext uri="{FF2B5EF4-FFF2-40B4-BE49-F238E27FC236}">
                <a16:creationId xmlns:a16="http://schemas.microsoft.com/office/drawing/2014/main" id="{FE3689E2-81F6-4C56-9AE3-C903DDC264E1}"/>
              </a:ext>
            </a:extLst>
          </p:cNvPr>
          <p:cNvSpPr>
            <a:spLocks xmlns:a="http://schemas.openxmlformats.org/drawingml/2006/main" noGrp="1"/>
          </p:cNvSpPr>
          <p:nvPr/>
        </p:nvSpPr>
        <p:spPr>
          <a:xfrm xmlns:a="http://schemas.openxmlformats.org/drawingml/2006/main">
            <a:off x="12514386" y="5486400"/>
            <a:ext cx="79840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الإصلاح</a:t>
            </a:r>
          </a:p>
        </p:txBody>
      </p:sp>
      <p:sp>
        <p:nvSpPr>
          <p:cNvPr id="40" name="">
            <a:extLst xmlns:a="http://schemas.openxmlformats.org/drawingml/2006/main">
              <a:ext uri="{FF2B5EF4-FFF2-40B4-BE49-F238E27FC236}">
                <a16:creationId xmlns:a16="http://schemas.microsoft.com/office/drawing/2014/main" id="{CF985CA6-BF26-480A-953C-263476743234}"/>
              </a:ext>
            </a:extLst>
          </p:cNvPr>
          <p:cNvSpPr>
            <a:spLocks xmlns:a="http://schemas.openxmlformats.org/drawingml/2006/main" noGrp="1"/>
          </p:cNvSpPr>
          <p:nvPr/>
        </p:nvSpPr>
        <p:spPr>
          <a:xfrm xmlns:a="http://schemas.openxmlformats.org/drawingml/2006/main">
            <a:off x="11478977" y="5486400"/>
            <a:ext cx="95635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ومراجعتها</a:t>
            </a:r>
          </a:p>
        </p:txBody>
      </p:sp>
      <p:sp>
        <p:nvSpPr>
          <p:cNvPr id="41" name="">
            <a:extLst xmlns:a="http://schemas.openxmlformats.org/drawingml/2006/main">
              <a:ext uri="{FF2B5EF4-FFF2-40B4-BE49-F238E27FC236}">
                <a16:creationId xmlns:a16="http://schemas.microsoft.com/office/drawing/2014/main" id="{886BC0E1-7CCF-42BB-86C7-61E0AD541296}"/>
              </a:ext>
            </a:extLst>
          </p:cNvPr>
          <p:cNvSpPr>
            <a:spLocks xmlns:a="http://schemas.openxmlformats.org/drawingml/2006/main" noGrp="1"/>
          </p:cNvSpPr>
          <p:nvPr/>
        </p:nvSpPr>
        <p:spPr>
          <a:xfrm xmlns:a="http://schemas.openxmlformats.org/drawingml/2006/main">
            <a:off x="13655957" y="6024563"/>
            <a:ext cx="73631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المعالجة</a:t>
            </a:r>
          </a:p>
        </p:txBody>
      </p:sp>
      <p:sp>
        <p:nvSpPr>
          <p:cNvPr id="42" name="">
            <a:extLst xmlns:a="http://schemas.openxmlformats.org/drawingml/2006/main">
              <a:ext uri="{FF2B5EF4-FFF2-40B4-BE49-F238E27FC236}">
                <a16:creationId xmlns:a16="http://schemas.microsoft.com/office/drawing/2014/main" id="{B6B0B44C-F5AA-4FE4-83BF-C54AF99873A1}"/>
              </a:ext>
            </a:extLst>
          </p:cNvPr>
          <p:cNvSpPr>
            <a:spLocks xmlns:a="http://schemas.openxmlformats.org/drawingml/2006/main" noGrp="1"/>
          </p:cNvSpPr>
          <p:nvPr/>
        </p:nvSpPr>
        <p:spPr>
          <a:xfrm xmlns:a="http://schemas.openxmlformats.org/drawingml/2006/main">
            <a:off x="12991828" y="6024563"/>
            <a:ext cx="58507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وإعادة</a:t>
            </a:r>
          </a:p>
        </p:txBody>
      </p:sp>
      <p:sp>
        <p:nvSpPr>
          <p:cNvPr id="43" name="">
            <a:extLst xmlns:a="http://schemas.openxmlformats.org/drawingml/2006/main">
              <a:ext uri="{FF2B5EF4-FFF2-40B4-BE49-F238E27FC236}">
                <a16:creationId xmlns:a16="http://schemas.microsoft.com/office/drawing/2014/main" id="{4E030F47-845E-49B1-878D-32F043139E7F}"/>
              </a:ext>
            </a:extLst>
          </p:cNvPr>
          <p:cNvSpPr>
            <a:spLocks xmlns:a="http://schemas.openxmlformats.org/drawingml/2006/main" noGrp="1"/>
          </p:cNvSpPr>
          <p:nvPr/>
        </p:nvSpPr>
        <p:spPr>
          <a:xfrm xmlns:a="http://schemas.openxmlformats.org/drawingml/2006/main">
            <a:off x="12322537" y="6024563"/>
            <a:ext cx="59023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التحقق</a:t>
            </a:r>
          </a:p>
        </p:txBody>
      </p:sp>
      <p:sp>
        <p:nvSpPr>
          <p:cNvPr id="44" name="">
            <a:extLst xmlns:a="http://schemas.openxmlformats.org/drawingml/2006/main">
              <a:ext uri="{FF2B5EF4-FFF2-40B4-BE49-F238E27FC236}">
                <a16:creationId xmlns:a16="http://schemas.microsoft.com/office/drawing/2014/main" id="{1B5B0EF9-4FE2-482D-9FA8-E74EF1666044}"/>
              </a:ext>
            </a:extLst>
          </p:cNvPr>
          <p:cNvSpPr>
            <a:spLocks xmlns:a="http://schemas.openxmlformats.org/drawingml/2006/main" noGrp="1"/>
          </p:cNvSpPr>
          <p:nvPr/>
        </p:nvSpPr>
        <p:spPr>
          <a:xfrm xmlns:a="http://schemas.openxmlformats.org/drawingml/2006/main">
            <a:off x="11497116" y="6024563"/>
            <a:ext cx="74636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والتاريخ</a:t>
            </a:r>
          </a:p>
        </p:txBody>
      </p:sp>
      <p:sp>
        <p:nvSpPr>
          <p:cNvPr id="45" name="">
            <a:extLst xmlns:a="http://schemas.openxmlformats.org/drawingml/2006/main">
              <a:ext uri="{FF2B5EF4-FFF2-40B4-BE49-F238E27FC236}">
                <a16:creationId xmlns:a16="http://schemas.microsoft.com/office/drawing/2014/main" id="{A159DEDD-C801-4EB3-8802-C92FE83FF0A3}"/>
              </a:ext>
            </a:extLst>
          </p:cNvPr>
          <p:cNvSpPr>
            <a:spLocks xmlns:a="http://schemas.openxmlformats.org/drawingml/2006/main" noGrp="1"/>
          </p:cNvSpPr>
          <p:nvPr/>
        </p:nvSpPr>
        <p:spPr>
          <a:xfrm xmlns:a="http://schemas.openxmlformats.org/drawingml/2006/main">
            <a:off x="13905430" y="6562725"/>
            <a:ext cx="48684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الأدلة</a:t>
            </a:r>
          </a:p>
        </p:txBody>
      </p:sp>
      <p:sp>
        <p:nvSpPr>
          <p:cNvPr id="46" name="">
            <a:extLst xmlns:a="http://schemas.openxmlformats.org/drawingml/2006/main">
              <a:ext uri="{FF2B5EF4-FFF2-40B4-BE49-F238E27FC236}">
                <a16:creationId xmlns:a16="http://schemas.microsoft.com/office/drawing/2014/main" id="{3F2AFF06-D5B3-43E8-85AF-83AE9F097E01}"/>
              </a:ext>
            </a:extLst>
          </p:cNvPr>
          <p:cNvSpPr>
            <a:spLocks xmlns:a="http://schemas.openxmlformats.org/drawingml/2006/main" noGrp="1"/>
          </p:cNvSpPr>
          <p:nvPr/>
        </p:nvSpPr>
        <p:spPr>
          <a:xfrm xmlns:a="http://schemas.openxmlformats.org/drawingml/2006/main">
            <a:off x="13015548" y="6562725"/>
            <a:ext cx="81082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والتقارير</a:t>
            </a:r>
          </a:p>
        </p:txBody>
      </p:sp>
      <p:sp>
        <p:nvSpPr>
          <p:cNvPr id="47" name="">
            <a:extLst xmlns:a="http://schemas.openxmlformats.org/drawingml/2006/main">
              <a:ext uri="{FF2B5EF4-FFF2-40B4-BE49-F238E27FC236}">
                <a16:creationId xmlns:a16="http://schemas.microsoft.com/office/drawing/2014/main" id="{8A6B7048-5D7F-4515-B8D1-E9B29B64C8CA}"/>
              </a:ext>
            </a:extLst>
          </p:cNvPr>
          <p:cNvSpPr>
            <a:spLocks xmlns:a="http://schemas.openxmlformats.org/drawingml/2006/main" noGrp="1"/>
          </p:cNvSpPr>
          <p:nvPr/>
        </p:nvSpPr>
        <p:spPr>
          <a:xfrm xmlns:a="http://schemas.openxmlformats.org/drawingml/2006/main">
            <a:off x="13731046" y="7524750"/>
            <a:ext cx="66122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الفحوص</a:t>
            </a:r>
          </a:p>
        </p:txBody>
      </p:sp>
      <p:sp>
        <p:nvSpPr>
          <p:cNvPr id="48" name="">
            <a:extLst xmlns:a="http://schemas.openxmlformats.org/drawingml/2006/main">
              <a:ext uri="{FF2B5EF4-FFF2-40B4-BE49-F238E27FC236}">
                <a16:creationId xmlns:a16="http://schemas.microsoft.com/office/drawing/2014/main" id="{F02BF5F1-8B54-46FE-A9BE-A49443B15C8C}"/>
              </a:ext>
            </a:extLst>
          </p:cNvPr>
          <p:cNvSpPr>
            <a:spLocks xmlns:a="http://schemas.openxmlformats.org/drawingml/2006/main" noGrp="1"/>
          </p:cNvSpPr>
          <p:nvPr/>
        </p:nvSpPr>
        <p:spPr>
          <a:xfrm xmlns:a="http://schemas.openxmlformats.org/drawingml/2006/main">
            <a:off x="13509329" y="7524750"/>
            <a:ext cx="15742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الـ</a:t>
            </a:r>
          </a:p>
        </p:txBody>
      </p:sp>
      <p:sp>
        <p:nvSpPr>
          <p:cNvPr id="49" name="">
            <a:extLst xmlns:a="http://schemas.openxmlformats.org/drawingml/2006/main">
              <a:ext uri="{FF2B5EF4-FFF2-40B4-BE49-F238E27FC236}">
                <a16:creationId xmlns:a16="http://schemas.microsoft.com/office/drawing/2014/main" id="{C0A23F26-D078-442E-9EA4-1252AB8D42C5}"/>
              </a:ext>
            </a:extLst>
          </p:cNvPr>
          <p:cNvSpPr>
            <a:spLocks xmlns:a="http://schemas.openxmlformats.org/drawingml/2006/main" noGrp="1"/>
          </p:cNvSpPr>
          <p:nvPr/>
        </p:nvSpPr>
        <p:spPr>
          <a:xfrm xmlns:a="http://schemas.openxmlformats.org/drawingml/2006/main">
            <a:off x="13170643" y="7524750"/>
            <a:ext cx="27439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A6A70"/>
                </a:solidFill>
                <a:latin typeface="Arial"/>
                <a:ea typeface="Arial"/>
                <a:cs typeface="Arial"/>
              </a:defRPr>
            </a:defPPr>
            <a:lvl1pPr algn="l">
              <a:defRPr sz="1875" b="0">
                <a:solidFill>
                  <a:srgbClr val="5A6A70"/>
                </a:solidFill>
                <a:latin typeface="Arial"/>
                <a:ea typeface="Arial"/>
                <a:cs typeface="Arial"/>
              </a:defRPr>
            </a:lvl1pPr>
            <a:lvl2pPr algn="l">
              <a:defRPr sz="1875" b="0">
                <a:solidFill>
                  <a:srgbClr val="5A6A70"/>
                </a:solidFill>
                <a:latin typeface="Arial"/>
                <a:ea typeface="Arial"/>
                <a:cs typeface="Arial"/>
              </a:defRPr>
            </a:lvl2pPr>
            <a:lvl3pPr algn="l">
              <a:defRPr sz="1875" b="0">
                <a:solidFill>
                  <a:srgbClr val="5A6A70"/>
                </a:solidFill>
                <a:latin typeface="Arial"/>
                <a:ea typeface="Arial"/>
                <a:cs typeface="Arial"/>
              </a:defRPr>
            </a:lvl3pPr>
            <a:lvl4pPr algn="l">
              <a:defRPr sz="1875" b="0">
                <a:solidFill>
                  <a:srgbClr val="5A6A70"/>
                </a:solidFill>
                <a:latin typeface="Arial"/>
                <a:ea typeface="Arial"/>
                <a:cs typeface="Arial"/>
              </a:defRPr>
            </a:lvl4pPr>
            <a:lvl5pPr algn="l">
              <a:defRPr sz="1875" b="0">
                <a:solidFill>
                  <a:srgbClr val="5A6A70"/>
                </a:solidFill>
                <a:latin typeface="Arial"/>
                <a:ea typeface="Arial"/>
                <a:cs typeface="Arial"/>
              </a:defRPr>
            </a:lvl5pPr>
            <a:lvl6pPr algn="l">
              <a:defRPr sz="1875" b="0">
                <a:solidFill>
                  <a:srgbClr val="5A6A70"/>
                </a:solidFill>
                <a:latin typeface="Arial"/>
                <a:ea typeface="Arial"/>
                <a:cs typeface="Arial"/>
              </a:defRPr>
            </a:lvl6pPr>
            <a:lvl7pPr algn="l">
              <a:defRPr sz="1875" b="0">
                <a:solidFill>
                  <a:srgbClr val="5A6A70"/>
                </a:solidFill>
                <a:latin typeface="Arial"/>
                <a:ea typeface="Arial"/>
                <a:cs typeface="Arial"/>
              </a:defRPr>
            </a:lvl7pPr>
            <a:lvl8pPr algn="l">
              <a:defRPr sz="1875" b="0">
                <a:solidFill>
                  <a:srgbClr val="5A6A70"/>
                </a:solidFill>
                <a:latin typeface="Arial"/>
                <a:ea typeface="Arial"/>
                <a:cs typeface="Arial"/>
              </a:defRPr>
            </a:lvl8pPr>
            <a:lvl9pPr algn="l">
              <a:defRPr sz="1875" b="0">
                <a:solidFill>
                  <a:srgbClr val="5A6A70"/>
                </a:solidFill>
                <a:latin typeface="Arial"/>
                <a:ea typeface="Arial"/>
                <a:cs typeface="Arial"/>
              </a:defRPr>
            </a:lvl9pPr>
          </a:lstStyle>
          <a:p xmlns:a="http://schemas.openxmlformats.org/drawingml/2006/main">
            <a:pPr algn="l">
              <a:defRPr sz="1875" b="0">
                <a:solidFill>
                  <a:srgbClr val="5A6A70"/>
                </a:solidFill>
                <a:latin typeface="Arial"/>
                <a:ea typeface="Arial"/>
                <a:cs typeface="Arial"/>
              </a:defRPr>
            </a:pPr>
            <a:r>
              <a:rPr sz="1875" b="0">
                <a:solidFill>
                  <a:srgbClr val="5A6A70"/>
                </a:solidFill>
                <a:latin typeface="Arial"/>
                <a:ea typeface="Arial"/>
                <a:cs typeface="Arial"/>
              </a:rPr>
              <a:t>24</a:t>
            </a:r>
          </a:p>
        </p:txBody>
      </p:sp>
      <p:sp>
        <p:nvSpPr>
          <p:cNvPr id="50" name="">
            <a:extLst xmlns:a="http://schemas.openxmlformats.org/drawingml/2006/main">
              <a:ext uri="{FF2B5EF4-FFF2-40B4-BE49-F238E27FC236}">
                <a16:creationId xmlns:a16="http://schemas.microsoft.com/office/drawing/2014/main" id="{917B5C2D-C469-45C6-845C-E19DDF97CB7F}"/>
              </a:ext>
            </a:extLst>
          </p:cNvPr>
          <p:cNvSpPr>
            <a:spLocks xmlns:a="http://schemas.openxmlformats.org/drawingml/2006/main" noGrp="1"/>
          </p:cNvSpPr>
          <p:nvPr/>
        </p:nvSpPr>
        <p:spPr>
          <a:xfrm xmlns:a="http://schemas.openxmlformats.org/drawingml/2006/main">
            <a:off x="12756031" y="7524750"/>
            <a:ext cx="350318"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جزء</a:t>
            </a:r>
          </a:p>
        </p:txBody>
      </p:sp>
      <p:sp>
        <p:nvSpPr>
          <p:cNvPr id="51" name="">
            <a:extLst xmlns:a="http://schemas.openxmlformats.org/drawingml/2006/main">
              <a:ext uri="{FF2B5EF4-FFF2-40B4-BE49-F238E27FC236}">
                <a16:creationId xmlns:a16="http://schemas.microsoft.com/office/drawing/2014/main" id="{BDEE19B8-5052-4E67-8454-3821730BCB4E}"/>
              </a:ext>
            </a:extLst>
          </p:cNvPr>
          <p:cNvSpPr>
            <a:spLocks xmlns:a="http://schemas.openxmlformats.org/drawingml/2006/main" noGrp="1"/>
          </p:cNvSpPr>
          <p:nvPr/>
        </p:nvSpPr>
        <p:spPr>
          <a:xfrm xmlns:a="http://schemas.openxmlformats.org/drawingml/2006/main">
            <a:off x="12463156" y="7524750"/>
            <a:ext cx="22858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من</a:t>
            </a:r>
          </a:p>
        </p:txBody>
      </p:sp>
      <p:sp>
        <p:nvSpPr>
          <p:cNvPr id="52" name="">
            <a:extLst xmlns:a="http://schemas.openxmlformats.org/drawingml/2006/main">
              <a:ext uri="{FF2B5EF4-FFF2-40B4-BE49-F238E27FC236}">
                <a16:creationId xmlns:a16="http://schemas.microsoft.com/office/drawing/2014/main" id="{2C8C15C9-383B-44C0-A33A-89500E7AC1D3}"/>
              </a:ext>
            </a:extLst>
          </p:cNvPr>
          <p:cNvSpPr>
            <a:spLocks xmlns:a="http://schemas.openxmlformats.org/drawingml/2006/main" noGrp="1"/>
          </p:cNvSpPr>
          <p:nvPr/>
        </p:nvSpPr>
        <p:spPr>
          <a:xfrm xmlns:a="http://schemas.openxmlformats.org/drawingml/2006/main">
            <a:off x="12133538" y="7524750"/>
            <a:ext cx="26532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أحد</a:t>
            </a:r>
          </a:p>
        </p:txBody>
      </p:sp>
      <p:sp>
        <p:nvSpPr>
          <p:cNvPr id="53" name="">
            <a:extLst xmlns:a="http://schemas.openxmlformats.org/drawingml/2006/main">
              <a:ext uri="{FF2B5EF4-FFF2-40B4-BE49-F238E27FC236}">
                <a16:creationId xmlns:a16="http://schemas.microsoft.com/office/drawing/2014/main" id="{2B544799-0321-4F5D-8F33-FB9DBBE62050}"/>
              </a:ext>
            </a:extLst>
          </p:cNvPr>
          <p:cNvSpPr>
            <a:spLocks xmlns:a="http://schemas.openxmlformats.org/drawingml/2006/main" noGrp="1"/>
          </p:cNvSpPr>
          <p:nvPr/>
        </p:nvSpPr>
        <p:spPr>
          <a:xfrm xmlns:a="http://schemas.openxmlformats.org/drawingml/2006/main">
            <a:off x="11338717" y="7524750"/>
            <a:ext cx="73052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المتطلبات</a:t>
            </a:r>
          </a:p>
        </p:txBody>
      </p:sp>
      <p:sp>
        <p:nvSpPr>
          <p:cNvPr id="54" name="">
            <a:extLst xmlns:a="http://schemas.openxmlformats.org/drawingml/2006/main">
              <a:ext uri="{FF2B5EF4-FFF2-40B4-BE49-F238E27FC236}">
                <a16:creationId xmlns:a16="http://schemas.microsoft.com/office/drawing/2014/main" id="{454D6DAB-DE56-4092-8FAA-5CDDD7D9350E}"/>
              </a:ext>
            </a:extLst>
          </p:cNvPr>
          <p:cNvSpPr>
            <a:spLocks xmlns:a="http://schemas.openxmlformats.org/drawingml/2006/main" noGrp="1"/>
          </p:cNvSpPr>
          <p:nvPr/>
        </p:nvSpPr>
        <p:spPr>
          <a:xfrm xmlns:a="http://schemas.openxmlformats.org/drawingml/2006/main">
            <a:off x="10659819" y="7524750"/>
            <a:ext cx="614604"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الرئيسية</a:t>
            </a:r>
          </a:p>
        </p:txBody>
      </p:sp>
    </p:spTree>
    <p:extLst>
      <p:ext uri="{BB962C8B-B14F-4D97-AF65-F5344CB8AC3E}">
        <p14:creationId xmlns:p14="http://schemas.microsoft.com/office/powerpoint/2010/main" val="962421833"/>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4DBAF5A-6946-4200-86D4-1BE928D8004F}"/>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3B560CAB-5169-4E5F-A2D0-B7FB54C9C63F}"/>
              </a:ext>
            </a:extLst>
          </p:cNvPr>
          <p:cNvSpPr>
            <a:spLocks xmlns:a="http://schemas.openxmlformats.org/drawingml/2006/main" noGrp="1"/>
          </p:cNvSpPr>
          <p:nvPr/>
        </p:nvSpPr>
        <p:spPr>
          <a:xfrm xmlns:a="http://schemas.openxmlformats.org/drawingml/2006/main">
            <a:off x="12936141" y="1190625"/>
            <a:ext cx="1456134"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الفحوص</a:t>
            </a:r>
          </a:p>
        </p:txBody>
      </p:sp>
      <p:sp>
        <p:nvSpPr>
          <p:cNvPr id="4" name="">
            <a:extLst xmlns:a="http://schemas.openxmlformats.org/drawingml/2006/main">
              <a:ext uri="{FF2B5EF4-FFF2-40B4-BE49-F238E27FC236}">
                <a16:creationId xmlns:a16="http://schemas.microsoft.com/office/drawing/2014/main" id="{A06E59D6-C795-4929-BBCF-6D82E5B47983}"/>
              </a:ext>
            </a:extLst>
          </p:cNvPr>
          <p:cNvSpPr>
            <a:spLocks xmlns:a="http://schemas.openxmlformats.org/drawingml/2006/main" noGrp="1"/>
          </p:cNvSpPr>
          <p:nvPr/>
        </p:nvSpPr>
        <p:spPr>
          <a:xfrm xmlns:a="http://schemas.openxmlformats.org/drawingml/2006/main">
            <a:off x="11100031" y="1190625"/>
            <a:ext cx="1686186"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المستهدفة</a:t>
            </a:r>
          </a:p>
        </p:txBody>
      </p:sp>
      <p:sp>
        <p:nvSpPr>
          <p:cNvPr id="5" name="">
            <a:extLst xmlns:a="http://schemas.openxmlformats.org/drawingml/2006/main">
              <a:ext uri="{FF2B5EF4-FFF2-40B4-BE49-F238E27FC236}">
                <a16:creationId xmlns:a16="http://schemas.microsoft.com/office/drawing/2014/main" id="{C96DBACD-55E5-4F83-8780-EAA0031B36E6}"/>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05 / 21</a:t>
            </a:r>
          </a:p>
        </p:txBody>
      </p:sp>
      <p:sp>
        <p:nvSpPr>
          <p:cNvPr id="6" name="">
            <a:extLst xmlns:a="http://schemas.openxmlformats.org/drawingml/2006/main">
              <a:ext uri="{FF2B5EF4-FFF2-40B4-BE49-F238E27FC236}">
                <a16:creationId xmlns:a16="http://schemas.microsoft.com/office/drawing/2014/main" id="{631CAB59-4164-4D7D-A1FE-9752641302A6}"/>
              </a:ext>
            </a:extLst>
          </p:cNvPr>
          <p:cNvSpPr>
            <a:spLocks xmlns:a="http://schemas.openxmlformats.org/drawingml/2006/main" noGrp="1"/>
          </p:cNvSpPr>
          <p:nvPr/>
        </p:nvSpPr>
        <p:spPr>
          <a:xfrm xmlns:a="http://schemas.openxmlformats.org/drawingml/2006/main">
            <a:off x="13673026" y="2333625"/>
            <a:ext cx="719249"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كتالوج</a:t>
            </a:r>
          </a:p>
        </p:txBody>
      </p:sp>
      <p:sp>
        <p:nvSpPr>
          <p:cNvPr id="7" name="">
            <a:extLst xmlns:a="http://schemas.openxmlformats.org/drawingml/2006/main">
              <a:ext uri="{FF2B5EF4-FFF2-40B4-BE49-F238E27FC236}">
                <a16:creationId xmlns:a16="http://schemas.microsoft.com/office/drawing/2014/main" id="{C60F2B19-AE15-422A-B273-C76A8A638812}"/>
              </a:ext>
            </a:extLst>
          </p:cNvPr>
          <p:cNvSpPr>
            <a:spLocks xmlns:a="http://schemas.openxmlformats.org/drawingml/2006/main" noGrp="1"/>
          </p:cNvSpPr>
          <p:nvPr/>
        </p:nvSpPr>
        <p:spPr>
          <a:xfrm xmlns:a="http://schemas.openxmlformats.org/drawingml/2006/main">
            <a:off x="13028271" y="2333625"/>
            <a:ext cx="55093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محدد</a:t>
            </a:r>
          </a:p>
        </p:txBody>
      </p:sp>
      <p:sp>
        <p:nvSpPr>
          <p:cNvPr id="8" name="">
            <a:extLst xmlns:a="http://schemas.openxmlformats.org/drawingml/2006/main">
              <a:ext uri="{FF2B5EF4-FFF2-40B4-BE49-F238E27FC236}">
                <a16:creationId xmlns:a16="http://schemas.microsoft.com/office/drawing/2014/main" id="{39094993-3F32-4929-9561-85590C5C5CB2}"/>
              </a:ext>
            </a:extLst>
          </p:cNvPr>
          <p:cNvSpPr>
            <a:spLocks xmlns:a="http://schemas.openxmlformats.org/drawingml/2006/main" noGrp="1"/>
          </p:cNvSpPr>
          <p:nvPr/>
        </p:nvSpPr>
        <p:spPr>
          <a:xfrm xmlns:a="http://schemas.openxmlformats.org/drawingml/2006/main">
            <a:off x="12606200" y="2333625"/>
            <a:ext cx="3282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من</a:t>
            </a:r>
          </a:p>
        </p:txBody>
      </p:sp>
      <p:sp>
        <p:nvSpPr>
          <p:cNvPr id="9" name="">
            <a:extLst xmlns:a="http://schemas.openxmlformats.org/drawingml/2006/main">
              <a:ext uri="{FF2B5EF4-FFF2-40B4-BE49-F238E27FC236}">
                <a16:creationId xmlns:a16="http://schemas.microsoft.com/office/drawing/2014/main" id="{81406E7D-6967-4EA2-8477-42F2470F7260}"/>
              </a:ext>
            </a:extLst>
          </p:cNvPr>
          <p:cNvSpPr>
            <a:spLocks xmlns:a="http://schemas.openxmlformats.org/drawingml/2006/main" noGrp="1"/>
          </p:cNvSpPr>
          <p:nvPr/>
        </p:nvSpPr>
        <p:spPr>
          <a:xfrm xmlns:a="http://schemas.openxmlformats.org/drawingml/2006/main">
            <a:off x="12132039" y="2333625"/>
            <a:ext cx="38034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167D8D"/>
                </a:solidFill>
                <a:latin typeface="Arial"/>
                <a:ea typeface="Arial"/>
                <a:cs typeface="Arial"/>
              </a:defRPr>
            </a:defPPr>
            <a:lvl1pPr algn="l">
              <a:defRPr sz="2625" b="1">
                <a:solidFill>
                  <a:srgbClr val="167D8D"/>
                </a:solidFill>
                <a:latin typeface="Arial"/>
                <a:ea typeface="Arial"/>
                <a:cs typeface="Arial"/>
              </a:defRPr>
            </a:lvl1pPr>
            <a:lvl2pPr algn="l">
              <a:defRPr sz="2625" b="1">
                <a:solidFill>
                  <a:srgbClr val="167D8D"/>
                </a:solidFill>
                <a:latin typeface="Arial"/>
                <a:ea typeface="Arial"/>
                <a:cs typeface="Arial"/>
              </a:defRPr>
            </a:lvl2pPr>
            <a:lvl3pPr algn="l">
              <a:defRPr sz="2625" b="1">
                <a:solidFill>
                  <a:srgbClr val="167D8D"/>
                </a:solidFill>
                <a:latin typeface="Arial"/>
                <a:ea typeface="Arial"/>
                <a:cs typeface="Arial"/>
              </a:defRPr>
            </a:lvl3pPr>
            <a:lvl4pPr algn="l">
              <a:defRPr sz="2625" b="1">
                <a:solidFill>
                  <a:srgbClr val="167D8D"/>
                </a:solidFill>
                <a:latin typeface="Arial"/>
                <a:ea typeface="Arial"/>
                <a:cs typeface="Arial"/>
              </a:defRPr>
            </a:lvl4pPr>
            <a:lvl5pPr algn="l">
              <a:defRPr sz="2625" b="1">
                <a:solidFill>
                  <a:srgbClr val="167D8D"/>
                </a:solidFill>
                <a:latin typeface="Arial"/>
                <a:ea typeface="Arial"/>
                <a:cs typeface="Arial"/>
              </a:defRPr>
            </a:lvl5pPr>
            <a:lvl6pPr algn="l">
              <a:defRPr sz="2625" b="1">
                <a:solidFill>
                  <a:srgbClr val="167D8D"/>
                </a:solidFill>
                <a:latin typeface="Arial"/>
                <a:ea typeface="Arial"/>
                <a:cs typeface="Arial"/>
              </a:defRPr>
            </a:lvl6pPr>
            <a:lvl7pPr algn="l">
              <a:defRPr sz="2625" b="1">
                <a:solidFill>
                  <a:srgbClr val="167D8D"/>
                </a:solidFill>
                <a:latin typeface="Arial"/>
                <a:ea typeface="Arial"/>
                <a:cs typeface="Arial"/>
              </a:defRPr>
            </a:lvl7pPr>
            <a:lvl8pPr algn="l">
              <a:defRPr sz="2625" b="1">
                <a:solidFill>
                  <a:srgbClr val="167D8D"/>
                </a:solidFill>
                <a:latin typeface="Arial"/>
                <a:ea typeface="Arial"/>
                <a:cs typeface="Arial"/>
              </a:defRPr>
            </a:lvl8pPr>
            <a:lvl9pPr algn="l">
              <a:defRPr sz="2625" b="1">
                <a:solidFill>
                  <a:srgbClr val="167D8D"/>
                </a:solidFill>
                <a:latin typeface="Arial"/>
                <a:ea typeface="Arial"/>
                <a:cs typeface="Arial"/>
              </a:defRPr>
            </a:lvl9pPr>
          </a:lstStyle>
          <a:p xmlns:a="http://schemas.openxmlformats.org/drawingml/2006/main">
            <a:pPr algn="l">
              <a:defRPr sz="2625" b="1">
                <a:solidFill>
                  <a:srgbClr val="167D8D"/>
                </a:solidFill>
                <a:latin typeface="Arial"/>
                <a:ea typeface="Arial"/>
                <a:cs typeface="Arial"/>
              </a:defRPr>
            </a:pPr>
            <a:r>
              <a:rPr sz="2625" b="1">
                <a:solidFill>
                  <a:srgbClr val="167D8D"/>
                </a:solidFill>
                <a:latin typeface="Arial"/>
                <a:ea typeface="Arial"/>
                <a:cs typeface="Arial"/>
              </a:rPr>
              <a:t>24</a:t>
            </a:r>
          </a:p>
        </p:txBody>
      </p:sp>
      <p:sp>
        <p:nvSpPr>
          <p:cNvPr id="10" name="">
            <a:extLst xmlns:a="http://schemas.openxmlformats.org/drawingml/2006/main">
              <a:ext uri="{FF2B5EF4-FFF2-40B4-BE49-F238E27FC236}">
                <a16:creationId xmlns:a16="http://schemas.microsoft.com/office/drawing/2014/main" id="{BB7F6014-F9AE-46D9-959F-03B779BDFED3}"/>
              </a:ext>
            </a:extLst>
          </p:cNvPr>
          <p:cNvSpPr>
            <a:spLocks xmlns:a="http://schemas.openxmlformats.org/drawingml/2006/main" noGrp="1"/>
          </p:cNvSpPr>
          <p:nvPr/>
        </p:nvSpPr>
        <p:spPr>
          <a:xfrm xmlns:a="http://schemas.openxmlformats.org/drawingml/2006/main">
            <a:off x="11417288" y="2333625"/>
            <a:ext cx="620929"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فحصًا</a:t>
            </a:r>
          </a:p>
        </p:txBody>
      </p:sp>
      <p:sp>
        <p:nvSpPr>
          <p:cNvPr id="11" name="">
            <a:extLst xmlns:a="http://schemas.openxmlformats.org/drawingml/2006/main">
              <a:ext uri="{FF2B5EF4-FFF2-40B4-BE49-F238E27FC236}">
                <a16:creationId xmlns:a16="http://schemas.microsoft.com/office/drawing/2014/main" id="{6BF67DC5-A273-409E-AE01-DCD77F3E3A03}"/>
              </a:ext>
            </a:extLst>
          </p:cNvPr>
          <p:cNvSpPr>
            <a:spLocks xmlns:a="http://schemas.openxmlformats.org/drawingml/2006/main" noGrp="1"/>
          </p:cNvSpPr>
          <p:nvPr/>
        </p:nvSpPr>
        <p:spPr>
          <a:xfrm xmlns:a="http://schemas.openxmlformats.org/drawingml/2006/main">
            <a:off x="762000" y="3286125"/>
            <a:ext cx="142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200" b="1">
                <a:solidFill>
                  <a:srgbClr val="167D8D"/>
                </a:solidFill>
                <a:latin typeface="Arial"/>
                <a:ea typeface="Arial"/>
                <a:cs typeface="Arial"/>
              </a:defRPr>
            </a:defPPr>
            <a:lvl1pPr algn="ctr">
              <a:defRPr sz="4200" b="1">
                <a:solidFill>
                  <a:srgbClr val="167D8D"/>
                </a:solidFill>
                <a:latin typeface="Arial"/>
                <a:ea typeface="Arial"/>
                <a:cs typeface="Arial"/>
              </a:defRPr>
            </a:lvl1pPr>
            <a:lvl2pPr algn="ctr">
              <a:defRPr sz="4200" b="1">
                <a:solidFill>
                  <a:srgbClr val="167D8D"/>
                </a:solidFill>
                <a:latin typeface="Arial"/>
                <a:ea typeface="Arial"/>
                <a:cs typeface="Arial"/>
              </a:defRPr>
            </a:lvl2pPr>
            <a:lvl3pPr algn="ctr">
              <a:defRPr sz="4200" b="1">
                <a:solidFill>
                  <a:srgbClr val="167D8D"/>
                </a:solidFill>
                <a:latin typeface="Arial"/>
                <a:ea typeface="Arial"/>
                <a:cs typeface="Arial"/>
              </a:defRPr>
            </a:lvl3pPr>
            <a:lvl4pPr algn="ctr">
              <a:defRPr sz="4200" b="1">
                <a:solidFill>
                  <a:srgbClr val="167D8D"/>
                </a:solidFill>
                <a:latin typeface="Arial"/>
                <a:ea typeface="Arial"/>
                <a:cs typeface="Arial"/>
              </a:defRPr>
            </a:lvl4pPr>
            <a:lvl5pPr algn="ctr">
              <a:defRPr sz="4200" b="1">
                <a:solidFill>
                  <a:srgbClr val="167D8D"/>
                </a:solidFill>
                <a:latin typeface="Arial"/>
                <a:ea typeface="Arial"/>
                <a:cs typeface="Arial"/>
              </a:defRPr>
            </a:lvl5pPr>
            <a:lvl6pPr algn="ctr">
              <a:defRPr sz="4200" b="1">
                <a:solidFill>
                  <a:srgbClr val="167D8D"/>
                </a:solidFill>
                <a:latin typeface="Arial"/>
                <a:ea typeface="Arial"/>
                <a:cs typeface="Arial"/>
              </a:defRPr>
            </a:lvl6pPr>
            <a:lvl7pPr algn="ctr">
              <a:defRPr sz="4200" b="1">
                <a:solidFill>
                  <a:srgbClr val="167D8D"/>
                </a:solidFill>
                <a:latin typeface="Arial"/>
                <a:ea typeface="Arial"/>
                <a:cs typeface="Arial"/>
              </a:defRPr>
            </a:lvl7pPr>
            <a:lvl8pPr algn="ctr">
              <a:defRPr sz="4200" b="1">
                <a:solidFill>
                  <a:srgbClr val="167D8D"/>
                </a:solidFill>
                <a:latin typeface="Arial"/>
                <a:ea typeface="Arial"/>
                <a:cs typeface="Arial"/>
              </a:defRPr>
            </a:lvl8pPr>
            <a:lvl9pPr algn="ctr">
              <a:defRPr sz="4200" b="1">
                <a:solidFill>
                  <a:srgbClr val="167D8D"/>
                </a:solidFill>
                <a:latin typeface="Arial"/>
                <a:ea typeface="Arial"/>
                <a:cs typeface="Arial"/>
              </a:defRPr>
            </a:lvl9pPr>
          </a:lstStyle>
          <a:p xmlns:a="http://schemas.openxmlformats.org/drawingml/2006/main">
            <a:pPr algn="ctr">
              <a:defRPr sz="4200" b="1">
                <a:solidFill>
                  <a:srgbClr val="167D8D"/>
                </a:solidFill>
                <a:latin typeface="Arial"/>
                <a:ea typeface="Arial"/>
                <a:cs typeface="Arial"/>
              </a:defRPr>
            </a:pPr>
            <a:r>
              <a:rPr sz="4200" b="1">
                <a:solidFill>
                  <a:srgbClr val="167D8D"/>
                </a:solidFill>
                <a:latin typeface="Arial"/>
                <a:ea typeface="Arial"/>
                <a:cs typeface="Arial"/>
              </a:rPr>
              <a:t>10</a:t>
            </a:r>
          </a:p>
        </p:txBody>
      </p:sp>
      <p:sp>
        <p:nvSpPr>
          <p:cNvPr id="12" name="">
            <a:extLst xmlns:a="http://schemas.openxmlformats.org/drawingml/2006/main">
              <a:ext uri="{FF2B5EF4-FFF2-40B4-BE49-F238E27FC236}">
                <a16:creationId xmlns:a16="http://schemas.microsoft.com/office/drawing/2014/main" id="{3E3A0FBB-EA55-4213-BF22-60FA17407825}"/>
              </a:ext>
            </a:extLst>
          </p:cNvPr>
          <p:cNvSpPr>
            <a:spLocks xmlns:a="http://schemas.openxmlformats.org/drawingml/2006/main" noGrp="1"/>
          </p:cNvSpPr>
          <p:nvPr/>
        </p:nvSpPr>
        <p:spPr>
          <a:xfrm xmlns:a="http://schemas.openxmlformats.org/drawingml/2006/main">
            <a:off x="13816013" y="3286125"/>
            <a:ext cx="57626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حماية</a:t>
            </a:r>
          </a:p>
        </p:txBody>
      </p:sp>
      <p:sp>
        <p:nvSpPr>
          <p:cNvPr id="13" name="">
            <a:extLst xmlns:a="http://schemas.openxmlformats.org/drawingml/2006/main">
              <a:ext uri="{FF2B5EF4-FFF2-40B4-BE49-F238E27FC236}">
                <a16:creationId xmlns:a16="http://schemas.microsoft.com/office/drawing/2014/main" id="{F99FB58C-480A-4B49-9B5F-A7FABF17ED80}"/>
              </a:ext>
            </a:extLst>
          </p:cNvPr>
          <p:cNvSpPr>
            <a:spLocks xmlns:a="http://schemas.openxmlformats.org/drawingml/2006/main" noGrp="1"/>
          </p:cNvSpPr>
          <p:nvPr/>
        </p:nvSpPr>
        <p:spPr>
          <a:xfrm xmlns:a="http://schemas.openxmlformats.org/drawingml/2006/main">
            <a:off x="13050905" y="3286125"/>
            <a:ext cx="680144"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الفروع</a:t>
            </a:r>
          </a:p>
        </p:txBody>
      </p:sp>
      <p:sp>
        <p:nvSpPr>
          <p:cNvPr id="14" name="">
            <a:extLst xmlns:a="http://schemas.openxmlformats.org/drawingml/2006/main">
              <a:ext uri="{FF2B5EF4-FFF2-40B4-BE49-F238E27FC236}">
                <a16:creationId xmlns:a16="http://schemas.microsoft.com/office/drawing/2014/main" id="{18F5F74F-CD7F-47A8-BDBF-D6EA0F9050B4}"/>
              </a:ext>
            </a:extLst>
          </p:cNvPr>
          <p:cNvSpPr>
            <a:spLocks xmlns:a="http://schemas.openxmlformats.org/drawingml/2006/main" noGrp="1"/>
          </p:cNvSpPr>
          <p:nvPr/>
        </p:nvSpPr>
        <p:spPr>
          <a:xfrm xmlns:a="http://schemas.openxmlformats.org/drawingml/2006/main">
            <a:off x="11692569" y="3286125"/>
            <a:ext cx="127337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والاستثناءات</a:t>
            </a:r>
          </a:p>
        </p:txBody>
      </p:sp>
      <p:sp>
        <p:nvSpPr>
          <p:cNvPr id="15" name="">
            <a:extLst xmlns:a="http://schemas.openxmlformats.org/drawingml/2006/main">
              <a:ext uri="{FF2B5EF4-FFF2-40B4-BE49-F238E27FC236}">
                <a16:creationId xmlns:a16="http://schemas.microsoft.com/office/drawing/2014/main" id="{8E95E810-FC1C-42E6-91F1-FD40A163021E}"/>
              </a:ext>
            </a:extLst>
          </p:cNvPr>
          <p:cNvSpPr>
            <a:spLocks xmlns:a="http://schemas.openxmlformats.org/drawingml/2006/main" noGrp="1"/>
          </p:cNvSpPr>
          <p:nvPr/>
        </p:nvSpPr>
        <p:spPr>
          <a:xfrm xmlns:a="http://schemas.openxmlformats.org/drawingml/2006/main">
            <a:off x="14025493" y="3743325"/>
            <a:ext cx="366782"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5A6A70"/>
                </a:solidFill>
                <a:latin typeface="Arial"/>
                <a:ea typeface="Arial"/>
                <a:cs typeface="Arial"/>
              </a:defRPr>
            </a:defPPr>
            <a:lvl1pPr algn="l">
              <a:defRPr sz="2025" b="0">
                <a:solidFill>
                  <a:srgbClr val="5A6A70"/>
                </a:solidFill>
                <a:latin typeface="Arial"/>
                <a:ea typeface="Arial"/>
                <a:cs typeface="Arial"/>
              </a:defRPr>
            </a:lvl1pPr>
            <a:lvl2pPr algn="l">
              <a:defRPr sz="2025" b="0">
                <a:solidFill>
                  <a:srgbClr val="5A6A70"/>
                </a:solidFill>
                <a:latin typeface="Arial"/>
                <a:ea typeface="Arial"/>
                <a:cs typeface="Arial"/>
              </a:defRPr>
            </a:lvl2pPr>
            <a:lvl3pPr algn="l">
              <a:defRPr sz="2025" b="0">
                <a:solidFill>
                  <a:srgbClr val="5A6A70"/>
                </a:solidFill>
                <a:latin typeface="Arial"/>
                <a:ea typeface="Arial"/>
                <a:cs typeface="Arial"/>
              </a:defRPr>
            </a:lvl3pPr>
            <a:lvl4pPr algn="l">
              <a:defRPr sz="2025" b="0">
                <a:solidFill>
                  <a:srgbClr val="5A6A70"/>
                </a:solidFill>
                <a:latin typeface="Arial"/>
                <a:ea typeface="Arial"/>
                <a:cs typeface="Arial"/>
              </a:defRPr>
            </a:lvl4pPr>
            <a:lvl5pPr algn="l">
              <a:defRPr sz="2025" b="0">
                <a:solidFill>
                  <a:srgbClr val="5A6A70"/>
                </a:solidFill>
                <a:latin typeface="Arial"/>
                <a:ea typeface="Arial"/>
                <a:cs typeface="Arial"/>
              </a:defRPr>
            </a:lvl5pPr>
            <a:lvl6pPr algn="l">
              <a:defRPr sz="2025" b="0">
                <a:solidFill>
                  <a:srgbClr val="5A6A70"/>
                </a:solidFill>
                <a:latin typeface="Arial"/>
                <a:ea typeface="Arial"/>
                <a:cs typeface="Arial"/>
              </a:defRPr>
            </a:lvl6pPr>
            <a:lvl7pPr algn="l">
              <a:defRPr sz="2025" b="0">
                <a:solidFill>
                  <a:srgbClr val="5A6A70"/>
                </a:solidFill>
                <a:latin typeface="Arial"/>
                <a:ea typeface="Arial"/>
                <a:cs typeface="Arial"/>
              </a:defRPr>
            </a:lvl7pPr>
            <a:lvl8pPr algn="l">
              <a:defRPr sz="2025" b="0">
                <a:solidFill>
                  <a:srgbClr val="5A6A70"/>
                </a:solidFill>
                <a:latin typeface="Arial"/>
                <a:ea typeface="Arial"/>
                <a:cs typeface="Arial"/>
              </a:defRPr>
            </a:lvl8pPr>
            <a:lvl9pPr algn="l">
              <a:defRPr sz="2025" b="0">
                <a:solidFill>
                  <a:srgbClr val="5A6A70"/>
                </a:solidFill>
                <a:latin typeface="Arial"/>
                <a:ea typeface="Arial"/>
                <a:cs typeface="Arial"/>
              </a:defRPr>
            </a:lvl9pPr>
          </a:lstStyle>
          <a:p xmlns:a="http://schemas.openxmlformats.org/drawingml/2006/main">
            <a:pPr algn="l">
              <a:defRPr sz="2025" b="0">
                <a:solidFill>
                  <a:srgbClr val="5A6A70"/>
                </a:solidFill>
                <a:latin typeface="Arial"/>
                <a:ea typeface="Arial"/>
                <a:cs typeface="Arial"/>
              </a:defRPr>
            </a:pPr>
            <a:r>
              <a:rPr sz="2025" b="0">
                <a:solidFill>
                  <a:srgbClr val="5A6A70"/>
                </a:solidFill>
                <a:latin typeface="Arial"/>
                <a:ea typeface="Arial"/>
                <a:cs typeface="Arial"/>
              </a:rPr>
              <a:t>PR</a:t>
            </a:r>
          </a:p>
        </p:txBody>
      </p:sp>
      <p:sp>
        <p:nvSpPr>
          <p:cNvPr id="16" name="">
            <a:extLst xmlns:a="http://schemas.openxmlformats.org/drawingml/2006/main">
              <a:ext uri="{FF2B5EF4-FFF2-40B4-BE49-F238E27FC236}">
                <a16:creationId xmlns:a16="http://schemas.microsoft.com/office/drawing/2014/main" id="{11E27F14-4E53-438D-A23B-7C25419B05F9}"/>
              </a:ext>
            </a:extLst>
          </p:cNvPr>
          <p:cNvSpPr>
            <a:spLocks xmlns:a="http://schemas.openxmlformats.org/drawingml/2006/main" noGrp="1"/>
          </p:cNvSpPr>
          <p:nvPr/>
        </p:nvSpPr>
        <p:spPr>
          <a:xfrm xmlns:a="http://schemas.openxmlformats.org/drawingml/2006/main">
            <a:off x="13083579" y="3743325"/>
            <a:ext cx="871714"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والموافقات</a:t>
            </a:r>
          </a:p>
        </p:txBody>
      </p:sp>
      <p:sp>
        <p:nvSpPr>
          <p:cNvPr id="17" name="">
            <a:extLst xmlns:a="http://schemas.openxmlformats.org/drawingml/2006/main">
              <a:ext uri="{FF2B5EF4-FFF2-40B4-BE49-F238E27FC236}">
                <a16:creationId xmlns:a16="http://schemas.microsoft.com/office/drawing/2014/main" id="{745DB35D-8C5C-4B6E-A7B4-5EA3CC655E0C}"/>
              </a:ext>
            </a:extLst>
          </p:cNvPr>
          <p:cNvSpPr>
            <a:spLocks xmlns:a="http://schemas.openxmlformats.org/drawingml/2006/main" noGrp="1"/>
          </p:cNvSpPr>
          <p:nvPr/>
        </p:nvSpPr>
        <p:spPr>
          <a:xfrm xmlns:a="http://schemas.openxmlformats.org/drawingml/2006/main">
            <a:off x="12188882" y="3743325"/>
            <a:ext cx="824498"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والفحوص</a:t>
            </a:r>
          </a:p>
        </p:txBody>
      </p:sp>
      <p:sp>
        <p:nvSpPr>
          <p:cNvPr id="18" name="">
            <a:extLst xmlns:a="http://schemas.openxmlformats.org/drawingml/2006/main">
              <a:ext uri="{FF2B5EF4-FFF2-40B4-BE49-F238E27FC236}">
                <a16:creationId xmlns:a16="http://schemas.microsoft.com/office/drawing/2014/main" id="{ACEEB018-6D3E-4439-893F-D1C0877109EA}"/>
              </a:ext>
            </a:extLst>
          </p:cNvPr>
          <p:cNvSpPr>
            <a:spLocks xmlns:a="http://schemas.openxmlformats.org/drawingml/2006/main" noGrp="1"/>
          </p:cNvSpPr>
          <p:nvPr/>
        </p:nvSpPr>
        <p:spPr>
          <a:xfrm xmlns:a="http://schemas.openxmlformats.org/drawingml/2006/main">
            <a:off x="11428171" y="3743325"/>
            <a:ext cx="690511"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المطلوبة</a:t>
            </a:r>
          </a:p>
        </p:txBody>
      </p:sp>
      <p:sp>
        <p:nvSpPr>
          <p:cNvPr id="19" name="">
            <a:extLst xmlns:a="http://schemas.openxmlformats.org/drawingml/2006/main">
              <a:ext uri="{FF2B5EF4-FFF2-40B4-BE49-F238E27FC236}">
                <a16:creationId xmlns:a16="http://schemas.microsoft.com/office/drawing/2014/main" id="{9DA4065A-0FFB-4288-AB90-0F2DA2DF1FC7}"/>
              </a:ext>
            </a:extLst>
          </p:cNvPr>
          <p:cNvSpPr>
            <a:spLocks xmlns:a="http://schemas.openxmlformats.org/drawingml/2006/main" noGrp="1"/>
          </p:cNvSpPr>
          <p:nvPr/>
        </p:nvSpPr>
        <p:spPr>
          <a:xfrm xmlns:a="http://schemas.openxmlformats.org/drawingml/2006/main">
            <a:off x="10531087" y="3743325"/>
            <a:ext cx="826885"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ومصدرها</a:t>
            </a:r>
          </a:p>
        </p:txBody>
      </p:sp>
      <p:sp>
        <p:nvSpPr>
          <p:cNvPr id="20" name="">
            <a:extLst xmlns:a="http://schemas.openxmlformats.org/drawingml/2006/main">
              <a:ext uri="{FF2B5EF4-FFF2-40B4-BE49-F238E27FC236}">
                <a16:creationId xmlns:a16="http://schemas.microsoft.com/office/drawing/2014/main" id="{EF6E7760-AD64-44A4-898C-21F36A0E30D8}"/>
              </a:ext>
            </a:extLst>
          </p:cNvPr>
          <p:cNvSpPr>
            <a:spLocks xmlns:a="http://schemas.openxmlformats.org/drawingml/2006/main" noGrp="1"/>
          </p:cNvSpPr>
          <p:nvPr/>
        </p:nvSpPr>
        <p:spPr>
          <a:xfrm xmlns:a="http://schemas.openxmlformats.org/drawingml/2006/main">
            <a:off x="762000" y="4314825"/>
            <a:ext cx="142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200" b="1">
                <a:solidFill>
                  <a:srgbClr val="167D8D"/>
                </a:solidFill>
                <a:latin typeface="Arial"/>
                <a:ea typeface="Arial"/>
                <a:cs typeface="Arial"/>
              </a:defRPr>
            </a:defPPr>
            <a:lvl1pPr algn="ctr">
              <a:defRPr sz="4200" b="1">
                <a:solidFill>
                  <a:srgbClr val="167D8D"/>
                </a:solidFill>
                <a:latin typeface="Arial"/>
                <a:ea typeface="Arial"/>
                <a:cs typeface="Arial"/>
              </a:defRPr>
            </a:lvl1pPr>
            <a:lvl2pPr algn="ctr">
              <a:defRPr sz="4200" b="1">
                <a:solidFill>
                  <a:srgbClr val="167D8D"/>
                </a:solidFill>
                <a:latin typeface="Arial"/>
                <a:ea typeface="Arial"/>
                <a:cs typeface="Arial"/>
              </a:defRPr>
            </a:lvl2pPr>
            <a:lvl3pPr algn="ctr">
              <a:defRPr sz="4200" b="1">
                <a:solidFill>
                  <a:srgbClr val="167D8D"/>
                </a:solidFill>
                <a:latin typeface="Arial"/>
                <a:ea typeface="Arial"/>
                <a:cs typeface="Arial"/>
              </a:defRPr>
            </a:lvl3pPr>
            <a:lvl4pPr algn="ctr">
              <a:defRPr sz="4200" b="1">
                <a:solidFill>
                  <a:srgbClr val="167D8D"/>
                </a:solidFill>
                <a:latin typeface="Arial"/>
                <a:ea typeface="Arial"/>
                <a:cs typeface="Arial"/>
              </a:defRPr>
            </a:lvl4pPr>
            <a:lvl5pPr algn="ctr">
              <a:defRPr sz="4200" b="1">
                <a:solidFill>
                  <a:srgbClr val="167D8D"/>
                </a:solidFill>
                <a:latin typeface="Arial"/>
                <a:ea typeface="Arial"/>
                <a:cs typeface="Arial"/>
              </a:defRPr>
            </a:lvl5pPr>
            <a:lvl6pPr algn="ctr">
              <a:defRPr sz="4200" b="1">
                <a:solidFill>
                  <a:srgbClr val="167D8D"/>
                </a:solidFill>
                <a:latin typeface="Arial"/>
                <a:ea typeface="Arial"/>
                <a:cs typeface="Arial"/>
              </a:defRPr>
            </a:lvl6pPr>
            <a:lvl7pPr algn="ctr">
              <a:defRPr sz="4200" b="1">
                <a:solidFill>
                  <a:srgbClr val="167D8D"/>
                </a:solidFill>
                <a:latin typeface="Arial"/>
                <a:ea typeface="Arial"/>
                <a:cs typeface="Arial"/>
              </a:defRPr>
            </a:lvl7pPr>
            <a:lvl8pPr algn="ctr">
              <a:defRPr sz="4200" b="1">
                <a:solidFill>
                  <a:srgbClr val="167D8D"/>
                </a:solidFill>
                <a:latin typeface="Arial"/>
                <a:ea typeface="Arial"/>
                <a:cs typeface="Arial"/>
              </a:defRPr>
            </a:lvl8pPr>
            <a:lvl9pPr algn="ctr">
              <a:defRPr sz="4200" b="1">
                <a:solidFill>
                  <a:srgbClr val="167D8D"/>
                </a:solidFill>
                <a:latin typeface="Arial"/>
                <a:ea typeface="Arial"/>
                <a:cs typeface="Arial"/>
              </a:defRPr>
            </a:lvl9pPr>
          </a:lstStyle>
          <a:p xmlns:a="http://schemas.openxmlformats.org/drawingml/2006/main">
            <a:pPr algn="ctr">
              <a:defRPr sz="4200" b="1">
                <a:solidFill>
                  <a:srgbClr val="167D8D"/>
                </a:solidFill>
                <a:latin typeface="Arial"/>
                <a:ea typeface="Arial"/>
                <a:cs typeface="Arial"/>
              </a:defRPr>
            </a:pPr>
            <a:r>
              <a:rPr sz="4200" b="1">
                <a:solidFill>
                  <a:srgbClr val="167D8D"/>
                </a:solidFill>
                <a:latin typeface="Arial"/>
                <a:ea typeface="Arial"/>
                <a:cs typeface="Arial"/>
              </a:rPr>
              <a:t>7</a:t>
            </a:r>
          </a:p>
        </p:txBody>
      </p:sp>
      <p:sp>
        <p:nvSpPr>
          <p:cNvPr id="21" name="">
            <a:extLst xmlns:a="http://schemas.openxmlformats.org/drawingml/2006/main">
              <a:ext uri="{FF2B5EF4-FFF2-40B4-BE49-F238E27FC236}">
                <a16:creationId xmlns:a16="http://schemas.microsoft.com/office/drawing/2014/main" id="{FDDC2054-9D3D-41F6-BBEB-21CC78DD9563}"/>
              </a:ext>
            </a:extLst>
          </p:cNvPr>
          <p:cNvSpPr>
            <a:spLocks xmlns:a="http://schemas.openxmlformats.org/drawingml/2006/main" noGrp="1"/>
          </p:cNvSpPr>
          <p:nvPr/>
        </p:nvSpPr>
        <p:spPr>
          <a:xfrm xmlns:a="http://schemas.openxmlformats.org/drawingml/2006/main">
            <a:off x="13612713" y="4314825"/>
            <a:ext cx="77956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إعدادات</a:t>
            </a:r>
          </a:p>
        </p:txBody>
      </p:sp>
      <p:sp>
        <p:nvSpPr>
          <p:cNvPr id="22" name="">
            <a:extLst xmlns:a="http://schemas.openxmlformats.org/drawingml/2006/main">
              <a:ext uri="{FF2B5EF4-FFF2-40B4-BE49-F238E27FC236}">
                <a16:creationId xmlns:a16="http://schemas.microsoft.com/office/drawing/2014/main" id="{3BA3E476-DFBE-44A3-A99A-52D0027C3F4F}"/>
              </a:ext>
            </a:extLst>
          </p:cNvPr>
          <p:cNvSpPr>
            <a:spLocks xmlns:a="http://schemas.openxmlformats.org/drawingml/2006/main" noGrp="1"/>
          </p:cNvSpPr>
          <p:nvPr/>
        </p:nvSpPr>
        <p:spPr>
          <a:xfrm xmlns:a="http://schemas.openxmlformats.org/drawingml/2006/main">
            <a:off x="11300091" y="4314825"/>
            <a:ext cx="222765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42B36"/>
                </a:solidFill>
                <a:latin typeface="Arial"/>
                <a:ea typeface="Arial"/>
                <a:cs typeface="Arial"/>
              </a:defRPr>
            </a:defPPr>
            <a:lvl1pPr algn="l">
              <a:defRPr sz="2400" b="1">
                <a:solidFill>
                  <a:srgbClr val="142B36"/>
                </a:solidFill>
                <a:latin typeface="Arial"/>
                <a:ea typeface="Arial"/>
                <a:cs typeface="Arial"/>
              </a:defRPr>
            </a:lvl1pPr>
            <a:lvl2pPr algn="l">
              <a:defRPr sz="2400" b="1">
                <a:solidFill>
                  <a:srgbClr val="142B36"/>
                </a:solidFill>
                <a:latin typeface="Arial"/>
                <a:ea typeface="Arial"/>
                <a:cs typeface="Arial"/>
              </a:defRPr>
            </a:lvl2pPr>
            <a:lvl3pPr algn="l">
              <a:defRPr sz="2400" b="1">
                <a:solidFill>
                  <a:srgbClr val="142B36"/>
                </a:solidFill>
                <a:latin typeface="Arial"/>
                <a:ea typeface="Arial"/>
                <a:cs typeface="Arial"/>
              </a:defRPr>
            </a:lvl3pPr>
            <a:lvl4pPr algn="l">
              <a:defRPr sz="2400" b="1">
                <a:solidFill>
                  <a:srgbClr val="142B36"/>
                </a:solidFill>
                <a:latin typeface="Arial"/>
                <a:ea typeface="Arial"/>
                <a:cs typeface="Arial"/>
              </a:defRPr>
            </a:lvl4pPr>
            <a:lvl5pPr algn="l">
              <a:defRPr sz="2400" b="1">
                <a:solidFill>
                  <a:srgbClr val="142B36"/>
                </a:solidFill>
                <a:latin typeface="Arial"/>
                <a:ea typeface="Arial"/>
                <a:cs typeface="Arial"/>
              </a:defRPr>
            </a:lvl5pPr>
            <a:lvl6pPr algn="l">
              <a:defRPr sz="2400" b="1">
                <a:solidFill>
                  <a:srgbClr val="142B36"/>
                </a:solidFill>
                <a:latin typeface="Arial"/>
                <a:ea typeface="Arial"/>
                <a:cs typeface="Arial"/>
              </a:defRPr>
            </a:lvl6pPr>
            <a:lvl7pPr algn="l">
              <a:defRPr sz="2400" b="1">
                <a:solidFill>
                  <a:srgbClr val="142B36"/>
                </a:solidFill>
                <a:latin typeface="Arial"/>
                <a:ea typeface="Arial"/>
                <a:cs typeface="Arial"/>
              </a:defRPr>
            </a:lvl7pPr>
            <a:lvl8pPr algn="l">
              <a:defRPr sz="2400" b="1">
                <a:solidFill>
                  <a:srgbClr val="142B36"/>
                </a:solidFill>
                <a:latin typeface="Arial"/>
                <a:ea typeface="Arial"/>
                <a:cs typeface="Arial"/>
              </a:defRPr>
            </a:lvl8pPr>
            <a:lvl9pPr algn="l">
              <a:defRPr sz="2400" b="1">
                <a:solidFill>
                  <a:srgbClr val="142B36"/>
                </a:solidFill>
                <a:latin typeface="Arial"/>
                <a:ea typeface="Arial"/>
                <a:cs typeface="Arial"/>
              </a:defRPr>
            </a:lvl9pPr>
          </a:lstStyle>
          <a:p xmlns:a="http://schemas.openxmlformats.org/drawingml/2006/main">
            <a:pPr algn="l">
              <a:defRPr sz="2400" b="1">
                <a:solidFill>
                  <a:srgbClr val="142B36"/>
                </a:solidFill>
                <a:latin typeface="Arial"/>
                <a:ea typeface="Arial"/>
                <a:cs typeface="Arial"/>
              </a:defRPr>
            </a:pPr>
            <a:r>
              <a:rPr sz="2400" b="1">
                <a:solidFill>
                  <a:srgbClr val="142B36"/>
                </a:solidFill>
                <a:latin typeface="Arial"/>
                <a:ea typeface="Arial"/>
                <a:cs typeface="Arial"/>
              </a:rPr>
              <a:t>GitHub Actions</a:t>
            </a:r>
          </a:p>
        </p:txBody>
      </p:sp>
      <p:sp>
        <p:nvSpPr>
          <p:cNvPr id="23" name="">
            <a:extLst xmlns:a="http://schemas.openxmlformats.org/drawingml/2006/main">
              <a:ext uri="{FF2B5EF4-FFF2-40B4-BE49-F238E27FC236}">
                <a16:creationId xmlns:a16="http://schemas.microsoft.com/office/drawing/2014/main" id="{8CCD1B24-7455-4651-93BD-201FF7C15704}"/>
              </a:ext>
            </a:extLst>
          </p:cNvPr>
          <p:cNvSpPr>
            <a:spLocks xmlns:a="http://schemas.openxmlformats.org/drawingml/2006/main" noGrp="1"/>
          </p:cNvSpPr>
          <p:nvPr/>
        </p:nvSpPr>
        <p:spPr>
          <a:xfrm xmlns:a="http://schemas.openxmlformats.org/drawingml/2006/main">
            <a:off x="13462671" y="4772025"/>
            <a:ext cx="929604"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الصلاحيات</a:t>
            </a:r>
          </a:p>
        </p:txBody>
      </p:sp>
      <p:sp>
        <p:nvSpPr>
          <p:cNvPr id="24" name="">
            <a:extLst xmlns:a="http://schemas.openxmlformats.org/drawingml/2006/main">
              <a:ext uri="{FF2B5EF4-FFF2-40B4-BE49-F238E27FC236}">
                <a16:creationId xmlns:a16="http://schemas.microsoft.com/office/drawing/2014/main" id="{255C50EC-930D-420A-93BE-4D1CD4156281}"/>
              </a:ext>
            </a:extLst>
          </p:cNvPr>
          <p:cNvSpPr>
            <a:spLocks xmlns:a="http://schemas.openxmlformats.org/drawingml/2006/main" noGrp="1"/>
          </p:cNvSpPr>
          <p:nvPr/>
        </p:nvSpPr>
        <p:spPr>
          <a:xfrm xmlns:a="http://schemas.openxmlformats.org/drawingml/2006/main">
            <a:off x="12681367" y="4772025"/>
            <a:ext cx="711105"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ومصادر</a:t>
            </a:r>
          </a:p>
        </p:txBody>
      </p:sp>
      <p:sp>
        <p:nvSpPr>
          <p:cNvPr id="25" name="">
            <a:extLst xmlns:a="http://schemas.openxmlformats.org/drawingml/2006/main">
              <a:ext uri="{FF2B5EF4-FFF2-40B4-BE49-F238E27FC236}">
                <a16:creationId xmlns:a16="http://schemas.microsoft.com/office/drawing/2014/main" id="{20A015DB-E20F-4AA3-9935-69B3FD1A4D0B}"/>
              </a:ext>
            </a:extLst>
          </p:cNvPr>
          <p:cNvSpPr>
            <a:spLocks xmlns:a="http://schemas.openxmlformats.org/drawingml/2006/main" noGrp="1"/>
          </p:cNvSpPr>
          <p:nvPr/>
        </p:nvSpPr>
        <p:spPr>
          <a:xfrm xmlns:a="http://schemas.openxmlformats.org/drawingml/2006/main">
            <a:off x="11758289" y="4772025"/>
            <a:ext cx="852878"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5A6A70"/>
                </a:solidFill>
                <a:latin typeface="Arial"/>
                <a:ea typeface="Arial"/>
                <a:cs typeface="Arial"/>
              </a:defRPr>
            </a:defPPr>
            <a:lvl1pPr algn="l">
              <a:defRPr sz="2025" b="0">
                <a:solidFill>
                  <a:srgbClr val="5A6A70"/>
                </a:solidFill>
                <a:latin typeface="Arial"/>
                <a:ea typeface="Arial"/>
                <a:cs typeface="Arial"/>
              </a:defRPr>
            </a:lvl1pPr>
            <a:lvl2pPr algn="l">
              <a:defRPr sz="2025" b="0">
                <a:solidFill>
                  <a:srgbClr val="5A6A70"/>
                </a:solidFill>
                <a:latin typeface="Arial"/>
                <a:ea typeface="Arial"/>
                <a:cs typeface="Arial"/>
              </a:defRPr>
            </a:lvl2pPr>
            <a:lvl3pPr algn="l">
              <a:defRPr sz="2025" b="0">
                <a:solidFill>
                  <a:srgbClr val="5A6A70"/>
                </a:solidFill>
                <a:latin typeface="Arial"/>
                <a:ea typeface="Arial"/>
                <a:cs typeface="Arial"/>
              </a:defRPr>
            </a:lvl3pPr>
            <a:lvl4pPr algn="l">
              <a:defRPr sz="2025" b="0">
                <a:solidFill>
                  <a:srgbClr val="5A6A70"/>
                </a:solidFill>
                <a:latin typeface="Arial"/>
                <a:ea typeface="Arial"/>
                <a:cs typeface="Arial"/>
              </a:defRPr>
            </a:lvl4pPr>
            <a:lvl5pPr algn="l">
              <a:defRPr sz="2025" b="0">
                <a:solidFill>
                  <a:srgbClr val="5A6A70"/>
                </a:solidFill>
                <a:latin typeface="Arial"/>
                <a:ea typeface="Arial"/>
                <a:cs typeface="Arial"/>
              </a:defRPr>
            </a:lvl5pPr>
            <a:lvl6pPr algn="l">
              <a:defRPr sz="2025" b="0">
                <a:solidFill>
                  <a:srgbClr val="5A6A70"/>
                </a:solidFill>
                <a:latin typeface="Arial"/>
                <a:ea typeface="Arial"/>
                <a:cs typeface="Arial"/>
              </a:defRPr>
            </a:lvl6pPr>
            <a:lvl7pPr algn="l">
              <a:defRPr sz="2025" b="0">
                <a:solidFill>
                  <a:srgbClr val="5A6A70"/>
                </a:solidFill>
                <a:latin typeface="Arial"/>
                <a:ea typeface="Arial"/>
                <a:cs typeface="Arial"/>
              </a:defRPr>
            </a:lvl7pPr>
            <a:lvl8pPr algn="l">
              <a:defRPr sz="2025" b="0">
                <a:solidFill>
                  <a:srgbClr val="5A6A70"/>
                </a:solidFill>
                <a:latin typeface="Arial"/>
                <a:ea typeface="Arial"/>
                <a:cs typeface="Arial"/>
              </a:defRPr>
            </a:lvl8pPr>
            <a:lvl9pPr algn="l">
              <a:defRPr sz="2025" b="0">
                <a:solidFill>
                  <a:srgbClr val="5A6A70"/>
                </a:solidFill>
                <a:latin typeface="Arial"/>
                <a:ea typeface="Arial"/>
                <a:cs typeface="Arial"/>
              </a:defRPr>
            </a:lvl9pPr>
          </a:lstStyle>
          <a:p xmlns:a="http://schemas.openxmlformats.org/drawingml/2006/main">
            <a:pPr algn="l">
              <a:defRPr sz="2025" b="0">
                <a:solidFill>
                  <a:srgbClr val="5A6A70"/>
                </a:solidFill>
                <a:latin typeface="Arial"/>
                <a:ea typeface="Arial"/>
                <a:cs typeface="Arial"/>
              </a:defRPr>
            </a:pPr>
            <a:r>
              <a:rPr sz="2025" b="0">
                <a:solidFill>
                  <a:srgbClr val="5A6A70"/>
                </a:solidFill>
                <a:latin typeface="Arial"/>
                <a:ea typeface="Arial"/>
                <a:cs typeface="Arial"/>
              </a:rPr>
              <a:t>Actions</a:t>
            </a:r>
          </a:p>
        </p:txBody>
      </p:sp>
      <p:sp>
        <p:nvSpPr>
          <p:cNvPr id="26" name="">
            <a:extLst xmlns:a="http://schemas.openxmlformats.org/drawingml/2006/main">
              <a:ext uri="{FF2B5EF4-FFF2-40B4-BE49-F238E27FC236}">
                <a16:creationId xmlns:a16="http://schemas.microsoft.com/office/drawing/2014/main" id="{ACF8585C-8FC7-41B5-BE22-BD802E05B021}"/>
              </a:ext>
            </a:extLst>
          </p:cNvPr>
          <p:cNvSpPr>
            <a:spLocks xmlns:a="http://schemas.openxmlformats.org/drawingml/2006/main" noGrp="1"/>
          </p:cNvSpPr>
          <p:nvPr/>
        </p:nvSpPr>
        <p:spPr>
          <a:xfrm xmlns:a="http://schemas.openxmlformats.org/drawingml/2006/main">
            <a:off x="11111976" y="4772025"/>
            <a:ext cx="576114"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وسلوك</a:t>
            </a:r>
          </a:p>
        </p:txBody>
      </p:sp>
      <p:sp>
        <p:nvSpPr>
          <p:cNvPr id="27" name="">
            <a:extLst xmlns:a="http://schemas.openxmlformats.org/drawingml/2006/main">
              <a:ext uri="{FF2B5EF4-FFF2-40B4-BE49-F238E27FC236}">
                <a16:creationId xmlns:a16="http://schemas.microsoft.com/office/drawing/2014/main" id="{42A9B63B-1072-46C4-A5D1-6BE020BDECA0}"/>
              </a:ext>
            </a:extLst>
          </p:cNvPr>
          <p:cNvSpPr>
            <a:spLocks xmlns:a="http://schemas.openxmlformats.org/drawingml/2006/main" noGrp="1"/>
          </p:cNvSpPr>
          <p:nvPr/>
        </p:nvSpPr>
        <p:spPr>
          <a:xfrm xmlns:a="http://schemas.openxmlformats.org/drawingml/2006/main">
            <a:off x="10389314" y="4772025"/>
            <a:ext cx="652463"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5A6A70"/>
                </a:solidFill>
                <a:latin typeface="Arial"/>
                <a:ea typeface="Arial"/>
                <a:cs typeface="Arial"/>
              </a:defRPr>
            </a:defPPr>
            <a:lvl1pPr algn="l">
              <a:defRPr sz="2025" b="0">
                <a:solidFill>
                  <a:srgbClr val="5A6A70"/>
                </a:solidFill>
                <a:latin typeface="Arial"/>
                <a:ea typeface="Arial"/>
                <a:cs typeface="Arial"/>
              </a:defRPr>
            </a:lvl1pPr>
            <a:lvl2pPr algn="l">
              <a:defRPr sz="2025" b="0">
                <a:solidFill>
                  <a:srgbClr val="5A6A70"/>
                </a:solidFill>
                <a:latin typeface="Arial"/>
                <a:ea typeface="Arial"/>
                <a:cs typeface="Arial"/>
              </a:defRPr>
            </a:lvl2pPr>
            <a:lvl3pPr algn="l">
              <a:defRPr sz="2025" b="0">
                <a:solidFill>
                  <a:srgbClr val="5A6A70"/>
                </a:solidFill>
                <a:latin typeface="Arial"/>
                <a:ea typeface="Arial"/>
                <a:cs typeface="Arial"/>
              </a:defRPr>
            </a:lvl3pPr>
            <a:lvl4pPr algn="l">
              <a:defRPr sz="2025" b="0">
                <a:solidFill>
                  <a:srgbClr val="5A6A70"/>
                </a:solidFill>
                <a:latin typeface="Arial"/>
                <a:ea typeface="Arial"/>
                <a:cs typeface="Arial"/>
              </a:defRPr>
            </a:lvl4pPr>
            <a:lvl5pPr algn="l">
              <a:defRPr sz="2025" b="0">
                <a:solidFill>
                  <a:srgbClr val="5A6A70"/>
                </a:solidFill>
                <a:latin typeface="Arial"/>
                <a:ea typeface="Arial"/>
                <a:cs typeface="Arial"/>
              </a:defRPr>
            </a:lvl5pPr>
            <a:lvl6pPr algn="l">
              <a:defRPr sz="2025" b="0">
                <a:solidFill>
                  <a:srgbClr val="5A6A70"/>
                </a:solidFill>
                <a:latin typeface="Arial"/>
                <a:ea typeface="Arial"/>
                <a:cs typeface="Arial"/>
              </a:defRPr>
            </a:lvl6pPr>
            <a:lvl7pPr algn="l">
              <a:defRPr sz="2025" b="0">
                <a:solidFill>
                  <a:srgbClr val="5A6A70"/>
                </a:solidFill>
                <a:latin typeface="Arial"/>
                <a:ea typeface="Arial"/>
                <a:cs typeface="Arial"/>
              </a:defRPr>
            </a:lvl7pPr>
            <a:lvl8pPr algn="l">
              <a:defRPr sz="2025" b="0">
                <a:solidFill>
                  <a:srgbClr val="5A6A70"/>
                </a:solidFill>
                <a:latin typeface="Arial"/>
                <a:ea typeface="Arial"/>
                <a:cs typeface="Arial"/>
              </a:defRPr>
            </a:lvl8pPr>
            <a:lvl9pPr algn="l">
              <a:defRPr sz="2025" b="0">
                <a:solidFill>
                  <a:srgbClr val="5A6A70"/>
                </a:solidFill>
                <a:latin typeface="Arial"/>
                <a:ea typeface="Arial"/>
                <a:cs typeface="Arial"/>
              </a:defRPr>
            </a:lvl9pPr>
          </a:lstStyle>
          <a:p xmlns:a="http://schemas.openxmlformats.org/drawingml/2006/main">
            <a:pPr algn="l">
              <a:defRPr sz="2025" b="0">
                <a:solidFill>
                  <a:srgbClr val="5A6A70"/>
                </a:solidFill>
                <a:latin typeface="Arial"/>
                <a:ea typeface="Arial"/>
                <a:cs typeface="Arial"/>
              </a:defRPr>
            </a:pPr>
            <a:r>
              <a:rPr sz="2025" b="0">
                <a:solidFill>
                  <a:srgbClr val="5A6A70"/>
                </a:solidFill>
                <a:latin typeface="Arial"/>
                <a:ea typeface="Arial"/>
                <a:cs typeface="Arial"/>
              </a:rPr>
              <a:t>Forks</a:t>
            </a:r>
          </a:p>
        </p:txBody>
      </p:sp>
      <p:sp>
        <p:nvSpPr>
          <p:cNvPr id="28" name="">
            <a:extLst xmlns:a="http://schemas.openxmlformats.org/drawingml/2006/main">
              <a:ext uri="{FF2B5EF4-FFF2-40B4-BE49-F238E27FC236}">
                <a16:creationId xmlns:a16="http://schemas.microsoft.com/office/drawing/2014/main" id="{74EB0257-1EC3-4F1F-AD1E-EEBCFACDCB80}"/>
              </a:ext>
            </a:extLst>
          </p:cNvPr>
          <p:cNvSpPr>
            <a:spLocks xmlns:a="http://schemas.openxmlformats.org/drawingml/2006/main" noGrp="1"/>
          </p:cNvSpPr>
          <p:nvPr/>
        </p:nvSpPr>
        <p:spPr>
          <a:xfrm xmlns:a="http://schemas.openxmlformats.org/drawingml/2006/main">
            <a:off x="762000" y="5343525"/>
            <a:ext cx="142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200" b="1">
                <a:solidFill>
                  <a:srgbClr val="167D8D"/>
                </a:solidFill>
                <a:latin typeface="Arial"/>
                <a:ea typeface="Arial"/>
                <a:cs typeface="Arial"/>
              </a:defRPr>
            </a:defPPr>
            <a:lvl1pPr algn="ctr">
              <a:defRPr sz="4200" b="1">
                <a:solidFill>
                  <a:srgbClr val="167D8D"/>
                </a:solidFill>
                <a:latin typeface="Arial"/>
                <a:ea typeface="Arial"/>
                <a:cs typeface="Arial"/>
              </a:defRPr>
            </a:lvl1pPr>
            <a:lvl2pPr algn="ctr">
              <a:defRPr sz="4200" b="1">
                <a:solidFill>
                  <a:srgbClr val="167D8D"/>
                </a:solidFill>
                <a:latin typeface="Arial"/>
                <a:ea typeface="Arial"/>
                <a:cs typeface="Arial"/>
              </a:defRPr>
            </a:lvl2pPr>
            <a:lvl3pPr algn="ctr">
              <a:defRPr sz="4200" b="1">
                <a:solidFill>
                  <a:srgbClr val="167D8D"/>
                </a:solidFill>
                <a:latin typeface="Arial"/>
                <a:ea typeface="Arial"/>
                <a:cs typeface="Arial"/>
              </a:defRPr>
            </a:lvl3pPr>
            <a:lvl4pPr algn="ctr">
              <a:defRPr sz="4200" b="1">
                <a:solidFill>
                  <a:srgbClr val="167D8D"/>
                </a:solidFill>
                <a:latin typeface="Arial"/>
                <a:ea typeface="Arial"/>
                <a:cs typeface="Arial"/>
              </a:defRPr>
            </a:lvl4pPr>
            <a:lvl5pPr algn="ctr">
              <a:defRPr sz="4200" b="1">
                <a:solidFill>
                  <a:srgbClr val="167D8D"/>
                </a:solidFill>
                <a:latin typeface="Arial"/>
                <a:ea typeface="Arial"/>
                <a:cs typeface="Arial"/>
              </a:defRPr>
            </a:lvl5pPr>
            <a:lvl6pPr algn="ctr">
              <a:defRPr sz="4200" b="1">
                <a:solidFill>
                  <a:srgbClr val="167D8D"/>
                </a:solidFill>
                <a:latin typeface="Arial"/>
                <a:ea typeface="Arial"/>
                <a:cs typeface="Arial"/>
              </a:defRPr>
            </a:lvl6pPr>
            <a:lvl7pPr algn="ctr">
              <a:defRPr sz="4200" b="1">
                <a:solidFill>
                  <a:srgbClr val="167D8D"/>
                </a:solidFill>
                <a:latin typeface="Arial"/>
                <a:ea typeface="Arial"/>
                <a:cs typeface="Arial"/>
              </a:defRPr>
            </a:lvl7pPr>
            <a:lvl8pPr algn="ctr">
              <a:defRPr sz="4200" b="1">
                <a:solidFill>
                  <a:srgbClr val="167D8D"/>
                </a:solidFill>
                <a:latin typeface="Arial"/>
                <a:ea typeface="Arial"/>
                <a:cs typeface="Arial"/>
              </a:defRPr>
            </a:lvl8pPr>
            <a:lvl9pPr algn="ctr">
              <a:defRPr sz="4200" b="1">
                <a:solidFill>
                  <a:srgbClr val="167D8D"/>
                </a:solidFill>
                <a:latin typeface="Arial"/>
                <a:ea typeface="Arial"/>
                <a:cs typeface="Arial"/>
              </a:defRPr>
            </a:lvl9pPr>
          </a:lstStyle>
          <a:p xmlns:a="http://schemas.openxmlformats.org/drawingml/2006/main">
            <a:pPr algn="ctr">
              <a:defRPr sz="4200" b="1">
                <a:solidFill>
                  <a:srgbClr val="167D8D"/>
                </a:solidFill>
                <a:latin typeface="Arial"/>
                <a:ea typeface="Arial"/>
                <a:cs typeface="Arial"/>
              </a:defRPr>
            </a:pPr>
            <a:r>
              <a:rPr sz="4200" b="1">
                <a:solidFill>
                  <a:srgbClr val="167D8D"/>
                </a:solidFill>
                <a:latin typeface="Arial"/>
                <a:ea typeface="Arial"/>
                <a:cs typeface="Arial"/>
              </a:rPr>
              <a:t>3</a:t>
            </a:r>
          </a:p>
        </p:txBody>
      </p:sp>
      <p:sp>
        <p:nvSpPr>
          <p:cNvPr id="29" name="">
            <a:extLst xmlns:a="http://schemas.openxmlformats.org/drawingml/2006/main">
              <a:ext uri="{FF2B5EF4-FFF2-40B4-BE49-F238E27FC236}">
                <a16:creationId xmlns:a16="http://schemas.microsoft.com/office/drawing/2014/main" id="{8D04A6DD-20D4-465E-A6FB-1CA3D1432697}"/>
              </a:ext>
            </a:extLst>
          </p:cNvPr>
          <p:cNvSpPr>
            <a:spLocks xmlns:a="http://schemas.openxmlformats.org/drawingml/2006/main" noGrp="1"/>
          </p:cNvSpPr>
          <p:nvPr/>
        </p:nvSpPr>
        <p:spPr>
          <a:xfrm xmlns:a="http://schemas.openxmlformats.org/drawingml/2006/main">
            <a:off x="13612713" y="5343525"/>
            <a:ext cx="77956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إعدادات</a:t>
            </a:r>
          </a:p>
        </p:txBody>
      </p:sp>
      <p:sp>
        <p:nvSpPr>
          <p:cNvPr id="30" name="">
            <a:extLst xmlns:a="http://schemas.openxmlformats.org/drawingml/2006/main">
              <a:ext uri="{FF2B5EF4-FFF2-40B4-BE49-F238E27FC236}">
                <a16:creationId xmlns:a16="http://schemas.microsoft.com/office/drawing/2014/main" id="{6145E4A1-2F78-4EFB-AE01-496C0839E924}"/>
              </a:ext>
            </a:extLst>
          </p:cNvPr>
          <p:cNvSpPr>
            <a:spLocks xmlns:a="http://schemas.openxmlformats.org/drawingml/2006/main" noGrp="1"/>
          </p:cNvSpPr>
          <p:nvPr/>
        </p:nvSpPr>
        <p:spPr>
          <a:xfrm xmlns:a="http://schemas.openxmlformats.org/drawingml/2006/main">
            <a:off x="12579120" y="5343525"/>
            <a:ext cx="94863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المستودع</a:t>
            </a:r>
          </a:p>
        </p:txBody>
      </p:sp>
      <p:sp>
        <p:nvSpPr>
          <p:cNvPr id="31" name="">
            <a:extLst xmlns:a="http://schemas.openxmlformats.org/drawingml/2006/main">
              <a:ext uri="{FF2B5EF4-FFF2-40B4-BE49-F238E27FC236}">
                <a16:creationId xmlns:a16="http://schemas.microsoft.com/office/drawing/2014/main" id="{53C1FF0D-7A6A-4AC3-8AF3-C22DF6043CC7}"/>
              </a:ext>
            </a:extLst>
          </p:cNvPr>
          <p:cNvSpPr>
            <a:spLocks xmlns:a="http://schemas.openxmlformats.org/drawingml/2006/main" noGrp="1"/>
          </p:cNvSpPr>
          <p:nvPr/>
        </p:nvSpPr>
        <p:spPr>
          <a:xfrm xmlns:a="http://schemas.openxmlformats.org/drawingml/2006/main">
            <a:off x="11561897" y="5343525"/>
            <a:ext cx="93225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والوصول</a:t>
            </a:r>
          </a:p>
        </p:txBody>
      </p:sp>
      <p:sp>
        <p:nvSpPr>
          <p:cNvPr id="32" name="">
            <a:extLst xmlns:a="http://schemas.openxmlformats.org/drawingml/2006/main">
              <a:ext uri="{FF2B5EF4-FFF2-40B4-BE49-F238E27FC236}">
                <a16:creationId xmlns:a16="http://schemas.microsoft.com/office/drawing/2014/main" id="{8DACE5F2-59A2-421E-9AD7-1062302797EA}"/>
              </a:ext>
            </a:extLst>
          </p:cNvPr>
          <p:cNvSpPr>
            <a:spLocks xmlns:a="http://schemas.openxmlformats.org/drawingml/2006/main" noGrp="1"/>
          </p:cNvSpPr>
          <p:nvPr/>
        </p:nvSpPr>
        <p:spPr>
          <a:xfrm xmlns:a="http://schemas.openxmlformats.org/drawingml/2006/main">
            <a:off x="13894017" y="5800725"/>
            <a:ext cx="498258"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مفاتيح</a:t>
            </a:r>
          </a:p>
        </p:txBody>
      </p:sp>
      <p:sp>
        <p:nvSpPr>
          <p:cNvPr id="33" name="">
            <a:extLst xmlns:a="http://schemas.openxmlformats.org/drawingml/2006/main">
              <a:ext uri="{FF2B5EF4-FFF2-40B4-BE49-F238E27FC236}">
                <a16:creationId xmlns:a16="http://schemas.microsoft.com/office/drawing/2014/main" id="{3B28AC1A-B27E-4513-A6C6-F0D0D0366FD5}"/>
              </a:ext>
            </a:extLst>
          </p:cNvPr>
          <p:cNvSpPr>
            <a:spLocks xmlns:a="http://schemas.openxmlformats.org/drawingml/2006/main" noGrp="1"/>
          </p:cNvSpPr>
          <p:nvPr/>
        </p:nvSpPr>
        <p:spPr>
          <a:xfrm xmlns:a="http://schemas.openxmlformats.org/drawingml/2006/main">
            <a:off x="13382821" y="5800725"/>
            <a:ext cx="440996"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النشر</a:t>
            </a:r>
          </a:p>
        </p:txBody>
      </p:sp>
      <p:sp>
        <p:nvSpPr>
          <p:cNvPr id="34" name="">
            <a:extLst xmlns:a="http://schemas.openxmlformats.org/drawingml/2006/main">
              <a:ext uri="{FF2B5EF4-FFF2-40B4-BE49-F238E27FC236}">
                <a16:creationId xmlns:a16="http://schemas.microsoft.com/office/drawing/2014/main" id="{743F3230-ADF6-48DC-A0DD-934C94D028EE}"/>
              </a:ext>
            </a:extLst>
          </p:cNvPr>
          <p:cNvSpPr>
            <a:spLocks xmlns:a="http://schemas.openxmlformats.org/drawingml/2006/main" noGrp="1"/>
          </p:cNvSpPr>
          <p:nvPr/>
        </p:nvSpPr>
        <p:spPr>
          <a:xfrm xmlns:a="http://schemas.openxmlformats.org/drawingml/2006/main">
            <a:off x="12572760" y="5800725"/>
            <a:ext cx="739862"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بصلاحية</a:t>
            </a:r>
          </a:p>
        </p:txBody>
      </p:sp>
      <p:sp>
        <p:nvSpPr>
          <p:cNvPr id="35" name="">
            <a:extLst xmlns:a="http://schemas.openxmlformats.org/drawingml/2006/main">
              <a:ext uri="{FF2B5EF4-FFF2-40B4-BE49-F238E27FC236}">
                <a16:creationId xmlns:a16="http://schemas.microsoft.com/office/drawing/2014/main" id="{D883DAF4-13B4-4DA4-906E-056E6E449F80}"/>
              </a:ext>
            </a:extLst>
          </p:cNvPr>
          <p:cNvSpPr>
            <a:spLocks xmlns:a="http://schemas.openxmlformats.org/drawingml/2006/main" noGrp="1"/>
          </p:cNvSpPr>
          <p:nvPr/>
        </p:nvSpPr>
        <p:spPr>
          <a:xfrm xmlns:a="http://schemas.openxmlformats.org/drawingml/2006/main">
            <a:off x="11922178" y="5800725"/>
            <a:ext cx="580383"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الكتابة،</a:t>
            </a:r>
          </a:p>
        </p:txBody>
      </p:sp>
      <p:sp>
        <p:nvSpPr>
          <p:cNvPr id="36" name="">
            <a:extLst xmlns:a="http://schemas.openxmlformats.org/drawingml/2006/main">
              <a:ext uri="{FF2B5EF4-FFF2-40B4-BE49-F238E27FC236}">
                <a16:creationId xmlns:a16="http://schemas.microsoft.com/office/drawing/2014/main" id="{05F28E7F-830D-4835-8C25-C57DBB08607A}"/>
              </a:ext>
            </a:extLst>
          </p:cNvPr>
          <p:cNvSpPr>
            <a:spLocks xmlns:a="http://schemas.openxmlformats.org/drawingml/2006/main" noGrp="1"/>
          </p:cNvSpPr>
          <p:nvPr/>
        </p:nvSpPr>
        <p:spPr>
          <a:xfrm xmlns:a="http://schemas.openxmlformats.org/drawingml/2006/main">
            <a:off x="11243592" y="5800725"/>
            <a:ext cx="608386"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وظهور</a:t>
            </a:r>
          </a:p>
        </p:txBody>
      </p:sp>
      <p:sp>
        <p:nvSpPr>
          <p:cNvPr id="37" name="">
            <a:extLst xmlns:a="http://schemas.openxmlformats.org/drawingml/2006/main">
              <a:ext uri="{FF2B5EF4-FFF2-40B4-BE49-F238E27FC236}">
                <a16:creationId xmlns:a16="http://schemas.microsoft.com/office/drawing/2014/main" id="{4490D3EA-8959-4C0E-93B3-30C3CC3DF31D}"/>
              </a:ext>
            </a:extLst>
          </p:cNvPr>
          <p:cNvSpPr>
            <a:spLocks xmlns:a="http://schemas.openxmlformats.org/drawingml/2006/main" noGrp="1"/>
          </p:cNvSpPr>
          <p:nvPr/>
        </p:nvSpPr>
        <p:spPr>
          <a:xfrm xmlns:a="http://schemas.openxmlformats.org/drawingml/2006/main">
            <a:off x="10336965" y="5800725"/>
            <a:ext cx="836428"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المستودع،</a:t>
            </a:r>
          </a:p>
        </p:txBody>
      </p:sp>
      <p:sp>
        <p:nvSpPr>
          <p:cNvPr id="38" name="">
            <a:extLst xmlns:a="http://schemas.openxmlformats.org/drawingml/2006/main">
              <a:ext uri="{FF2B5EF4-FFF2-40B4-BE49-F238E27FC236}">
                <a16:creationId xmlns:a16="http://schemas.microsoft.com/office/drawing/2014/main" id="{0D59AFA5-4CA0-4ECC-BADE-AC80903179B0}"/>
              </a:ext>
            </a:extLst>
          </p:cNvPr>
          <p:cNvSpPr>
            <a:spLocks xmlns:a="http://schemas.openxmlformats.org/drawingml/2006/main" noGrp="1"/>
          </p:cNvSpPr>
          <p:nvPr/>
        </p:nvSpPr>
        <p:spPr>
          <a:xfrm xmlns:a="http://schemas.openxmlformats.org/drawingml/2006/main">
            <a:off x="9797264" y="5800725"/>
            <a:ext cx="469502"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وأمان</a:t>
            </a:r>
          </a:p>
        </p:txBody>
      </p:sp>
      <p:sp>
        <p:nvSpPr>
          <p:cNvPr id="39" name="">
            <a:extLst xmlns:a="http://schemas.openxmlformats.org/drawingml/2006/main">
              <a:ext uri="{FF2B5EF4-FFF2-40B4-BE49-F238E27FC236}">
                <a16:creationId xmlns:a16="http://schemas.microsoft.com/office/drawing/2014/main" id="{3FDFB5D2-B33E-4312-936E-3B7243757D57}"/>
              </a:ext>
            </a:extLst>
          </p:cNvPr>
          <p:cNvSpPr>
            <a:spLocks xmlns:a="http://schemas.openxmlformats.org/drawingml/2006/main" noGrp="1"/>
          </p:cNvSpPr>
          <p:nvPr/>
        </p:nvSpPr>
        <p:spPr>
          <a:xfrm xmlns:a="http://schemas.openxmlformats.org/drawingml/2006/main">
            <a:off x="8502489" y="5800725"/>
            <a:ext cx="1224576"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5A6A70"/>
                </a:solidFill>
                <a:latin typeface="Arial"/>
                <a:ea typeface="Arial"/>
                <a:cs typeface="Arial"/>
              </a:defRPr>
            </a:defPPr>
            <a:lvl1pPr algn="l">
              <a:defRPr sz="2025" b="0">
                <a:solidFill>
                  <a:srgbClr val="5A6A70"/>
                </a:solidFill>
                <a:latin typeface="Arial"/>
                <a:ea typeface="Arial"/>
                <a:cs typeface="Arial"/>
              </a:defRPr>
            </a:lvl1pPr>
            <a:lvl2pPr algn="l">
              <a:defRPr sz="2025" b="0">
                <a:solidFill>
                  <a:srgbClr val="5A6A70"/>
                </a:solidFill>
                <a:latin typeface="Arial"/>
                <a:ea typeface="Arial"/>
                <a:cs typeface="Arial"/>
              </a:defRPr>
            </a:lvl2pPr>
            <a:lvl3pPr algn="l">
              <a:defRPr sz="2025" b="0">
                <a:solidFill>
                  <a:srgbClr val="5A6A70"/>
                </a:solidFill>
                <a:latin typeface="Arial"/>
                <a:ea typeface="Arial"/>
                <a:cs typeface="Arial"/>
              </a:defRPr>
            </a:lvl3pPr>
            <a:lvl4pPr algn="l">
              <a:defRPr sz="2025" b="0">
                <a:solidFill>
                  <a:srgbClr val="5A6A70"/>
                </a:solidFill>
                <a:latin typeface="Arial"/>
                <a:ea typeface="Arial"/>
                <a:cs typeface="Arial"/>
              </a:defRPr>
            </a:lvl4pPr>
            <a:lvl5pPr algn="l">
              <a:defRPr sz="2025" b="0">
                <a:solidFill>
                  <a:srgbClr val="5A6A70"/>
                </a:solidFill>
                <a:latin typeface="Arial"/>
                <a:ea typeface="Arial"/>
                <a:cs typeface="Arial"/>
              </a:defRPr>
            </a:lvl5pPr>
            <a:lvl6pPr algn="l">
              <a:defRPr sz="2025" b="0">
                <a:solidFill>
                  <a:srgbClr val="5A6A70"/>
                </a:solidFill>
                <a:latin typeface="Arial"/>
                <a:ea typeface="Arial"/>
                <a:cs typeface="Arial"/>
              </a:defRPr>
            </a:lvl6pPr>
            <a:lvl7pPr algn="l">
              <a:defRPr sz="2025" b="0">
                <a:solidFill>
                  <a:srgbClr val="5A6A70"/>
                </a:solidFill>
                <a:latin typeface="Arial"/>
                <a:ea typeface="Arial"/>
                <a:cs typeface="Arial"/>
              </a:defRPr>
            </a:lvl7pPr>
            <a:lvl8pPr algn="l">
              <a:defRPr sz="2025" b="0">
                <a:solidFill>
                  <a:srgbClr val="5A6A70"/>
                </a:solidFill>
                <a:latin typeface="Arial"/>
                <a:ea typeface="Arial"/>
                <a:cs typeface="Arial"/>
              </a:defRPr>
            </a:lvl8pPr>
            <a:lvl9pPr algn="l">
              <a:defRPr sz="2025" b="0">
                <a:solidFill>
                  <a:srgbClr val="5A6A70"/>
                </a:solidFill>
                <a:latin typeface="Arial"/>
                <a:ea typeface="Arial"/>
                <a:cs typeface="Arial"/>
              </a:defRPr>
            </a:lvl9pPr>
          </a:lstStyle>
          <a:p xmlns:a="http://schemas.openxmlformats.org/drawingml/2006/main">
            <a:pPr algn="l">
              <a:defRPr sz="2025" b="0">
                <a:solidFill>
                  <a:srgbClr val="5A6A70"/>
                </a:solidFill>
                <a:latin typeface="Arial"/>
                <a:ea typeface="Arial"/>
                <a:cs typeface="Arial"/>
              </a:defRPr>
            </a:pPr>
            <a:r>
              <a:rPr sz="2025" b="0">
                <a:solidFill>
                  <a:srgbClr val="5A6A70"/>
                </a:solidFill>
                <a:latin typeface="Arial"/>
                <a:ea typeface="Arial"/>
                <a:cs typeface="Arial"/>
              </a:rPr>
              <a:t>Webhooks</a:t>
            </a:r>
          </a:p>
        </p:txBody>
      </p:sp>
      <p:sp>
        <p:nvSpPr>
          <p:cNvPr id="40" name="">
            <a:extLst xmlns:a="http://schemas.openxmlformats.org/drawingml/2006/main">
              <a:ext uri="{FF2B5EF4-FFF2-40B4-BE49-F238E27FC236}">
                <a16:creationId xmlns:a16="http://schemas.microsoft.com/office/drawing/2014/main" id="{71F769C5-4294-427A-9B43-1BA67B6EE10F}"/>
              </a:ext>
            </a:extLst>
          </p:cNvPr>
          <p:cNvSpPr>
            <a:spLocks xmlns:a="http://schemas.openxmlformats.org/drawingml/2006/main" noGrp="1"/>
          </p:cNvSpPr>
          <p:nvPr/>
        </p:nvSpPr>
        <p:spPr>
          <a:xfrm xmlns:a="http://schemas.openxmlformats.org/drawingml/2006/main">
            <a:off x="762000" y="6372225"/>
            <a:ext cx="142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200" b="1">
                <a:solidFill>
                  <a:srgbClr val="167D8D"/>
                </a:solidFill>
                <a:latin typeface="Arial"/>
                <a:ea typeface="Arial"/>
                <a:cs typeface="Arial"/>
              </a:defRPr>
            </a:defPPr>
            <a:lvl1pPr algn="ctr">
              <a:defRPr sz="4200" b="1">
                <a:solidFill>
                  <a:srgbClr val="167D8D"/>
                </a:solidFill>
                <a:latin typeface="Arial"/>
                <a:ea typeface="Arial"/>
                <a:cs typeface="Arial"/>
              </a:defRPr>
            </a:lvl1pPr>
            <a:lvl2pPr algn="ctr">
              <a:defRPr sz="4200" b="1">
                <a:solidFill>
                  <a:srgbClr val="167D8D"/>
                </a:solidFill>
                <a:latin typeface="Arial"/>
                <a:ea typeface="Arial"/>
                <a:cs typeface="Arial"/>
              </a:defRPr>
            </a:lvl2pPr>
            <a:lvl3pPr algn="ctr">
              <a:defRPr sz="4200" b="1">
                <a:solidFill>
                  <a:srgbClr val="167D8D"/>
                </a:solidFill>
                <a:latin typeface="Arial"/>
                <a:ea typeface="Arial"/>
                <a:cs typeface="Arial"/>
              </a:defRPr>
            </a:lvl3pPr>
            <a:lvl4pPr algn="ctr">
              <a:defRPr sz="4200" b="1">
                <a:solidFill>
                  <a:srgbClr val="167D8D"/>
                </a:solidFill>
                <a:latin typeface="Arial"/>
                <a:ea typeface="Arial"/>
                <a:cs typeface="Arial"/>
              </a:defRPr>
            </a:lvl4pPr>
            <a:lvl5pPr algn="ctr">
              <a:defRPr sz="4200" b="1">
                <a:solidFill>
                  <a:srgbClr val="167D8D"/>
                </a:solidFill>
                <a:latin typeface="Arial"/>
                <a:ea typeface="Arial"/>
                <a:cs typeface="Arial"/>
              </a:defRPr>
            </a:lvl5pPr>
            <a:lvl6pPr algn="ctr">
              <a:defRPr sz="4200" b="1">
                <a:solidFill>
                  <a:srgbClr val="167D8D"/>
                </a:solidFill>
                <a:latin typeface="Arial"/>
                <a:ea typeface="Arial"/>
                <a:cs typeface="Arial"/>
              </a:defRPr>
            </a:lvl6pPr>
            <a:lvl7pPr algn="ctr">
              <a:defRPr sz="4200" b="1">
                <a:solidFill>
                  <a:srgbClr val="167D8D"/>
                </a:solidFill>
                <a:latin typeface="Arial"/>
                <a:ea typeface="Arial"/>
                <a:cs typeface="Arial"/>
              </a:defRPr>
            </a:lvl7pPr>
            <a:lvl8pPr algn="ctr">
              <a:defRPr sz="4200" b="1">
                <a:solidFill>
                  <a:srgbClr val="167D8D"/>
                </a:solidFill>
                <a:latin typeface="Arial"/>
                <a:ea typeface="Arial"/>
                <a:cs typeface="Arial"/>
              </a:defRPr>
            </a:lvl8pPr>
            <a:lvl9pPr algn="ctr">
              <a:defRPr sz="4200" b="1">
                <a:solidFill>
                  <a:srgbClr val="167D8D"/>
                </a:solidFill>
                <a:latin typeface="Arial"/>
                <a:ea typeface="Arial"/>
                <a:cs typeface="Arial"/>
              </a:defRPr>
            </a:lvl9pPr>
          </a:lstStyle>
          <a:p xmlns:a="http://schemas.openxmlformats.org/drawingml/2006/main">
            <a:pPr algn="ctr">
              <a:defRPr sz="4200" b="1">
                <a:solidFill>
                  <a:srgbClr val="167D8D"/>
                </a:solidFill>
                <a:latin typeface="Arial"/>
                <a:ea typeface="Arial"/>
                <a:cs typeface="Arial"/>
              </a:defRPr>
            </a:pPr>
            <a:r>
              <a:rPr sz="4200" b="1">
                <a:solidFill>
                  <a:srgbClr val="167D8D"/>
                </a:solidFill>
                <a:latin typeface="Arial"/>
                <a:ea typeface="Arial"/>
                <a:cs typeface="Arial"/>
              </a:rPr>
              <a:t>4</a:t>
            </a:r>
          </a:p>
        </p:txBody>
      </p:sp>
      <p:sp>
        <p:nvSpPr>
          <p:cNvPr id="41" name="">
            <a:extLst xmlns:a="http://schemas.openxmlformats.org/drawingml/2006/main">
              <a:ext uri="{FF2B5EF4-FFF2-40B4-BE49-F238E27FC236}">
                <a16:creationId xmlns:a16="http://schemas.microsoft.com/office/drawing/2014/main" id="{EC63C3C1-42CF-4ABD-9F20-CF27932CB62D}"/>
              </a:ext>
            </a:extLst>
          </p:cNvPr>
          <p:cNvSpPr>
            <a:spLocks xmlns:a="http://schemas.openxmlformats.org/drawingml/2006/main" noGrp="1"/>
          </p:cNvSpPr>
          <p:nvPr/>
        </p:nvSpPr>
        <p:spPr>
          <a:xfrm xmlns:a="http://schemas.openxmlformats.org/drawingml/2006/main">
            <a:off x="14014252" y="6372225"/>
            <a:ext cx="37802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أدلة</a:t>
            </a:r>
          </a:p>
        </p:txBody>
      </p:sp>
      <p:sp>
        <p:nvSpPr>
          <p:cNvPr id="42" name="">
            <a:extLst xmlns:a="http://schemas.openxmlformats.org/drawingml/2006/main">
              <a:ext uri="{FF2B5EF4-FFF2-40B4-BE49-F238E27FC236}">
                <a16:creationId xmlns:a16="http://schemas.microsoft.com/office/drawing/2014/main" id="{CD8B8E95-492E-4F1E-883B-E906E450DEC0}"/>
              </a:ext>
            </a:extLst>
          </p:cNvPr>
          <p:cNvSpPr>
            <a:spLocks xmlns:a="http://schemas.openxmlformats.org/drawingml/2006/main" noGrp="1"/>
          </p:cNvSpPr>
          <p:nvPr/>
        </p:nvSpPr>
        <p:spPr>
          <a:xfrm xmlns:a="http://schemas.openxmlformats.org/drawingml/2006/main">
            <a:off x="13122343" y="6372225"/>
            <a:ext cx="80694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الخدمات</a:t>
            </a:r>
          </a:p>
        </p:txBody>
      </p:sp>
      <p:sp>
        <p:nvSpPr>
          <p:cNvPr id="43" name="">
            <a:extLst xmlns:a="http://schemas.openxmlformats.org/drawingml/2006/main">
              <a:ext uri="{FF2B5EF4-FFF2-40B4-BE49-F238E27FC236}">
                <a16:creationId xmlns:a16="http://schemas.microsoft.com/office/drawing/2014/main" id="{9FBE19F6-C601-4DB2-892E-7E2C4E16318C}"/>
              </a:ext>
            </a:extLst>
          </p:cNvPr>
          <p:cNvSpPr>
            <a:spLocks xmlns:a="http://schemas.openxmlformats.org/drawingml/2006/main" noGrp="1"/>
          </p:cNvSpPr>
          <p:nvPr/>
        </p:nvSpPr>
        <p:spPr>
          <a:xfrm xmlns:a="http://schemas.openxmlformats.org/drawingml/2006/main">
            <a:off x="12395037" y="6372225"/>
            <a:ext cx="64234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الأمنية</a:t>
            </a:r>
          </a:p>
        </p:txBody>
      </p:sp>
      <p:sp>
        <p:nvSpPr>
          <p:cNvPr id="44" name="">
            <a:extLst xmlns:a="http://schemas.openxmlformats.org/drawingml/2006/main">
              <a:ext uri="{FF2B5EF4-FFF2-40B4-BE49-F238E27FC236}">
                <a16:creationId xmlns:a16="http://schemas.microsoft.com/office/drawing/2014/main" id="{24365663-E004-4590-B450-C8294004F7FE}"/>
              </a:ext>
            </a:extLst>
          </p:cNvPr>
          <p:cNvSpPr>
            <a:spLocks xmlns:a="http://schemas.openxmlformats.org/drawingml/2006/main" noGrp="1"/>
          </p:cNvSpPr>
          <p:nvPr/>
        </p:nvSpPr>
        <p:spPr>
          <a:xfrm xmlns:a="http://schemas.openxmlformats.org/drawingml/2006/main">
            <a:off x="13748477" y="6829425"/>
            <a:ext cx="643798"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الأسرار</a:t>
            </a:r>
          </a:p>
        </p:txBody>
      </p:sp>
      <p:sp>
        <p:nvSpPr>
          <p:cNvPr id="45" name="">
            <a:extLst xmlns:a="http://schemas.openxmlformats.org/drawingml/2006/main">
              <a:ext uri="{FF2B5EF4-FFF2-40B4-BE49-F238E27FC236}">
                <a16:creationId xmlns:a16="http://schemas.microsoft.com/office/drawing/2014/main" id="{4AFB8789-7421-46B9-990D-83F1E59C583A}"/>
              </a:ext>
            </a:extLst>
          </p:cNvPr>
          <p:cNvSpPr>
            <a:spLocks xmlns:a="http://schemas.openxmlformats.org/drawingml/2006/main" noGrp="1"/>
          </p:cNvSpPr>
          <p:nvPr/>
        </p:nvSpPr>
        <p:spPr>
          <a:xfrm xmlns:a="http://schemas.openxmlformats.org/drawingml/2006/main">
            <a:off x="13101787" y="6829425"/>
            <a:ext cx="576490"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وحماية</a:t>
            </a:r>
          </a:p>
        </p:txBody>
      </p:sp>
      <p:sp>
        <p:nvSpPr>
          <p:cNvPr id="46" name="">
            <a:extLst xmlns:a="http://schemas.openxmlformats.org/drawingml/2006/main">
              <a:ext uri="{FF2B5EF4-FFF2-40B4-BE49-F238E27FC236}">
                <a16:creationId xmlns:a16="http://schemas.microsoft.com/office/drawing/2014/main" id="{FC89FD3B-4C75-459E-AE0F-84D624DC979E}"/>
              </a:ext>
            </a:extLst>
          </p:cNvPr>
          <p:cNvSpPr>
            <a:spLocks xmlns:a="http://schemas.openxmlformats.org/drawingml/2006/main" noGrp="1"/>
          </p:cNvSpPr>
          <p:nvPr/>
        </p:nvSpPr>
        <p:spPr>
          <a:xfrm xmlns:a="http://schemas.openxmlformats.org/drawingml/2006/main">
            <a:off x="12644212" y="6829425"/>
            <a:ext cx="387376"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الدفع</a:t>
            </a:r>
          </a:p>
        </p:txBody>
      </p:sp>
      <p:sp>
        <p:nvSpPr>
          <p:cNvPr id="47" name="">
            <a:extLst xmlns:a="http://schemas.openxmlformats.org/drawingml/2006/main">
              <a:ext uri="{FF2B5EF4-FFF2-40B4-BE49-F238E27FC236}">
                <a16:creationId xmlns:a16="http://schemas.microsoft.com/office/drawing/2014/main" id="{4C388832-C3CC-40C9-999E-215927D1DB2D}"/>
              </a:ext>
            </a:extLst>
          </p:cNvPr>
          <p:cNvSpPr>
            <a:spLocks xmlns:a="http://schemas.openxmlformats.org/drawingml/2006/main" noGrp="1"/>
          </p:cNvSpPr>
          <p:nvPr/>
        </p:nvSpPr>
        <p:spPr>
          <a:xfrm xmlns:a="http://schemas.openxmlformats.org/drawingml/2006/main">
            <a:off x="11751900" y="6829425"/>
            <a:ext cx="822113"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والتنبيهات</a:t>
            </a:r>
          </a:p>
        </p:txBody>
      </p:sp>
      <p:sp>
        <p:nvSpPr>
          <p:cNvPr id="48" name="">
            <a:extLst xmlns:a="http://schemas.openxmlformats.org/drawingml/2006/main">
              <a:ext uri="{FF2B5EF4-FFF2-40B4-BE49-F238E27FC236}">
                <a16:creationId xmlns:a16="http://schemas.microsoft.com/office/drawing/2014/main" id="{C7EEBF75-1D16-44E3-BBAD-3C86FD86FCE9}"/>
              </a:ext>
            </a:extLst>
          </p:cNvPr>
          <p:cNvSpPr>
            <a:spLocks xmlns:a="http://schemas.openxmlformats.org/drawingml/2006/main" noGrp="1"/>
          </p:cNvSpPr>
          <p:nvPr/>
        </p:nvSpPr>
        <p:spPr>
          <a:xfrm xmlns:a="http://schemas.openxmlformats.org/drawingml/2006/main">
            <a:off x="11125553" y="6829425"/>
            <a:ext cx="556147"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وحداثة</a:t>
            </a:r>
          </a:p>
        </p:txBody>
      </p:sp>
      <p:sp>
        <p:nvSpPr>
          <p:cNvPr id="49" name="">
            <a:extLst xmlns:a="http://schemas.openxmlformats.org/drawingml/2006/main">
              <a:ext uri="{FF2B5EF4-FFF2-40B4-BE49-F238E27FC236}">
                <a16:creationId xmlns:a16="http://schemas.microsoft.com/office/drawing/2014/main" id="{A3CA5697-069F-4E20-AA93-FB2DDF8300E6}"/>
              </a:ext>
            </a:extLst>
          </p:cNvPr>
          <p:cNvSpPr>
            <a:spLocks xmlns:a="http://schemas.openxmlformats.org/drawingml/2006/main" noGrp="1"/>
          </p:cNvSpPr>
          <p:nvPr/>
        </p:nvSpPr>
        <p:spPr>
          <a:xfrm xmlns:a="http://schemas.openxmlformats.org/drawingml/2006/main">
            <a:off x="10494058" y="6829425"/>
            <a:ext cx="561296"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التحليل</a:t>
            </a:r>
          </a:p>
        </p:txBody>
      </p:sp>
      <p:sp>
        <p:nvSpPr>
          <p:cNvPr id="50" name="">
            <a:extLst xmlns:a="http://schemas.openxmlformats.org/drawingml/2006/main">
              <a:ext uri="{FF2B5EF4-FFF2-40B4-BE49-F238E27FC236}">
                <a16:creationId xmlns:a16="http://schemas.microsoft.com/office/drawing/2014/main" id="{D7794553-B9D0-417A-9D68-E5B61F72BA25}"/>
              </a:ext>
            </a:extLst>
          </p:cNvPr>
          <p:cNvSpPr>
            <a:spLocks xmlns:a="http://schemas.openxmlformats.org/drawingml/2006/main" noGrp="1"/>
          </p:cNvSpPr>
          <p:nvPr/>
        </p:nvSpPr>
        <p:spPr>
          <a:xfrm xmlns:a="http://schemas.openxmlformats.org/drawingml/2006/main">
            <a:off x="13731046" y="7572375"/>
            <a:ext cx="66122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الفحوص</a:t>
            </a:r>
          </a:p>
        </p:txBody>
      </p:sp>
      <p:sp>
        <p:nvSpPr>
          <p:cNvPr id="51" name="">
            <a:extLst xmlns:a="http://schemas.openxmlformats.org/drawingml/2006/main">
              <a:ext uri="{FF2B5EF4-FFF2-40B4-BE49-F238E27FC236}">
                <a16:creationId xmlns:a16="http://schemas.microsoft.com/office/drawing/2014/main" id="{4A3284E7-D94D-49A4-A562-D3693C98D44D}"/>
              </a:ext>
            </a:extLst>
          </p:cNvPr>
          <p:cNvSpPr>
            <a:spLocks xmlns:a="http://schemas.openxmlformats.org/drawingml/2006/main" noGrp="1"/>
          </p:cNvSpPr>
          <p:nvPr/>
        </p:nvSpPr>
        <p:spPr>
          <a:xfrm xmlns:a="http://schemas.openxmlformats.org/drawingml/2006/main">
            <a:off x="13120748" y="7572375"/>
            <a:ext cx="546004"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الأربعة</a:t>
            </a:r>
          </a:p>
        </p:txBody>
      </p:sp>
      <p:sp>
        <p:nvSpPr>
          <p:cNvPr id="52" name="">
            <a:extLst xmlns:a="http://schemas.openxmlformats.org/drawingml/2006/main">
              <a:ext uri="{FF2B5EF4-FFF2-40B4-BE49-F238E27FC236}">
                <a16:creationId xmlns:a16="http://schemas.microsoft.com/office/drawing/2014/main" id="{94831D1A-DBB2-4E86-BCF3-46EBC406A5D0}"/>
              </a:ext>
            </a:extLst>
          </p:cNvPr>
          <p:cNvSpPr>
            <a:spLocks xmlns:a="http://schemas.openxmlformats.org/drawingml/2006/main" noGrp="1"/>
          </p:cNvSpPr>
          <p:nvPr/>
        </p:nvSpPr>
        <p:spPr>
          <a:xfrm xmlns:a="http://schemas.openxmlformats.org/drawingml/2006/main">
            <a:off x="12500219" y="7572375"/>
            <a:ext cx="556236"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الأخيرة</a:t>
            </a:r>
          </a:p>
        </p:txBody>
      </p:sp>
      <p:sp>
        <p:nvSpPr>
          <p:cNvPr id="53" name="">
            <a:extLst xmlns:a="http://schemas.openxmlformats.org/drawingml/2006/main">
              <a:ext uri="{FF2B5EF4-FFF2-40B4-BE49-F238E27FC236}">
                <a16:creationId xmlns:a16="http://schemas.microsoft.com/office/drawing/2014/main" id="{52486144-C0C6-4813-BA2D-598C0242FBA5}"/>
              </a:ext>
            </a:extLst>
          </p:cNvPr>
          <p:cNvSpPr>
            <a:spLocks xmlns:a="http://schemas.openxmlformats.org/drawingml/2006/main" noGrp="1"/>
          </p:cNvSpPr>
          <p:nvPr/>
        </p:nvSpPr>
        <p:spPr>
          <a:xfrm xmlns:a="http://schemas.openxmlformats.org/drawingml/2006/main">
            <a:off x="11759115" y="7572375"/>
            <a:ext cx="67681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مشروطة</a:t>
            </a:r>
          </a:p>
        </p:txBody>
      </p:sp>
      <p:sp>
        <p:nvSpPr>
          <p:cNvPr id="54" name="">
            <a:extLst xmlns:a="http://schemas.openxmlformats.org/drawingml/2006/main">
              <a:ext uri="{FF2B5EF4-FFF2-40B4-BE49-F238E27FC236}">
                <a16:creationId xmlns:a16="http://schemas.microsoft.com/office/drawing/2014/main" id="{DA9A6277-D9BC-47B4-A2D7-B1612DB4A27D}"/>
              </a:ext>
            </a:extLst>
          </p:cNvPr>
          <p:cNvSpPr>
            <a:spLocks xmlns:a="http://schemas.openxmlformats.org/drawingml/2006/main" noGrp="1"/>
          </p:cNvSpPr>
          <p:nvPr/>
        </p:nvSpPr>
        <p:spPr>
          <a:xfrm xmlns:a="http://schemas.openxmlformats.org/drawingml/2006/main">
            <a:off x="11236719" y="7572375"/>
            <a:ext cx="458102"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بتوافر</a:t>
            </a:r>
          </a:p>
        </p:txBody>
      </p:sp>
      <p:sp>
        <p:nvSpPr>
          <p:cNvPr id="55" name="">
            <a:extLst xmlns:a="http://schemas.openxmlformats.org/drawingml/2006/main">
              <a:ext uri="{FF2B5EF4-FFF2-40B4-BE49-F238E27FC236}">
                <a16:creationId xmlns:a16="http://schemas.microsoft.com/office/drawing/2014/main" id="{CCB5C6B8-71A9-492C-B609-05F32BBA232A}"/>
              </a:ext>
            </a:extLst>
          </p:cNvPr>
          <p:cNvSpPr>
            <a:spLocks xmlns:a="http://schemas.openxmlformats.org/drawingml/2006/main" noGrp="1"/>
          </p:cNvSpPr>
          <p:nvPr/>
        </p:nvSpPr>
        <p:spPr>
          <a:xfrm xmlns:a="http://schemas.openxmlformats.org/drawingml/2006/main">
            <a:off x="10674674" y="7572375"/>
            <a:ext cx="49775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الخدمة</a:t>
            </a:r>
          </a:p>
        </p:txBody>
      </p:sp>
      <p:sp>
        <p:nvSpPr>
          <p:cNvPr id="56" name="">
            <a:extLst xmlns:a="http://schemas.openxmlformats.org/drawingml/2006/main">
              <a:ext uri="{FF2B5EF4-FFF2-40B4-BE49-F238E27FC236}">
                <a16:creationId xmlns:a16="http://schemas.microsoft.com/office/drawing/2014/main" id="{9F8FF456-D360-47AD-89AB-45E9A869C4D6}"/>
              </a:ext>
            </a:extLst>
          </p:cNvPr>
          <p:cNvSpPr>
            <a:spLocks xmlns:a="http://schemas.openxmlformats.org/drawingml/2006/main" noGrp="1"/>
          </p:cNvSpPr>
          <p:nvPr/>
        </p:nvSpPr>
        <p:spPr>
          <a:xfrm xmlns:a="http://schemas.openxmlformats.org/drawingml/2006/main">
            <a:off x="9879853" y="7572375"/>
            <a:ext cx="73052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وصلاحية</a:t>
            </a:r>
          </a:p>
        </p:txBody>
      </p:sp>
      <p:sp>
        <p:nvSpPr>
          <p:cNvPr id="57" name="">
            <a:extLst xmlns:a="http://schemas.openxmlformats.org/drawingml/2006/main">
              <a:ext uri="{FF2B5EF4-FFF2-40B4-BE49-F238E27FC236}">
                <a16:creationId xmlns:a16="http://schemas.microsoft.com/office/drawing/2014/main" id="{EA653CB1-E71F-4E9D-98DE-B145316C557C}"/>
              </a:ext>
            </a:extLst>
          </p:cNvPr>
          <p:cNvSpPr>
            <a:spLocks xmlns:a="http://schemas.openxmlformats.org/drawingml/2006/main" noGrp="1"/>
          </p:cNvSpPr>
          <p:nvPr/>
        </p:nvSpPr>
        <p:spPr>
          <a:xfrm xmlns:a="http://schemas.openxmlformats.org/drawingml/2006/main">
            <a:off x="9313739" y="7572375"/>
            <a:ext cx="50182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القراءة</a:t>
            </a:r>
          </a:p>
        </p:txBody>
      </p:sp>
    </p:spTree>
    <p:extLst>
      <p:ext uri="{BB962C8B-B14F-4D97-AF65-F5344CB8AC3E}">
        <p14:creationId xmlns:p14="http://schemas.microsoft.com/office/powerpoint/2010/main" val="832691576"/>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BBF34AE5-FCDE-45F8-90A8-1B3A660B6469}"/>
              </a:ext>
            </a:extLst>
          </p:cNvPr>
          <p:cNvCxnSpPr>
            <a:stCxn xmlns:a="http://schemas.openxmlformats.org/drawingml/2006/main" id="35" idx="1"/>
            <a:endCxn xmlns:a="http://schemas.openxmlformats.org/drawingml/2006/main" id="40" idx="3"/>
          </p:cNvCxnSpPr>
          <p:nvPr/>
        </p:nvCxnSpPr>
        <p:spPr>
          <a:xfrm xmlns:a="http://schemas.openxmlformats.org/drawingml/2006/main" flipH="1">
            <a:off x="3333750" y="4976813"/>
            <a:ext cx="333375" cy="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3" name="">
            <a:extLst xmlns:a="http://schemas.openxmlformats.org/drawingml/2006/main">
              <a:ext uri="{FF2B5EF4-FFF2-40B4-BE49-F238E27FC236}">
                <a16:creationId xmlns:a16="http://schemas.microsoft.com/office/drawing/2014/main" id="{330D3076-2622-424C-B083-CBB25EC3BAD7}"/>
              </a:ext>
            </a:extLst>
          </p:cNvPr>
          <p:cNvCxnSpPr>
            <a:stCxn xmlns:a="http://schemas.openxmlformats.org/drawingml/2006/main" id="30" idx="1"/>
            <a:endCxn xmlns:a="http://schemas.openxmlformats.org/drawingml/2006/main" id="35" idx="3"/>
          </p:cNvCxnSpPr>
          <p:nvPr/>
        </p:nvCxnSpPr>
        <p:spPr>
          <a:xfrm xmlns:a="http://schemas.openxmlformats.org/drawingml/2006/main" flipH="1">
            <a:off x="6048375" y="4976813"/>
            <a:ext cx="333375" cy="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4" name="">
            <a:extLst xmlns:a="http://schemas.openxmlformats.org/drawingml/2006/main">
              <a:ext uri="{FF2B5EF4-FFF2-40B4-BE49-F238E27FC236}">
                <a16:creationId xmlns:a16="http://schemas.microsoft.com/office/drawing/2014/main" id="{D55CDA39-C7A9-4B90-B33D-0FB6E9B00F93}"/>
              </a:ext>
            </a:extLst>
          </p:cNvPr>
          <p:cNvCxnSpPr>
            <a:stCxn xmlns:a="http://schemas.openxmlformats.org/drawingml/2006/main" id="25" idx="1"/>
            <a:endCxn xmlns:a="http://schemas.openxmlformats.org/drawingml/2006/main" id="30" idx="3"/>
          </p:cNvCxnSpPr>
          <p:nvPr/>
        </p:nvCxnSpPr>
        <p:spPr>
          <a:xfrm xmlns:a="http://schemas.openxmlformats.org/drawingml/2006/main" flipH="1">
            <a:off x="8763000" y="4976813"/>
            <a:ext cx="333375" cy="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5" name="">
            <a:extLst xmlns:a="http://schemas.openxmlformats.org/drawingml/2006/main">
              <a:ext uri="{FF2B5EF4-FFF2-40B4-BE49-F238E27FC236}">
                <a16:creationId xmlns:a16="http://schemas.microsoft.com/office/drawing/2014/main" id="{74FAC63C-AC6D-47E6-A13B-6D6E6BAF7753}"/>
              </a:ext>
            </a:extLst>
          </p:cNvPr>
          <p:cNvCxnSpPr>
            <a:stCxn xmlns:a="http://schemas.openxmlformats.org/drawingml/2006/main" id="20" idx="1"/>
            <a:endCxn xmlns:a="http://schemas.openxmlformats.org/drawingml/2006/main" id="25" idx="3"/>
          </p:cNvCxnSpPr>
          <p:nvPr/>
        </p:nvCxnSpPr>
        <p:spPr>
          <a:xfrm xmlns:a="http://schemas.openxmlformats.org/drawingml/2006/main" flipH="1">
            <a:off x="11477625" y="4976813"/>
            <a:ext cx="333375" cy="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sp>
        <p:nvSpPr>
          <p:cNvPr id="6" name="">
            <a:extLst xmlns:a="http://schemas.openxmlformats.org/drawingml/2006/main">
              <a:ext uri="{FF2B5EF4-FFF2-40B4-BE49-F238E27FC236}">
                <a16:creationId xmlns:a16="http://schemas.microsoft.com/office/drawing/2014/main" id="{0FAA34D5-296A-44CC-B9F9-5E3360F315A2}"/>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4258D0D0-A6C7-4F16-8284-279DA4C76AE7}"/>
              </a:ext>
            </a:extLst>
          </p:cNvPr>
          <p:cNvSpPr>
            <a:spLocks xmlns:a="http://schemas.openxmlformats.org/drawingml/2006/main" noGrp="1"/>
          </p:cNvSpPr>
          <p:nvPr/>
        </p:nvSpPr>
        <p:spPr>
          <a:xfrm xmlns:a="http://schemas.openxmlformats.org/drawingml/2006/main">
            <a:off x="13933475" y="590550"/>
            <a:ext cx="458800"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النطاق</a:t>
            </a:r>
          </a:p>
        </p:txBody>
      </p:sp>
      <p:sp>
        <p:nvSpPr>
          <p:cNvPr id="8" name="">
            <a:extLst xmlns:a="http://schemas.openxmlformats.org/drawingml/2006/main">
              <a:ext uri="{FF2B5EF4-FFF2-40B4-BE49-F238E27FC236}">
                <a16:creationId xmlns:a16="http://schemas.microsoft.com/office/drawing/2014/main" id="{BDFD670C-7F8B-47B3-B4FA-CB3B37FBE80B}"/>
              </a:ext>
            </a:extLst>
          </p:cNvPr>
          <p:cNvSpPr>
            <a:spLocks xmlns:a="http://schemas.openxmlformats.org/drawingml/2006/main" noGrp="1"/>
          </p:cNvSpPr>
          <p:nvPr/>
        </p:nvSpPr>
        <p:spPr>
          <a:xfrm xmlns:a="http://schemas.openxmlformats.org/drawingml/2006/main">
            <a:off x="13127254" y="590550"/>
            <a:ext cx="747833"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والاستخدام</a:t>
            </a:r>
          </a:p>
        </p:txBody>
      </p:sp>
      <p:sp>
        <p:nvSpPr>
          <p:cNvPr id="9" name="">
            <a:extLst xmlns:a="http://schemas.openxmlformats.org/drawingml/2006/main">
              <a:ext uri="{FF2B5EF4-FFF2-40B4-BE49-F238E27FC236}">
                <a16:creationId xmlns:a16="http://schemas.microsoft.com/office/drawing/2014/main" id="{C7BB159B-DB08-44C8-85F4-05A349990397}"/>
              </a:ext>
            </a:extLst>
          </p:cNvPr>
          <p:cNvSpPr>
            <a:spLocks xmlns:a="http://schemas.openxmlformats.org/drawingml/2006/main" noGrp="1"/>
          </p:cNvSpPr>
          <p:nvPr/>
        </p:nvSpPr>
        <p:spPr>
          <a:xfrm xmlns:a="http://schemas.openxmlformats.org/drawingml/2006/main">
            <a:off x="13556977" y="1190625"/>
            <a:ext cx="835298"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رحلة</a:t>
            </a:r>
          </a:p>
        </p:txBody>
      </p:sp>
      <p:sp>
        <p:nvSpPr>
          <p:cNvPr id="10" name="">
            <a:extLst xmlns:a="http://schemas.openxmlformats.org/drawingml/2006/main">
              <a:ext uri="{FF2B5EF4-FFF2-40B4-BE49-F238E27FC236}">
                <a16:creationId xmlns:a16="http://schemas.microsoft.com/office/drawing/2014/main" id="{831CB03A-8604-49E2-A477-96C8ECC60428}"/>
              </a:ext>
            </a:extLst>
          </p:cNvPr>
          <p:cNvSpPr>
            <a:spLocks xmlns:a="http://schemas.openxmlformats.org/drawingml/2006/main" noGrp="1"/>
          </p:cNvSpPr>
          <p:nvPr/>
        </p:nvSpPr>
        <p:spPr>
          <a:xfrm xmlns:a="http://schemas.openxmlformats.org/drawingml/2006/main">
            <a:off x="11840917" y="1190625"/>
            <a:ext cx="1566137"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الاستخدام</a:t>
            </a:r>
          </a:p>
        </p:txBody>
      </p:sp>
      <p:sp>
        <p:nvSpPr>
          <p:cNvPr id="11" name="">
            <a:extLst xmlns:a="http://schemas.openxmlformats.org/drawingml/2006/main">
              <a:ext uri="{FF2B5EF4-FFF2-40B4-BE49-F238E27FC236}">
                <a16:creationId xmlns:a16="http://schemas.microsoft.com/office/drawing/2014/main" id="{BEB7A2B1-B6B9-4786-B14F-6867D2883767}"/>
              </a:ext>
            </a:extLst>
          </p:cNvPr>
          <p:cNvSpPr>
            <a:spLocks xmlns:a="http://schemas.openxmlformats.org/drawingml/2006/main" noGrp="1"/>
          </p:cNvSpPr>
          <p:nvPr/>
        </p:nvSpPr>
        <p:spPr>
          <a:xfrm xmlns:a="http://schemas.openxmlformats.org/drawingml/2006/main">
            <a:off x="714375" y="79057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06 / 21</a:t>
            </a:r>
          </a:p>
        </p:txBody>
      </p:sp>
      <p:sp>
        <p:nvSpPr>
          <p:cNvPr id="12" name="">
            <a:extLst xmlns:a="http://schemas.openxmlformats.org/drawingml/2006/main">
              <a:ext uri="{FF2B5EF4-FFF2-40B4-BE49-F238E27FC236}">
                <a16:creationId xmlns:a16="http://schemas.microsoft.com/office/drawing/2014/main" id="{A59F7403-DBBF-46BC-85A6-4AF769A17E1F}"/>
              </a:ext>
            </a:extLst>
          </p:cNvPr>
          <p:cNvSpPr>
            <a:spLocks xmlns:a="http://schemas.openxmlformats.org/drawingml/2006/main" noGrp="1"/>
          </p:cNvSpPr>
          <p:nvPr/>
        </p:nvSpPr>
        <p:spPr>
          <a:xfrm xmlns:a="http://schemas.openxmlformats.org/drawingml/2006/main">
            <a:off x="13716326" y="2428875"/>
            <a:ext cx="675949"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تستمر</a:t>
            </a:r>
          </a:p>
        </p:txBody>
      </p:sp>
      <p:sp>
        <p:nvSpPr>
          <p:cNvPr id="13" name="">
            <a:extLst xmlns:a="http://schemas.openxmlformats.org/drawingml/2006/main">
              <a:ext uri="{FF2B5EF4-FFF2-40B4-BE49-F238E27FC236}">
                <a16:creationId xmlns:a16="http://schemas.microsoft.com/office/drawing/2014/main" id="{CA2A195C-7FFB-46D6-807B-8AA98AE59680}"/>
              </a:ext>
            </a:extLst>
          </p:cNvPr>
          <p:cNvSpPr>
            <a:spLocks xmlns:a="http://schemas.openxmlformats.org/drawingml/2006/main" noGrp="1"/>
          </p:cNvSpPr>
          <p:nvPr/>
        </p:nvSpPr>
        <p:spPr>
          <a:xfrm xmlns:a="http://schemas.openxmlformats.org/drawingml/2006/main">
            <a:off x="12806564" y="2428875"/>
            <a:ext cx="815941"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المتابعة</a:t>
            </a:r>
          </a:p>
        </p:txBody>
      </p:sp>
      <p:sp>
        <p:nvSpPr>
          <p:cNvPr id="14" name="">
            <a:extLst xmlns:a="http://schemas.openxmlformats.org/drawingml/2006/main">
              <a:ext uri="{FF2B5EF4-FFF2-40B4-BE49-F238E27FC236}">
                <a16:creationId xmlns:a16="http://schemas.microsoft.com/office/drawing/2014/main" id="{36B73507-F1A4-4F63-BACF-6A6514107A39}"/>
              </a:ext>
            </a:extLst>
          </p:cNvPr>
          <p:cNvSpPr>
            <a:spLocks xmlns:a="http://schemas.openxmlformats.org/drawingml/2006/main" noGrp="1"/>
          </p:cNvSpPr>
          <p:nvPr/>
        </p:nvSpPr>
        <p:spPr>
          <a:xfrm xmlns:a="http://schemas.openxmlformats.org/drawingml/2006/main">
            <a:off x="12253454" y="2428875"/>
            <a:ext cx="459288"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حتى</a:t>
            </a:r>
          </a:p>
        </p:txBody>
      </p:sp>
      <p:sp>
        <p:nvSpPr>
          <p:cNvPr id="15" name="">
            <a:extLst xmlns:a="http://schemas.openxmlformats.org/drawingml/2006/main">
              <a:ext uri="{FF2B5EF4-FFF2-40B4-BE49-F238E27FC236}">
                <a16:creationId xmlns:a16="http://schemas.microsoft.com/office/drawing/2014/main" id="{2B1F3F39-CD44-44E3-A367-721D001C58D1}"/>
              </a:ext>
            </a:extLst>
          </p:cNvPr>
          <p:cNvSpPr>
            <a:spLocks xmlns:a="http://schemas.openxmlformats.org/drawingml/2006/main" noGrp="1"/>
          </p:cNvSpPr>
          <p:nvPr/>
        </p:nvSpPr>
        <p:spPr>
          <a:xfrm xmlns:a="http://schemas.openxmlformats.org/drawingml/2006/main">
            <a:off x="11590793" y="2428875"/>
            <a:ext cx="56884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إعادة</a:t>
            </a:r>
          </a:p>
        </p:txBody>
      </p:sp>
      <p:sp>
        <p:nvSpPr>
          <p:cNvPr id="16" name="">
            <a:extLst xmlns:a="http://schemas.openxmlformats.org/drawingml/2006/main">
              <a:ext uri="{FF2B5EF4-FFF2-40B4-BE49-F238E27FC236}">
                <a16:creationId xmlns:a16="http://schemas.microsoft.com/office/drawing/2014/main" id="{4529A055-1BA7-45E3-B70B-63828E305DF4}"/>
              </a:ext>
            </a:extLst>
          </p:cNvPr>
          <p:cNvSpPr>
            <a:spLocks xmlns:a="http://schemas.openxmlformats.org/drawingml/2006/main" noGrp="1"/>
          </p:cNvSpPr>
          <p:nvPr/>
        </p:nvSpPr>
        <p:spPr>
          <a:xfrm xmlns:a="http://schemas.openxmlformats.org/drawingml/2006/main">
            <a:off x="10759817" y="2428875"/>
            <a:ext cx="73715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التحقق</a:t>
            </a:r>
          </a:p>
        </p:txBody>
      </p:sp>
      <p:sp>
        <p:nvSpPr>
          <p:cNvPr id="17" name="">
            <a:extLst xmlns:a="http://schemas.openxmlformats.org/drawingml/2006/main">
              <a:ext uri="{FF2B5EF4-FFF2-40B4-BE49-F238E27FC236}">
                <a16:creationId xmlns:a16="http://schemas.microsoft.com/office/drawing/2014/main" id="{98E267A9-DAF4-4288-AF49-DBD5B354639E}"/>
              </a:ext>
            </a:extLst>
          </p:cNvPr>
          <p:cNvSpPr>
            <a:spLocks xmlns:a="http://schemas.openxmlformats.org/drawingml/2006/main" noGrp="1"/>
          </p:cNvSpPr>
          <p:nvPr/>
        </p:nvSpPr>
        <p:spPr>
          <a:xfrm xmlns:a="http://schemas.openxmlformats.org/drawingml/2006/main">
            <a:off x="10337746" y="2428875"/>
            <a:ext cx="32825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من</a:t>
            </a:r>
          </a:p>
        </p:txBody>
      </p:sp>
      <p:sp>
        <p:nvSpPr>
          <p:cNvPr id="18" name="">
            <a:extLst xmlns:a="http://schemas.openxmlformats.org/drawingml/2006/main">
              <a:ext uri="{FF2B5EF4-FFF2-40B4-BE49-F238E27FC236}">
                <a16:creationId xmlns:a16="http://schemas.microsoft.com/office/drawing/2014/main" id="{C8D05262-08DC-48F9-99ED-7B978EAF58BB}"/>
              </a:ext>
            </a:extLst>
          </p:cNvPr>
          <p:cNvSpPr>
            <a:spLocks xmlns:a="http://schemas.openxmlformats.org/drawingml/2006/main" noGrp="1"/>
          </p:cNvSpPr>
          <p:nvPr/>
        </p:nvSpPr>
        <p:spPr>
          <a:xfrm xmlns:a="http://schemas.openxmlformats.org/drawingml/2006/main">
            <a:off x="9356360" y="2428875"/>
            <a:ext cx="88756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المعالجة</a:t>
            </a:r>
          </a:p>
        </p:txBody>
      </p:sp>
      <p:sp>
        <p:nvSpPr>
          <p:cNvPr id="19" name="">
            <a:extLst xmlns:a="http://schemas.openxmlformats.org/drawingml/2006/main">
              <a:ext uri="{FF2B5EF4-FFF2-40B4-BE49-F238E27FC236}">
                <a16:creationId xmlns:a16="http://schemas.microsoft.com/office/drawing/2014/main" id="{E17852BA-5D9D-46A3-ACD4-D3EF48055074}"/>
              </a:ext>
            </a:extLst>
          </p:cNvPr>
          <p:cNvSpPr>
            <a:spLocks xmlns:a="http://schemas.openxmlformats.org/drawingml/2006/main" noGrp="1"/>
          </p:cNvSpPr>
          <p:nvPr/>
        </p:nvSpPr>
        <p:spPr>
          <a:xfrm xmlns:a="http://schemas.openxmlformats.org/drawingml/2006/main">
            <a:off x="12620625" y="3619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DC6A43"/>
                </a:solidFill>
                <a:latin typeface="Arial"/>
                <a:ea typeface="Arial"/>
                <a:cs typeface="Arial"/>
              </a:defRPr>
            </a:defPPr>
            <a:lvl1pPr algn="ctr">
              <a:defRPr sz="2025" b="1">
                <a:solidFill>
                  <a:srgbClr val="DC6A43"/>
                </a:solidFill>
                <a:latin typeface="Arial"/>
                <a:ea typeface="Arial"/>
                <a:cs typeface="Arial"/>
              </a:defRPr>
            </a:lvl1pPr>
            <a:lvl2pPr algn="ctr">
              <a:defRPr sz="2025" b="1">
                <a:solidFill>
                  <a:srgbClr val="DC6A43"/>
                </a:solidFill>
                <a:latin typeface="Arial"/>
                <a:ea typeface="Arial"/>
                <a:cs typeface="Arial"/>
              </a:defRPr>
            </a:lvl2pPr>
            <a:lvl3pPr algn="ctr">
              <a:defRPr sz="2025" b="1">
                <a:solidFill>
                  <a:srgbClr val="DC6A43"/>
                </a:solidFill>
                <a:latin typeface="Arial"/>
                <a:ea typeface="Arial"/>
                <a:cs typeface="Arial"/>
              </a:defRPr>
            </a:lvl3pPr>
            <a:lvl4pPr algn="ctr">
              <a:defRPr sz="2025" b="1">
                <a:solidFill>
                  <a:srgbClr val="DC6A43"/>
                </a:solidFill>
                <a:latin typeface="Arial"/>
                <a:ea typeface="Arial"/>
                <a:cs typeface="Arial"/>
              </a:defRPr>
            </a:lvl4pPr>
            <a:lvl5pPr algn="ctr">
              <a:defRPr sz="2025" b="1">
                <a:solidFill>
                  <a:srgbClr val="DC6A43"/>
                </a:solidFill>
                <a:latin typeface="Arial"/>
                <a:ea typeface="Arial"/>
                <a:cs typeface="Arial"/>
              </a:defRPr>
            </a:lvl5pPr>
            <a:lvl6pPr algn="ctr">
              <a:defRPr sz="2025" b="1">
                <a:solidFill>
                  <a:srgbClr val="DC6A43"/>
                </a:solidFill>
                <a:latin typeface="Arial"/>
                <a:ea typeface="Arial"/>
                <a:cs typeface="Arial"/>
              </a:defRPr>
            </a:lvl6pPr>
            <a:lvl7pPr algn="ctr">
              <a:defRPr sz="2025" b="1">
                <a:solidFill>
                  <a:srgbClr val="DC6A43"/>
                </a:solidFill>
                <a:latin typeface="Arial"/>
                <a:ea typeface="Arial"/>
                <a:cs typeface="Arial"/>
              </a:defRPr>
            </a:lvl7pPr>
            <a:lvl8pPr algn="ctr">
              <a:defRPr sz="2025" b="1">
                <a:solidFill>
                  <a:srgbClr val="DC6A43"/>
                </a:solidFill>
                <a:latin typeface="Arial"/>
                <a:ea typeface="Arial"/>
                <a:cs typeface="Arial"/>
              </a:defRPr>
            </a:lvl8pPr>
            <a:lvl9pPr algn="ctr">
              <a:defRPr sz="2025" b="1">
                <a:solidFill>
                  <a:srgbClr val="DC6A43"/>
                </a:solidFill>
                <a:latin typeface="Arial"/>
                <a:ea typeface="Arial"/>
                <a:cs typeface="Arial"/>
              </a:defRPr>
            </a:lvl9pPr>
          </a:lstStyle>
          <a:p xmlns:a="http://schemas.openxmlformats.org/drawingml/2006/main">
            <a:pPr algn="ctr">
              <a:defRPr sz="2025" b="1">
                <a:solidFill>
                  <a:srgbClr val="DC6A43"/>
                </a:solidFill>
                <a:latin typeface="Arial"/>
                <a:ea typeface="Arial"/>
                <a:cs typeface="Arial"/>
              </a:defRPr>
            </a:pPr>
            <a:r>
              <a:rPr sz="2025" b="1">
                <a:solidFill>
                  <a:srgbClr val="DC6A43"/>
                </a:solidFill>
                <a:latin typeface="Arial"/>
                <a:ea typeface="Arial"/>
                <a:cs typeface="Arial"/>
              </a:rPr>
              <a:t>01</a:t>
            </a:r>
          </a:p>
        </p:txBody>
      </p:sp>
      <p:sp>
        <p:nvSpPr>
          <p:cNvPr id="20" name="">
            <a:extLst xmlns:a="http://schemas.openxmlformats.org/drawingml/2006/main">
              <a:ext uri="{FF2B5EF4-FFF2-40B4-BE49-F238E27FC236}">
                <a16:creationId xmlns:a16="http://schemas.microsoft.com/office/drawing/2014/main" id="{FA01BD6D-53F0-46DB-9DC7-388466663383}"/>
              </a:ext>
            </a:extLst>
          </p:cNvPr>
          <p:cNvSpPr>
            <a:spLocks xmlns:a="http://schemas.openxmlformats.org/drawingml/2006/main" noGrp="1"/>
          </p:cNvSpPr>
          <p:nvPr/>
        </p:nvSpPr>
        <p:spPr>
          <a:xfrm xmlns:a="http://schemas.openxmlformats.org/drawingml/2006/main">
            <a:off x="11811000" y="4286250"/>
            <a:ext cx="2381250" cy="138112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21" name="">
            <a:extLst xmlns:a="http://schemas.openxmlformats.org/drawingml/2006/main">
              <a:ext uri="{FF2B5EF4-FFF2-40B4-BE49-F238E27FC236}">
                <a16:creationId xmlns:a16="http://schemas.microsoft.com/office/drawing/2014/main" id="{F5EB8248-E13B-488C-AA58-58F8A4918E29}"/>
              </a:ext>
            </a:extLst>
          </p:cNvPr>
          <p:cNvSpPr>
            <a:spLocks xmlns:a="http://schemas.openxmlformats.org/drawingml/2006/main" noGrp="1"/>
          </p:cNvSpPr>
          <p:nvPr/>
        </p:nvSpPr>
        <p:spPr>
          <a:xfrm xmlns:a="http://schemas.openxmlformats.org/drawingml/2006/main">
            <a:off x="13200626" y="4548950"/>
            <a:ext cx="548218"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اختيار</a:t>
            </a:r>
          </a:p>
        </p:txBody>
      </p:sp>
      <p:sp>
        <p:nvSpPr>
          <p:cNvPr id="22" name="">
            <a:extLst xmlns:a="http://schemas.openxmlformats.org/drawingml/2006/main">
              <a:ext uri="{FF2B5EF4-FFF2-40B4-BE49-F238E27FC236}">
                <a16:creationId xmlns:a16="http://schemas.microsoft.com/office/drawing/2014/main" id="{3C768188-C69D-4F85-90B6-DF16E08E6864}"/>
              </a:ext>
            </a:extLst>
          </p:cNvPr>
          <p:cNvSpPr>
            <a:spLocks xmlns:a="http://schemas.openxmlformats.org/drawingml/2006/main" noGrp="1"/>
          </p:cNvSpPr>
          <p:nvPr/>
        </p:nvSpPr>
        <p:spPr>
          <a:xfrm xmlns:a="http://schemas.openxmlformats.org/drawingml/2006/main">
            <a:off x="12263932" y="4548950"/>
            <a:ext cx="860589"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المستودع</a:t>
            </a:r>
          </a:p>
        </p:txBody>
      </p:sp>
      <p:sp>
        <p:nvSpPr>
          <p:cNvPr id="23" name="">
            <a:extLst xmlns:a="http://schemas.openxmlformats.org/drawingml/2006/main">
              <a:ext uri="{FF2B5EF4-FFF2-40B4-BE49-F238E27FC236}">
                <a16:creationId xmlns:a16="http://schemas.microsoft.com/office/drawing/2014/main" id="{5A8C7097-F1AD-4F50-832C-F698B3C3D078}"/>
              </a:ext>
            </a:extLst>
          </p:cNvPr>
          <p:cNvSpPr>
            <a:spLocks xmlns:a="http://schemas.openxmlformats.org/drawingml/2006/main" noGrp="1"/>
          </p:cNvSpPr>
          <p:nvPr/>
        </p:nvSpPr>
        <p:spPr>
          <a:xfrm xmlns:a="http://schemas.openxmlformats.org/drawingml/2006/main">
            <a:off x="12517962" y="4957763"/>
            <a:ext cx="976852"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والمتطلبات</a:t>
            </a:r>
          </a:p>
        </p:txBody>
      </p:sp>
      <p:sp>
        <p:nvSpPr>
          <p:cNvPr id="24" name="">
            <a:extLst xmlns:a="http://schemas.openxmlformats.org/drawingml/2006/main">
              <a:ext uri="{FF2B5EF4-FFF2-40B4-BE49-F238E27FC236}">
                <a16:creationId xmlns:a16="http://schemas.microsoft.com/office/drawing/2014/main" id="{EC87E1F8-CBC9-4675-8EA8-416FB78D2306}"/>
              </a:ext>
            </a:extLst>
          </p:cNvPr>
          <p:cNvSpPr>
            <a:spLocks xmlns:a="http://schemas.openxmlformats.org/drawingml/2006/main" noGrp="1"/>
          </p:cNvSpPr>
          <p:nvPr/>
        </p:nvSpPr>
        <p:spPr>
          <a:xfrm xmlns:a="http://schemas.openxmlformats.org/drawingml/2006/main">
            <a:off x="9906000" y="3619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DC6A43"/>
                </a:solidFill>
                <a:latin typeface="Arial"/>
                <a:ea typeface="Arial"/>
                <a:cs typeface="Arial"/>
              </a:defRPr>
            </a:defPPr>
            <a:lvl1pPr algn="ctr">
              <a:defRPr sz="2025" b="1">
                <a:solidFill>
                  <a:srgbClr val="DC6A43"/>
                </a:solidFill>
                <a:latin typeface="Arial"/>
                <a:ea typeface="Arial"/>
                <a:cs typeface="Arial"/>
              </a:defRPr>
            </a:lvl1pPr>
            <a:lvl2pPr algn="ctr">
              <a:defRPr sz="2025" b="1">
                <a:solidFill>
                  <a:srgbClr val="DC6A43"/>
                </a:solidFill>
                <a:latin typeface="Arial"/>
                <a:ea typeface="Arial"/>
                <a:cs typeface="Arial"/>
              </a:defRPr>
            </a:lvl2pPr>
            <a:lvl3pPr algn="ctr">
              <a:defRPr sz="2025" b="1">
                <a:solidFill>
                  <a:srgbClr val="DC6A43"/>
                </a:solidFill>
                <a:latin typeface="Arial"/>
                <a:ea typeface="Arial"/>
                <a:cs typeface="Arial"/>
              </a:defRPr>
            </a:lvl3pPr>
            <a:lvl4pPr algn="ctr">
              <a:defRPr sz="2025" b="1">
                <a:solidFill>
                  <a:srgbClr val="DC6A43"/>
                </a:solidFill>
                <a:latin typeface="Arial"/>
                <a:ea typeface="Arial"/>
                <a:cs typeface="Arial"/>
              </a:defRPr>
            </a:lvl4pPr>
            <a:lvl5pPr algn="ctr">
              <a:defRPr sz="2025" b="1">
                <a:solidFill>
                  <a:srgbClr val="DC6A43"/>
                </a:solidFill>
                <a:latin typeface="Arial"/>
                <a:ea typeface="Arial"/>
                <a:cs typeface="Arial"/>
              </a:defRPr>
            </a:lvl5pPr>
            <a:lvl6pPr algn="ctr">
              <a:defRPr sz="2025" b="1">
                <a:solidFill>
                  <a:srgbClr val="DC6A43"/>
                </a:solidFill>
                <a:latin typeface="Arial"/>
                <a:ea typeface="Arial"/>
                <a:cs typeface="Arial"/>
              </a:defRPr>
            </a:lvl6pPr>
            <a:lvl7pPr algn="ctr">
              <a:defRPr sz="2025" b="1">
                <a:solidFill>
                  <a:srgbClr val="DC6A43"/>
                </a:solidFill>
                <a:latin typeface="Arial"/>
                <a:ea typeface="Arial"/>
                <a:cs typeface="Arial"/>
              </a:defRPr>
            </a:lvl7pPr>
            <a:lvl8pPr algn="ctr">
              <a:defRPr sz="2025" b="1">
                <a:solidFill>
                  <a:srgbClr val="DC6A43"/>
                </a:solidFill>
                <a:latin typeface="Arial"/>
                <a:ea typeface="Arial"/>
                <a:cs typeface="Arial"/>
              </a:defRPr>
            </a:lvl8pPr>
            <a:lvl9pPr algn="ctr">
              <a:defRPr sz="2025" b="1">
                <a:solidFill>
                  <a:srgbClr val="DC6A43"/>
                </a:solidFill>
                <a:latin typeface="Arial"/>
                <a:ea typeface="Arial"/>
                <a:cs typeface="Arial"/>
              </a:defRPr>
            </a:lvl9pPr>
          </a:lstStyle>
          <a:p xmlns:a="http://schemas.openxmlformats.org/drawingml/2006/main">
            <a:pPr algn="ctr">
              <a:defRPr sz="2025" b="1">
                <a:solidFill>
                  <a:srgbClr val="DC6A43"/>
                </a:solidFill>
                <a:latin typeface="Arial"/>
                <a:ea typeface="Arial"/>
                <a:cs typeface="Arial"/>
              </a:defRPr>
            </a:pPr>
            <a:r>
              <a:rPr sz="2025" b="1">
                <a:solidFill>
                  <a:srgbClr val="DC6A43"/>
                </a:solidFill>
                <a:latin typeface="Arial"/>
                <a:ea typeface="Arial"/>
                <a:cs typeface="Arial"/>
              </a:rPr>
              <a:t>02</a:t>
            </a:r>
          </a:p>
        </p:txBody>
      </p:sp>
      <p:sp>
        <p:nvSpPr>
          <p:cNvPr id="25" name="">
            <a:extLst xmlns:a="http://schemas.openxmlformats.org/drawingml/2006/main">
              <a:ext uri="{FF2B5EF4-FFF2-40B4-BE49-F238E27FC236}">
                <a16:creationId xmlns:a16="http://schemas.microsoft.com/office/drawing/2014/main" id="{5219C8CF-985B-442D-B7D4-144FBCA8476A}"/>
              </a:ext>
            </a:extLst>
          </p:cNvPr>
          <p:cNvSpPr>
            <a:spLocks xmlns:a="http://schemas.openxmlformats.org/drawingml/2006/main" noGrp="1"/>
          </p:cNvSpPr>
          <p:nvPr/>
        </p:nvSpPr>
        <p:spPr>
          <a:xfrm xmlns:a="http://schemas.openxmlformats.org/drawingml/2006/main">
            <a:off x="9096375" y="4286250"/>
            <a:ext cx="2381250" cy="138112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26" name="">
            <a:extLst xmlns:a="http://schemas.openxmlformats.org/drawingml/2006/main">
              <a:ext uri="{FF2B5EF4-FFF2-40B4-BE49-F238E27FC236}">
                <a16:creationId xmlns:a16="http://schemas.microsoft.com/office/drawing/2014/main" id="{E7344ACB-137D-43F2-B660-913DC5467336}"/>
              </a:ext>
            </a:extLst>
          </p:cNvPr>
          <p:cNvSpPr>
            <a:spLocks xmlns:a="http://schemas.openxmlformats.org/drawingml/2006/main" noGrp="1"/>
          </p:cNvSpPr>
          <p:nvPr/>
        </p:nvSpPr>
        <p:spPr>
          <a:xfrm xmlns:a="http://schemas.openxmlformats.org/drawingml/2006/main">
            <a:off x="10369603" y="4548950"/>
            <a:ext cx="398236"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جمع</a:t>
            </a:r>
          </a:p>
        </p:txBody>
      </p:sp>
      <p:sp>
        <p:nvSpPr>
          <p:cNvPr id="27" name="">
            <a:extLst xmlns:a="http://schemas.openxmlformats.org/drawingml/2006/main">
              <a:ext uri="{FF2B5EF4-FFF2-40B4-BE49-F238E27FC236}">
                <a16:creationId xmlns:a16="http://schemas.microsoft.com/office/drawing/2014/main" id="{6DB55E55-0E2C-4B36-A77D-4E51A110D6E5}"/>
              </a:ext>
            </a:extLst>
          </p:cNvPr>
          <p:cNvSpPr>
            <a:spLocks xmlns:a="http://schemas.openxmlformats.org/drawingml/2006/main" noGrp="1"/>
          </p:cNvSpPr>
          <p:nvPr/>
        </p:nvSpPr>
        <p:spPr>
          <a:xfrm xmlns:a="http://schemas.openxmlformats.org/drawingml/2006/main">
            <a:off x="9815686" y="4548950"/>
            <a:ext cx="47781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الأدلة</a:t>
            </a:r>
          </a:p>
        </p:txBody>
      </p:sp>
      <p:sp>
        <p:nvSpPr>
          <p:cNvPr id="28" name="">
            <a:extLst xmlns:a="http://schemas.openxmlformats.org/drawingml/2006/main">
              <a:ext uri="{FF2B5EF4-FFF2-40B4-BE49-F238E27FC236}">
                <a16:creationId xmlns:a16="http://schemas.microsoft.com/office/drawing/2014/main" id="{3BD1BD2F-E9ED-4EAA-ACFD-89143AC0545A}"/>
              </a:ext>
            </a:extLst>
          </p:cNvPr>
          <p:cNvSpPr>
            <a:spLocks xmlns:a="http://schemas.openxmlformats.org/drawingml/2006/main" noGrp="1"/>
          </p:cNvSpPr>
          <p:nvPr/>
        </p:nvSpPr>
        <p:spPr>
          <a:xfrm xmlns:a="http://schemas.openxmlformats.org/drawingml/2006/main">
            <a:off x="9955341" y="4957763"/>
            <a:ext cx="67284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والتقييم</a:t>
            </a:r>
          </a:p>
        </p:txBody>
      </p:sp>
      <p:sp>
        <p:nvSpPr>
          <p:cNvPr id="29" name="">
            <a:extLst xmlns:a="http://schemas.openxmlformats.org/drawingml/2006/main">
              <a:ext uri="{FF2B5EF4-FFF2-40B4-BE49-F238E27FC236}">
                <a16:creationId xmlns:a16="http://schemas.microsoft.com/office/drawing/2014/main" id="{786598A7-86C8-45C5-BE1D-E87EA57B9216}"/>
              </a:ext>
            </a:extLst>
          </p:cNvPr>
          <p:cNvSpPr>
            <a:spLocks xmlns:a="http://schemas.openxmlformats.org/drawingml/2006/main" noGrp="1"/>
          </p:cNvSpPr>
          <p:nvPr/>
        </p:nvSpPr>
        <p:spPr>
          <a:xfrm xmlns:a="http://schemas.openxmlformats.org/drawingml/2006/main">
            <a:off x="7191375" y="3619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DC6A43"/>
                </a:solidFill>
                <a:latin typeface="Arial"/>
                <a:ea typeface="Arial"/>
                <a:cs typeface="Arial"/>
              </a:defRPr>
            </a:defPPr>
            <a:lvl1pPr algn="ctr">
              <a:defRPr sz="2025" b="1">
                <a:solidFill>
                  <a:srgbClr val="DC6A43"/>
                </a:solidFill>
                <a:latin typeface="Arial"/>
                <a:ea typeface="Arial"/>
                <a:cs typeface="Arial"/>
              </a:defRPr>
            </a:lvl1pPr>
            <a:lvl2pPr algn="ctr">
              <a:defRPr sz="2025" b="1">
                <a:solidFill>
                  <a:srgbClr val="DC6A43"/>
                </a:solidFill>
                <a:latin typeface="Arial"/>
                <a:ea typeface="Arial"/>
                <a:cs typeface="Arial"/>
              </a:defRPr>
            </a:lvl2pPr>
            <a:lvl3pPr algn="ctr">
              <a:defRPr sz="2025" b="1">
                <a:solidFill>
                  <a:srgbClr val="DC6A43"/>
                </a:solidFill>
                <a:latin typeface="Arial"/>
                <a:ea typeface="Arial"/>
                <a:cs typeface="Arial"/>
              </a:defRPr>
            </a:lvl3pPr>
            <a:lvl4pPr algn="ctr">
              <a:defRPr sz="2025" b="1">
                <a:solidFill>
                  <a:srgbClr val="DC6A43"/>
                </a:solidFill>
                <a:latin typeface="Arial"/>
                <a:ea typeface="Arial"/>
                <a:cs typeface="Arial"/>
              </a:defRPr>
            </a:lvl4pPr>
            <a:lvl5pPr algn="ctr">
              <a:defRPr sz="2025" b="1">
                <a:solidFill>
                  <a:srgbClr val="DC6A43"/>
                </a:solidFill>
                <a:latin typeface="Arial"/>
                <a:ea typeface="Arial"/>
                <a:cs typeface="Arial"/>
              </a:defRPr>
            </a:lvl5pPr>
            <a:lvl6pPr algn="ctr">
              <a:defRPr sz="2025" b="1">
                <a:solidFill>
                  <a:srgbClr val="DC6A43"/>
                </a:solidFill>
                <a:latin typeface="Arial"/>
                <a:ea typeface="Arial"/>
                <a:cs typeface="Arial"/>
              </a:defRPr>
            </a:lvl6pPr>
            <a:lvl7pPr algn="ctr">
              <a:defRPr sz="2025" b="1">
                <a:solidFill>
                  <a:srgbClr val="DC6A43"/>
                </a:solidFill>
                <a:latin typeface="Arial"/>
                <a:ea typeface="Arial"/>
                <a:cs typeface="Arial"/>
              </a:defRPr>
            </a:lvl7pPr>
            <a:lvl8pPr algn="ctr">
              <a:defRPr sz="2025" b="1">
                <a:solidFill>
                  <a:srgbClr val="DC6A43"/>
                </a:solidFill>
                <a:latin typeface="Arial"/>
                <a:ea typeface="Arial"/>
                <a:cs typeface="Arial"/>
              </a:defRPr>
            </a:lvl8pPr>
            <a:lvl9pPr algn="ctr">
              <a:defRPr sz="2025" b="1">
                <a:solidFill>
                  <a:srgbClr val="DC6A43"/>
                </a:solidFill>
                <a:latin typeface="Arial"/>
                <a:ea typeface="Arial"/>
                <a:cs typeface="Arial"/>
              </a:defRPr>
            </a:lvl9pPr>
          </a:lstStyle>
          <a:p xmlns:a="http://schemas.openxmlformats.org/drawingml/2006/main">
            <a:pPr algn="ctr">
              <a:defRPr sz="2025" b="1">
                <a:solidFill>
                  <a:srgbClr val="DC6A43"/>
                </a:solidFill>
                <a:latin typeface="Arial"/>
                <a:ea typeface="Arial"/>
                <a:cs typeface="Arial"/>
              </a:defRPr>
            </a:pPr>
            <a:r>
              <a:rPr sz="2025" b="1">
                <a:solidFill>
                  <a:srgbClr val="DC6A43"/>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D014B697-5938-49F2-AA7E-1EDC4466E800}"/>
              </a:ext>
            </a:extLst>
          </p:cNvPr>
          <p:cNvSpPr>
            <a:spLocks xmlns:a="http://schemas.openxmlformats.org/drawingml/2006/main" noGrp="1"/>
          </p:cNvSpPr>
          <p:nvPr/>
        </p:nvSpPr>
        <p:spPr>
          <a:xfrm xmlns:a="http://schemas.openxmlformats.org/drawingml/2006/main">
            <a:off x="6381750" y="4286250"/>
            <a:ext cx="2381250" cy="138112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31" name="">
            <a:extLst xmlns:a="http://schemas.openxmlformats.org/drawingml/2006/main">
              <a:ext uri="{FF2B5EF4-FFF2-40B4-BE49-F238E27FC236}">
                <a16:creationId xmlns:a16="http://schemas.microsoft.com/office/drawing/2014/main" id="{1FC75266-728B-4F91-AF30-73A3C250E8D9}"/>
              </a:ext>
            </a:extLst>
          </p:cNvPr>
          <p:cNvSpPr>
            <a:spLocks xmlns:a="http://schemas.openxmlformats.org/drawingml/2006/main" noGrp="1"/>
          </p:cNvSpPr>
          <p:nvPr/>
        </p:nvSpPr>
        <p:spPr>
          <a:xfrm xmlns:a="http://schemas.openxmlformats.org/drawingml/2006/main">
            <a:off x="7647560" y="4548950"/>
            <a:ext cx="662322"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مراجعة</a:t>
            </a:r>
          </a:p>
        </p:txBody>
      </p:sp>
      <p:sp>
        <p:nvSpPr>
          <p:cNvPr id="32" name="">
            <a:extLst xmlns:a="http://schemas.openxmlformats.org/drawingml/2006/main">
              <a:ext uri="{FF2B5EF4-FFF2-40B4-BE49-F238E27FC236}">
                <a16:creationId xmlns:a16="http://schemas.microsoft.com/office/drawing/2014/main" id="{E54AA8CC-BFD5-4B2C-B410-EF24DC5DF39A}"/>
              </a:ext>
            </a:extLst>
          </p:cNvPr>
          <p:cNvSpPr>
            <a:spLocks xmlns:a="http://schemas.openxmlformats.org/drawingml/2006/main" noGrp="1"/>
          </p:cNvSpPr>
          <p:nvPr/>
        </p:nvSpPr>
        <p:spPr>
          <a:xfrm xmlns:a="http://schemas.openxmlformats.org/drawingml/2006/main">
            <a:off x="6844393" y="4548950"/>
            <a:ext cx="72706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المخالفة</a:t>
            </a:r>
          </a:p>
        </p:txBody>
      </p:sp>
      <p:sp>
        <p:nvSpPr>
          <p:cNvPr id="33" name="">
            <a:extLst xmlns:a="http://schemas.openxmlformats.org/drawingml/2006/main">
              <a:ext uri="{FF2B5EF4-FFF2-40B4-BE49-F238E27FC236}">
                <a16:creationId xmlns:a16="http://schemas.microsoft.com/office/drawing/2014/main" id="{3C001497-CA1C-47CC-BA73-4243FAE56497}"/>
              </a:ext>
            </a:extLst>
          </p:cNvPr>
          <p:cNvSpPr>
            <a:spLocks xmlns:a="http://schemas.openxmlformats.org/drawingml/2006/main" noGrp="1"/>
          </p:cNvSpPr>
          <p:nvPr/>
        </p:nvSpPr>
        <p:spPr>
          <a:xfrm xmlns:a="http://schemas.openxmlformats.org/drawingml/2006/main">
            <a:off x="7245841" y="4957763"/>
            <a:ext cx="662592"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والخطة</a:t>
            </a:r>
          </a:p>
        </p:txBody>
      </p:sp>
      <p:sp>
        <p:nvSpPr>
          <p:cNvPr id="34" name="">
            <a:extLst xmlns:a="http://schemas.openxmlformats.org/drawingml/2006/main">
              <a:ext uri="{FF2B5EF4-FFF2-40B4-BE49-F238E27FC236}">
                <a16:creationId xmlns:a16="http://schemas.microsoft.com/office/drawing/2014/main" id="{A6F35812-4B74-4180-A947-9585ABDA5A53}"/>
              </a:ext>
            </a:extLst>
          </p:cNvPr>
          <p:cNvSpPr>
            <a:spLocks xmlns:a="http://schemas.openxmlformats.org/drawingml/2006/main" noGrp="1"/>
          </p:cNvSpPr>
          <p:nvPr/>
        </p:nvSpPr>
        <p:spPr>
          <a:xfrm xmlns:a="http://schemas.openxmlformats.org/drawingml/2006/main">
            <a:off x="4476750" y="3619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DC6A43"/>
                </a:solidFill>
                <a:latin typeface="Arial"/>
                <a:ea typeface="Arial"/>
                <a:cs typeface="Arial"/>
              </a:defRPr>
            </a:defPPr>
            <a:lvl1pPr algn="ctr">
              <a:defRPr sz="2025" b="1">
                <a:solidFill>
                  <a:srgbClr val="DC6A43"/>
                </a:solidFill>
                <a:latin typeface="Arial"/>
                <a:ea typeface="Arial"/>
                <a:cs typeface="Arial"/>
              </a:defRPr>
            </a:lvl1pPr>
            <a:lvl2pPr algn="ctr">
              <a:defRPr sz="2025" b="1">
                <a:solidFill>
                  <a:srgbClr val="DC6A43"/>
                </a:solidFill>
                <a:latin typeface="Arial"/>
                <a:ea typeface="Arial"/>
                <a:cs typeface="Arial"/>
              </a:defRPr>
            </a:lvl2pPr>
            <a:lvl3pPr algn="ctr">
              <a:defRPr sz="2025" b="1">
                <a:solidFill>
                  <a:srgbClr val="DC6A43"/>
                </a:solidFill>
                <a:latin typeface="Arial"/>
                <a:ea typeface="Arial"/>
                <a:cs typeface="Arial"/>
              </a:defRPr>
            </a:lvl3pPr>
            <a:lvl4pPr algn="ctr">
              <a:defRPr sz="2025" b="1">
                <a:solidFill>
                  <a:srgbClr val="DC6A43"/>
                </a:solidFill>
                <a:latin typeface="Arial"/>
                <a:ea typeface="Arial"/>
                <a:cs typeface="Arial"/>
              </a:defRPr>
            </a:lvl4pPr>
            <a:lvl5pPr algn="ctr">
              <a:defRPr sz="2025" b="1">
                <a:solidFill>
                  <a:srgbClr val="DC6A43"/>
                </a:solidFill>
                <a:latin typeface="Arial"/>
                <a:ea typeface="Arial"/>
                <a:cs typeface="Arial"/>
              </a:defRPr>
            </a:lvl5pPr>
            <a:lvl6pPr algn="ctr">
              <a:defRPr sz="2025" b="1">
                <a:solidFill>
                  <a:srgbClr val="DC6A43"/>
                </a:solidFill>
                <a:latin typeface="Arial"/>
                <a:ea typeface="Arial"/>
                <a:cs typeface="Arial"/>
              </a:defRPr>
            </a:lvl6pPr>
            <a:lvl7pPr algn="ctr">
              <a:defRPr sz="2025" b="1">
                <a:solidFill>
                  <a:srgbClr val="DC6A43"/>
                </a:solidFill>
                <a:latin typeface="Arial"/>
                <a:ea typeface="Arial"/>
                <a:cs typeface="Arial"/>
              </a:defRPr>
            </a:lvl7pPr>
            <a:lvl8pPr algn="ctr">
              <a:defRPr sz="2025" b="1">
                <a:solidFill>
                  <a:srgbClr val="DC6A43"/>
                </a:solidFill>
                <a:latin typeface="Arial"/>
                <a:ea typeface="Arial"/>
                <a:cs typeface="Arial"/>
              </a:defRPr>
            </a:lvl8pPr>
            <a:lvl9pPr algn="ctr">
              <a:defRPr sz="2025" b="1">
                <a:solidFill>
                  <a:srgbClr val="DC6A43"/>
                </a:solidFill>
                <a:latin typeface="Arial"/>
                <a:ea typeface="Arial"/>
                <a:cs typeface="Arial"/>
              </a:defRPr>
            </a:lvl9pPr>
          </a:lstStyle>
          <a:p xmlns:a="http://schemas.openxmlformats.org/drawingml/2006/main">
            <a:pPr algn="ctr">
              <a:defRPr sz="2025" b="1">
                <a:solidFill>
                  <a:srgbClr val="DC6A43"/>
                </a:solidFill>
                <a:latin typeface="Arial"/>
                <a:ea typeface="Arial"/>
                <a:cs typeface="Arial"/>
              </a:defRPr>
            </a:pPr>
            <a:r>
              <a:rPr sz="2025" b="1">
                <a:solidFill>
                  <a:srgbClr val="DC6A43"/>
                </a:solidFill>
                <a:latin typeface="Arial"/>
                <a:ea typeface="Arial"/>
                <a:cs typeface="Arial"/>
              </a:rPr>
              <a:t>04</a:t>
            </a:r>
          </a:p>
        </p:txBody>
      </p:sp>
      <p:sp>
        <p:nvSpPr>
          <p:cNvPr id="35" name="">
            <a:extLst xmlns:a="http://schemas.openxmlformats.org/drawingml/2006/main">
              <a:ext uri="{FF2B5EF4-FFF2-40B4-BE49-F238E27FC236}">
                <a16:creationId xmlns:a16="http://schemas.microsoft.com/office/drawing/2014/main" id="{05BF1CF6-08FD-45A9-80E8-71836F3D3BBC}"/>
              </a:ext>
            </a:extLst>
          </p:cNvPr>
          <p:cNvSpPr>
            <a:spLocks xmlns:a="http://schemas.openxmlformats.org/drawingml/2006/main" noGrp="1"/>
          </p:cNvSpPr>
          <p:nvPr/>
        </p:nvSpPr>
        <p:spPr>
          <a:xfrm xmlns:a="http://schemas.openxmlformats.org/drawingml/2006/main">
            <a:off x="3667125" y="4286250"/>
            <a:ext cx="2381250" cy="138112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36" name="">
            <a:extLst xmlns:a="http://schemas.openxmlformats.org/drawingml/2006/main">
              <a:ext uri="{FF2B5EF4-FFF2-40B4-BE49-F238E27FC236}">
                <a16:creationId xmlns:a16="http://schemas.microsoft.com/office/drawing/2014/main" id="{897C7D12-41D0-4931-B657-AB879482E0F2}"/>
              </a:ext>
            </a:extLst>
          </p:cNvPr>
          <p:cNvSpPr>
            <a:spLocks xmlns:a="http://schemas.openxmlformats.org/drawingml/2006/main" noGrp="1"/>
          </p:cNvSpPr>
          <p:nvPr/>
        </p:nvSpPr>
        <p:spPr>
          <a:xfrm xmlns:a="http://schemas.openxmlformats.org/drawingml/2006/main">
            <a:off x="5086558" y="4548950"/>
            <a:ext cx="418737"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تنفيذ</a:t>
            </a:r>
          </a:p>
        </p:txBody>
      </p:sp>
      <p:sp>
        <p:nvSpPr>
          <p:cNvPr id="37" name="">
            <a:extLst xmlns:a="http://schemas.openxmlformats.org/drawingml/2006/main">
              <a:ext uri="{FF2B5EF4-FFF2-40B4-BE49-F238E27FC236}">
                <a16:creationId xmlns:a16="http://schemas.microsoft.com/office/drawing/2014/main" id="{E714D739-39FE-453A-A56C-D8546617E433}"/>
              </a:ext>
            </a:extLst>
          </p:cNvPr>
          <p:cNvSpPr>
            <a:spLocks xmlns:a="http://schemas.openxmlformats.org/drawingml/2006/main" noGrp="1"/>
          </p:cNvSpPr>
          <p:nvPr/>
        </p:nvSpPr>
        <p:spPr>
          <a:xfrm xmlns:a="http://schemas.openxmlformats.org/drawingml/2006/main">
            <a:off x="4219730" y="4548950"/>
            <a:ext cx="79072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المسؤول</a:t>
            </a:r>
          </a:p>
        </p:txBody>
      </p:sp>
      <p:sp>
        <p:nvSpPr>
          <p:cNvPr id="38" name="">
            <a:extLst xmlns:a="http://schemas.openxmlformats.org/drawingml/2006/main">
              <a:ext uri="{FF2B5EF4-FFF2-40B4-BE49-F238E27FC236}">
                <a16:creationId xmlns:a16="http://schemas.microsoft.com/office/drawing/2014/main" id="{1C0691EE-F4A5-4920-90D4-CCAC1E024581}"/>
              </a:ext>
            </a:extLst>
          </p:cNvPr>
          <p:cNvSpPr>
            <a:spLocks xmlns:a="http://schemas.openxmlformats.org/drawingml/2006/main" noGrp="1"/>
          </p:cNvSpPr>
          <p:nvPr/>
        </p:nvSpPr>
        <p:spPr>
          <a:xfrm xmlns:a="http://schemas.openxmlformats.org/drawingml/2006/main">
            <a:off x="4558596" y="4957763"/>
            <a:ext cx="60783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للتعديل</a:t>
            </a:r>
          </a:p>
        </p:txBody>
      </p:sp>
      <p:sp>
        <p:nvSpPr>
          <p:cNvPr id="39" name="">
            <a:extLst xmlns:a="http://schemas.openxmlformats.org/drawingml/2006/main">
              <a:ext uri="{FF2B5EF4-FFF2-40B4-BE49-F238E27FC236}">
                <a16:creationId xmlns:a16="http://schemas.microsoft.com/office/drawing/2014/main" id="{A715B173-3B0F-4123-B4CA-7A5312C2B808}"/>
              </a:ext>
            </a:extLst>
          </p:cNvPr>
          <p:cNvSpPr>
            <a:spLocks xmlns:a="http://schemas.openxmlformats.org/drawingml/2006/main" noGrp="1"/>
          </p:cNvSpPr>
          <p:nvPr/>
        </p:nvSpPr>
        <p:spPr>
          <a:xfrm xmlns:a="http://schemas.openxmlformats.org/drawingml/2006/main">
            <a:off x="1762125" y="3619500"/>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025" b="1">
                <a:solidFill>
                  <a:srgbClr val="DC6A43"/>
                </a:solidFill>
                <a:latin typeface="Arial"/>
                <a:ea typeface="Arial"/>
                <a:cs typeface="Arial"/>
              </a:defRPr>
            </a:defPPr>
            <a:lvl1pPr algn="ctr">
              <a:defRPr sz="2025" b="1">
                <a:solidFill>
                  <a:srgbClr val="DC6A43"/>
                </a:solidFill>
                <a:latin typeface="Arial"/>
                <a:ea typeface="Arial"/>
                <a:cs typeface="Arial"/>
              </a:defRPr>
            </a:lvl1pPr>
            <a:lvl2pPr algn="ctr">
              <a:defRPr sz="2025" b="1">
                <a:solidFill>
                  <a:srgbClr val="DC6A43"/>
                </a:solidFill>
                <a:latin typeface="Arial"/>
                <a:ea typeface="Arial"/>
                <a:cs typeface="Arial"/>
              </a:defRPr>
            </a:lvl2pPr>
            <a:lvl3pPr algn="ctr">
              <a:defRPr sz="2025" b="1">
                <a:solidFill>
                  <a:srgbClr val="DC6A43"/>
                </a:solidFill>
                <a:latin typeface="Arial"/>
                <a:ea typeface="Arial"/>
                <a:cs typeface="Arial"/>
              </a:defRPr>
            </a:lvl3pPr>
            <a:lvl4pPr algn="ctr">
              <a:defRPr sz="2025" b="1">
                <a:solidFill>
                  <a:srgbClr val="DC6A43"/>
                </a:solidFill>
                <a:latin typeface="Arial"/>
                <a:ea typeface="Arial"/>
                <a:cs typeface="Arial"/>
              </a:defRPr>
            </a:lvl4pPr>
            <a:lvl5pPr algn="ctr">
              <a:defRPr sz="2025" b="1">
                <a:solidFill>
                  <a:srgbClr val="DC6A43"/>
                </a:solidFill>
                <a:latin typeface="Arial"/>
                <a:ea typeface="Arial"/>
                <a:cs typeface="Arial"/>
              </a:defRPr>
            </a:lvl5pPr>
            <a:lvl6pPr algn="ctr">
              <a:defRPr sz="2025" b="1">
                <a:solidFill>
                  <a:srgbClr val="DC6A43"/>
                </a:solidFill>
                <a:latin typeface="Arial"/>
                <a:ea typeface="Arial"/>
                <a:cs typeface="Arial"/>
              </a:defRPr>
            </a:lvl6pPr>
            <a:lvl7pPr algn="ctr">
              <a:defRPr sz="2025" b="1">
                <a:solidFill>
                  <a:srgbClr val="DC6A43"/>
                </a:solidFill>
                <a:latin typeface="Arial"/>
                <a:ea typeface="Arial"/>
                <a:cs typeface="Arial"/>
              </a:defRPr>
            </a:lvl7pPr>
            <a:lvl8pPr algn="ctr">
              <a:defRPr sz="2025" b="1">
                <a:solidFill>
                  <a:srgbClr val="DC6A43"/>
                </a:solidFill>
                <a:latin typeface="Arial"/>
                <a:ea typeface="Arial"/>
                <a:cs typeface="Arial"/>
              </a:defRPr>
            </a:lvl8pPr>
            <a:lvl9pPr algn="ctr">
              <a:defRPr sz="2025" b="1">
                <a:solidFill>
                  <a:srgbClr val="DC6A43"/>
                </a:solidFill>
                <a:latin typeface="Arial"/>
                <a:ea typeface="Arial"/>
                <a:cs typeface="Arial"/>
              </a:defRPr>
            </a:lvl9pPr>
          </a:lstStyle>
          <a:p xmlns:a="http://schemas.openxmlformats.org/drawingml/2006/main">
            <a:pPr algn="ctr">
              <a:defRPr sz="2025" b="1">
                <a:solidFill>
                  <a:srgbClr val="DC6A43"/>
                </a:solidFill>
                <a:latin typeface="Arial"/>
                <a:ea typeface="Arial"/>
                <a:cs typeface="Arial"/>
              </a:defRPr>
            </a:pPr>
            <a:r>
              <a:rPr sz="2025" b="1">
                <a:solidFill>
                  <a:srgbClr val="DC6A43"/>
                </a:solidFill>
                <a:latin typeface="Arial"/>
                <a:ea typeface="Arial"/>
                <a:cs typeface="Arial"/>
              </a:rPr>
              <a:t>05</a:t>
            </a:r>
          </a:p>
        </p:txBody>
      </p:sp>
      <p:sp>
        <p:nvSpPr>
          <p:cNvPr id="40" name="">
            <a:extLst xmlns:a="http://schemas.openxmlformats.org/drawingml/2006/main">
              <a:ext uri="{FF2B5EF4-FFF2-40B4-BE49-F238E27FC236}">
                <a16:creationId xmlns:a16="http://schemas.microsoft.com/office/drawing/2014/main" id="{5947722A-88DD-4E21-A3F6-1042CCB6A647}"/>
              </a:ext>
            </a:extLst>
          </p:cNvPr>
          <p:cNvSpPr>
            <a:spLocks xmlns:a="http://schemas.openxmlformats.org/drawingml/2006/main" noGrp="1"/>
          </p:cNvSpPr>
          <p:nvPr/>
        </p:nvSpPr>
        <p:spPr>
          <a:xfrm xmlns:a="http://schemas.openxmlformats.org/drawingml/2006/main">
            <a:off x="952500" y="4286250"/>
            <a:ext cx="2381250" cy="138112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41" name="">
            <a:extLst xmlns:a="http://schemas.openxmlformats.org/drawingml/2006/main">
              <a:ext uri="{FF2B5EF4-FFF2-40B4-BE49-F238E27FC236}">
                <a16:creationId xmlns:a16="http://schemas.microsoft.com/office/drawing/2014/main" id="{7AFE70C4-77CC-46BF-BB42-07E6D153B53D}"/>
              </a:ext>
            </a:extLst>
          </p:cNvPr>
          <p:cNvSpPr>
            <a:spLocks xmlns:a="http://schemas.openxmlformats.org/drawingml/2006/main" noGrp="1"/>
          </p:cNvSpPr>
          <p:nvPr/>
        </p:nvSpPr>
        <p:spPr>
          <a:xfrm xmlns:a="http://schemas.openxmlformats.org/drawingml/2006/main">
            <a:off x="2210892" y="4548950"/>
            <a:ext cx="472957"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إعادة</a:t>
            </a:r>
          </a:p>
        </p:txBody>
      </p:sp>
      <p:sp>
        <p:nvSpPr>
          <p:cNvPr id="42" name="">
            <a:extLst xmlns:a="http://schemas.openxmlformats.org/drawingml/2006/main">
              <a:ext uri="{FF2B5EF4-FFF2-40B4-BE49-F238E27FC236}">
                <a16:creationId xmlns:a16="http://schemas.microsoft.com/office/drawing/2014/main" id="{860A7586-2ADB-4D23-A577-EDAE2A49F737}"/>
              </a:ext>
            </a:extLst>
          </p:cNvPr>
          <p:cNvSpPr>
            <a:spLocks xmlns:a="http://schemas.openxmlformats.org/drawingml/2006/main" noGrp="1"/>
          </p:cNvSpPr>
          <p:nvPr/>
        </p:nvSpPr>
        <p:spPr>
          <a:xfrm xmlns:a="http://schemas.openxmlformats.org/drawingml/2006/main">
            <a:off x="1611926" y="4548950"/>
            <a:ext cx="522861"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الجمع</a:t>
            </a:r>
          </a:p>
        </p:txBody>
      </p:sp>
      <p:sp>
        <p:nvSpPr>
          <p:cNvPr id="43" name="">
            <a:extLst xmlns:a="http://schemas.openxmlformats.org/drawingml/2006/main">
              <a:ext uri="{FF2B5EF4-FFF2-40B4-BE49-F238E27FC236}">
                <a16:creationId xmlns:a16="http://schemas.microsoft.com/office/drawing/2014/main" id="{D3CB23FE-8638-434A-8BF8-08A300C5ABFF}"/>
              </a:ext>
            </a:extLst>
          </p:cNvPr>
          <p:cNvSpPr>
            <a:spLocks xmlns:a="http://schemas.openxmlformats.org/drawingml/2006/main" noGrp="1"/>
          </p:cNvSpPr>
          <p:nvPr/>
        </p:nvSpPr>
        <p:spPr>
          <a:xfrm xmlns:a="http://schemas.openxmlformats.org/drawingml/2006/main">
            <a:off x="1779366" y="4957763"/>
            <a:ext cx="73704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والتحقق</a:t>
            </a:r>
          </a:p>
        </p:txBody>
      </p:sp>
      <p:sp>
        <p:nvSpPr>
          <p:cNvPr id="44" name="">
            <a:extLst xmlns:a="http://schemas.openxmlformats.org/drawingml/2006/main">
              <a:ext uri="{FF2B5EF4-FFF2-40B4-BE49-F238E27FC236}">
                <a16:creationId xmlns:a16="http://schemas.microsoft.com/office/drawing/2014/main" id="{CDCAECE9-A21D-46FA-932F-31213B1DABF4}"/>
              </a:ext>
            </a:extLst>
          </p:cNvPr>
          <p:cNvSpPr>
            <a:spLocks xmlns:a="http://schemas.openxmlformats.org/drawingml/2006/main" noGrp="1"/>
          </p:cNvSpPr>
          <p:nvPr/>
        </p:nvSpPr>
        <p:spPr>
          <a:xfrm xmlns:a="http://schemas.openxmlformats.org/drawingml/2006/main">
            <a:off x="5342967" y="6000750"/>
            <a:ext cx="51914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التعديل</a:t>
            </a:r>
          </a:p>
        </p:txBody>
      </p:sp>
      <p:sp>
        <p:nvSpPr>
          <p:cNvPr id="45" name="">
            <a:extLst xmlns:a="http://schemas.openxmlformats.org/drawingml/2006/main">
              <a:ext uri="{FF2B5EF4-FFF2-40B4-BE49-F238E27FC236}">
                <a16:creationId xmlns:a16="http://schemas.microsoft.com/office/drawing/2014/main" id="{1F4B6D33-7639-4065-920B-489F2B22E489}"/>
              </a:ext>
            </a:extLst>
          </p:cNvPr>
          <p:cNvSpPr>
            <a:spLocks xmlns:a="http://schemas.openxmlformats.org/drawingml/2006/main" noGrp="1"/>
          </p:cNvSpPr>
          <p:nvPr/>
        </p:nvSpPr>
        <p:spPr>
          <a:xfrm xmlns:a="http://schemas.openxmlformats.org/drawingml/2006/main">
            <a:off x="4954516" y="6000750"/>
            <a:ext cx="32415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على</a:t>
            </a:r>
          </a:p>
        </p:txBody>
      </p:sp>
      <p:sp>
        <p:nvSpPr>
          <p:cNvPr id="46" name="">
            <a:extLst xmlns:a="http://schemas.openxmlformats.org/drawingml/2006/main">
              <a:ext uri="{FF2B5EF4-FFF2-40B4-BE49-F238E27FC236}">
                <a16:creationId xmlns:a16="http://schemas.microsoft.com/office/drawing/2014/main" id="{4204931D-937E-4E79-AEAC-1170C325BF7C}"/>
              </a:ext>
            </a:extLst>
          </p:cNvPr>
          <p:cNvSpPr>
            <a:spLocks xmlns:a="http://schemas.openxmlformats.org/drawingml/2006/main" noGrp="1"/>
          </p:cNvSpPr>
          <p:nvPr/>
        </p:nvSpPr>
        <p:spPr>
          <a:xfrm xmlns:a="http://schemas.openxmlformats.org/drawingml/2006/main">
            <a:off x="4139580" y="6000750"/>
            <a:ext cx="75064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DC6A43"/>
                </a:solidFill>
                <a:latin typeface="Arial"/>
                <a:ea typeface="Arial"/>
                <a:cs typeface="Arial"/>
              </a:defRPr>
            </a:defPPr>
            <a:lvl1pPr algn="l">
              <a:defRPr sz="1875" b="0">
                <a:solidFill>
                  <a:srgbClr val="DC6A43"/>
                </a:solidFill>
                <a:latin typeface="Arial"/>
                <a:ea typeface="Arial"/>
                <a:cs typeface="Arial"/>
              </a:defRPr>
            </a:lvl1pPr>
            <a:lvl2pPr algn="l">
              <a:defRPr sz="1875" b="0">
                <a:solidFill>
                  <a:srgbClr val="DC6A43"/>
                </a:solidFill>
                <a:latin typeface="Arial"/>
                <a:ea typeface="Arial"/>
                <a:cs typeface="Arial"/>
              </a:defRPr>
            </a:lvl2pPr>
            <a:lvl3pPr algn="l">
              <a:defRPr sz="1875" b="0">
                <a:solidFill>
                  <a:srgbClr val="DC6A43"/>
                </a:solidFill>
                <a:latin typeface="Arial"/>
                <a:ea typeface="Arial"/>
                <a:cs typeface="Arial"/>
              </a:defRPr>
            </a:lvl3pPr>
            <a:lvl4pPr algn="l">
              <a:defRPr sz="1875" b="0">
                <a:solidFill>
                  <a:srgbClr val="DC6A43"/>
                </a:solidFill>
                <a:latin typeface="Arial"/>
                <a:ea typeface="Arial"/>
                <a:cs typeface="Arial"/>
              </a:defRPr>
            </a:lvl4pPr>
            <a:lvl5pPr algn="l">
              <a:defRPr sz="1875" b="0">
                <a:solidFill>
                  <a:srgbClr val="DC6A43"/>
                </a:solidFill>
                <a:latin typeface="Arial"/>
                <a:ea typeface="Arial"/>
                <a:cs typeface="Arial"/>
              </a:defRPr>
            </a:lvl5pPr>
            <a:lvl6pPr algn="l">
              <a:defRPr sz="1875" b="0">
                <a:solidFill>
                  <a:srgbClr val="DC6A43"/>
                </a:solidFill>
                <a:latin typeface="Arial"/>
                <a:ea typeface="Arial"/>
                <a:cs typeface="Arial"/>
              </a:defRPr>
            </a:lvl6pPr>
            <a:lvl7pPr algn="l">
              <a:defRPr sz="1875" b="0">
                <a:solidFill>
                  <a:srgbClr val="DC6A43"/>
                </a:solidFill>
                <a:latin typeface="Arial"/>
                <a:ea typeface="Arial"/>
                <a:cs typeface="Arial"/>
              </a:defRPr>
            </a:lvl7pPr>
            <a:lvl8pPr algn="l">
              <a:defRPr sz="1875" b="0">
                <a:solidFill>
                  <a:srgbClr val="DC6A43"/>
                </a:solidFill>
                <a:latin typeface="Arial"/>
                <a:ea typeface="Arial"/>
                <a:cs typeface="Arial"/>
              </a:defRPr>
            </a:lvl8pPr>
            <a:lvl9pPr algn="l">
              <a:defRPr sz="1875" b="0">
                <a:solidFill>
                  <a:srgbClr val="DC6A43"/>
                </a:solidFill>
                <a:latin typeface="Arial"/>
                <a:ea typeface="Arial"/>
                <a:cs typeface="Arial"/>
              </a:defRPr>
            </a:lvl9pPr>
          </a:lstStyle>
          <a:p xmlns:a="http://schemas.openxmlformats.org/drawingml/2006/main">
            <a:pPr algn="l">
              <a:defRPr sz="1875" b="0">
                <a:solidFill>
                  <a:srgbClr val="DC6A43"/>
                </a:solidFill>
                <a:latin typeface="Arial"/>
                <a:ea typeface="Arial"/>
                <a:cs typeface="Arial"/>
              </a:defRPr>
            </a:pPr>
            <a:r>
              <a:rPr sz="1875" b="0">
                <a:solidFill>
                  <a:srgbClr val="DC6A43"/>
                </a:solidFill>
                <a:latin typeface="Arial"/>
                <a:ea typeface="Arial"/>
                <a:cs typeface="Arial"/>
              </a:rPr>
              <a:t>GitHub</a:t>
            </a:r>
          </a:p>
        </p:txBody>
      </p:sp>
      <p:sp>
        <p:nvSpPr>
          <p:cNvPr id="47" name="">
            <a:extLst xmlns:a="http://schemas.openxmlformats.org/drawingml/2006/main">
              <a:ext uri="{FF2B5EF4-FFF2-40B4-BE49-F238E27FC236}">
                <a16:creationId xmlns:a16="http://schemas.microsoft.com/office/drawing/2014/main" id="{6BB41E83-E573-4987-8F8E-FC8F283BBB29}"/>
              </a:ext>
            </a:extLst>
          </p:cNvPr>
          <p:cNvSpPr>
            <a:spLocks xmlns:a="http://schemas.openxmlformats.org/drawingml/2006/main" noGrp="1"/>
          </p:cNvSpPr>
          <p:nvPr/>
        </p:nvSpPr>
        <p:spPr>
          <a:xfrm xmlns:a="http://schemas.openxmlformats.org/drawingml/2006/main">
            <a:off x="3672413" y="6000750"/>
            <a:ext cx="40287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يدوي</a:t>
            </a:r>
          </a:p>
        </p:txBody>
      </p:sp>
      <p:sp>
        <p:nvSpPr>
          <p:cNvPr id="48" name="">
            <a:extLst xmlns:a="http://schemas.openxmlformats.org/drawingml/2006/main">
              <a:ext uri="{FF2B5EF4-FFF2-40B4-BE49-F238E27FC236}">
                <a16:creationId xmlns:a16="http://schemas.microsoft.com/office/drawing/2014/main" id="{E4F9CFC0-56A0-4252-A9F7-B405B2FD1F7B}"/>
              </a:ext>
            </a:extLst>
          </p:cNvPr>
          <p:cNvSpPr>
            <a:spLocks xmlns:a="http://schemas.openxmlformats.org/drawingml/2006/main" noGrp="1"/>
          </p:cNvSpPr>
          <p:nvPr/>
        </p:nvSpPr>
        <p:spPr>
          <a:xfrm xmlns:a="http://schemas.openxmlformats.org/drawingml/2006/main">
            <a:off x="13817575" y="7048500"/>
            <a:ext cx="57470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42B36"/>
                </a:solidFill>
                <a:latin typeface="Arial"/>
                <a:ea typeface="Arial"/>
                <a:cs typeface="Arial"/>
              </a:defRPr>
            </a:defPPr>
            <a:lvl1pPr algn="r">
              <a:defRPr sz="2325" b="1">
                <a:solidFill>
                  <a:srgbClr val="142B36"/>
                </a:solidFill>
                <a:latin typeface="Arial"/>
                <a:ea typeface="Arial"/>
                <a:cs typeface="Arial"/>
              </a:defRPr>
            </a:lvl1pPr>
            <a:lvl2pPr algn="r">
              <a:defRPr sz="2325" b="1">
                <a:solidFill>
                  <a:srgbClr val="142B36"/>
                </a:solidFill>
                <a:latin typeface="Arial"/>
                <a:ea typeface="Arial"/>
                <a:cs typeface="Arial"/>
              </a:defRPr>
            </a:lvl2pPr>
            <a:lvl3pPr algn="r">
              <a:defRPr sz="2325" b="1">
                <a:solidFill>
                  <a:srgbClr val="142B36"/>
                </a:solidFill>
                <a:latin typeface="Arial"/>
                <a:ea typeface="Arial"/>
                <a:cs typeface="Arial"/>
              </a:defRPr>
            </a:lvl3pPr>
            <a:lvl4pPr algn="r">
              <a:defRPr sz="2325" b="1">
                <a:solidFill>
                  <a:srgbClr val="142B36"/>
                </a:solidFill>
                <a:latin typeface="Arial"/>
                <a:ea typeface="Arial"/>
                <a:cs typeface="Arial"/>
              </a:defRPr>
            </a:lvl4pPr>
            <a:lvl5pPr algn="r">
              <a:defRPr sz="2325" b="1">
                <a:solidFill>
                  <a:srgbClr val="142B36"/>
                </a:solidFill>
                <a:latin typeface="Arial"/>
                <a:ea typeface="Arial"/>
                <a:cs typeface="Arial"/>
              </a:defRPr>
            </a:lvl5pPr>
            <a:lvl6pPr algn="r">
              <a:defRPr sz="2325" b="1">
                <a:solidFill>
                  <a:srgbClr val="142B36"/>
                </a:solidFill>
                <a:latin typeface="Arial"/>
                <a:ea typeface="Arial"/>
                <a:cs typeface="Arial"/>
              </a:defRPr>
            </a:lvl6pPr>
            <a:lvl7pPr algn="r">
              <a:defRPr sz="2325" b="1">
                <a:solidFill>
                  <a:srgbClr val="142B36"/>
                </a:solidFill>
                <a:latin typeface="Arial"/>
                <a:ea typeface="Arial"/>
                <a:cs typeface="Arial"/>
              </a:defRPr>
            </a:lvl7pPr>
            <a:lvl8pPr algn="r">
              <a:defRPr sz="2325" b="1">
                <a:solidFill>
                  <a:srgbClr val="142B36"/>
                </a:solidFill>
                <a:latin typeface="Arial"/>
                <a:ea typeface="Arial"/>
                <a:cs typeface="Arial"/>
              </a:defRPr>
            </a:lvl8pPr>
            <a:lvl9pPr algn="r">
              <a:defRPr sz="2325" b="1">
                <a:solidFill>
                  <a:srgbClr val="142B36"/>
                </a:solidFill>
                <a:latin typeface="Arial"/>
                <a:ea typeface="Arial"/>
                <a:cs typeface="Arial"/>
              </a:defRPr>
            </a:lvl9pPr>
          </a:lstStyle>
          <a:p xmlns:a="http://schemas.openxmlformats.org/drawingml/2006/main">
            <a:pPr algn="r">
              <a:defRPr sz="2325" b="1">
                <a:solidFill>
                  <a:srgbClr val="142B36"/>
                </a:solidFill>
                <a:latin typeface="Arial"/>
                <a:ea typeface="Arial"/>
                <a:cs typeface="Arial"/>
              </a:defRPr>
            </a:pPr>
            <a:r>
              <a:rPr sz="2325" b="1">
                <a:solidFill>
                  <a:srgbClr val="142B36"/>
                </a:solidFill>
                <a:latin typeface="Arial"/>
                <a:ea typeface="Arial"/>
                <a:cs typeface="Arial"/>
              </a:rPr>
              <a:t>نحتفظ</a:t>
            </a:r>
          </a:p>
        </p:txBody>
      </p:sp>
      <p:sp>
        <p:nvSpPr>
          <p:cNvPr id="49" name="">
            <a:extLst xmlns:a="http://schemas.openxmlformats.org/drawingml/2006/main">
              <a:ext uri="{FF2B5EF4-FFF2-40B4-BE49-F238E27FC236}">
                <a16:creationId xmlns:a16="http://schemas.microsoft.com/office/drawing/2014/main" id="{39483C41-B68A-4C49-B8F2-4FDE1900E3FC}"/>
              </a:ext>
            </a:extLst>
          </p:cNvPr>
          <p:cNvSpPr>
            <a:spLocks xmlns:a="http://schemas.openxmlformats.org/drawingml/2006/main" noGrp="1"/>
          </p:cNvSpPr>
          <p:nvPr/>
        </p:nvSpPr>
        <p:spPr>
          <a:xfrm xmlns:a="http://schemas.openxmlformats.org/drawingml/2006/main">
            <a:off x="13283704" y="7048500"/>
            <a:ext cx="451861"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42B36"/>
                </a:solidFill>
                <a:latin typeface="Arial"/>
                <a:ea typeface="Arial"/>
                <a:cs typeface="Arial"/>
              </a:defRPr>
            </a:defPPr>
            <a:lvl1pPr algn="r">
              <a:defRPr sz="2325" b="1">
                <a:solidFill>
                  <a:srgbClr val="142B36"/>
                </a:solidFill>
                <a:latin typeface="Arial"/>
                <a:ea typeface="Arial"/>
                <a:cs typeface="Arial"/>
              </a:defRPr>
            </a:lvl1pPr>
            <a:lvl2pPr algn="r">
              <a:defRPr sz="2325" b="1">
                <a:solidFill>
                  <a:srgbClr val="142B36"/>
                </a:solidFill>
                <a:latin typeface="Arial"/>
                <a:ea typeface="Arial"/>
                <a:cs typeface="Arial"/>
              </a:defRPr>
            </a:lvl2pPr>
            <a:lvl3pPr algn="r">
              <a:defRPr sz="2325" b="1">
                <a:solidFill>
                  <a:srgbClr val="142B36"/>
                </a:solidFill>
                <a:latin typeface="Arial"/>
                <a:ea typeface="Arial"/>
                <a:cs typeface="Arial"/>
              </a:defRPr>
            </a:lvl3pPr>
            <a:lvl4pPr algn="r">
              <a:defRPr sz="2325" b="1">
                <a:solidFill>
                  <a:srgbClr val="142B36"/>
                </a:solidFill>
                <a:latin typeface="Arial"/>
                <a:ea typeface="Arial"/>
                <a:cs typeface="Arial"/>
              </a:defRPr>
            </a:lvl4pPr>
            <a:lvl5pPr algn="r">
              <a:defRPr sz="2325" b="1">
                <a:solidFill>
                  <a:srgbClr val="142B36"/>
                </a:solidFill>
                <a:latin typeface="Arial"/>
                <a:ea typeface="Arial"/>
                <a:cs typeface="Arial"/>
              </a:defRPr>
            </a:lvl5pPr>
            <a:lvl6pPr algn="r">
              <a:defRPr sz="2325" b="1">
                <a:solidFill>
                  <a:srgbClr val="142B36"/>
                </a:solidFill>
                <a:latin typeface="Arial"/>
                <a:ea typeface="Arial"/>
                <a:cs typeface="Arial"/>
              </a:defRPr>
            </a:lvl6pPr>
            <a:lvl7pPr algn="r">
              <a:defRPr sz="2325" b="1">
                <a:solidFill>
                  <a:srgbClr val="142B36"/>
                </a:solidFill>
                <a:latin typeface="Arial"/>
                <a:ea typeface="Arial"/>
                <a:cs typeface="Arial"/>
              </a:defRPr>
            </a:lvl7pPr>
            <a:lvl8pPr algn="r">
              <a:defRPr sz="2325" b="1">
                <a:solidFill>
                  <a:srgbClr val="142B36"/>
                </a:solidFill>
                <a:latin typeface="Arial"/>
                <a:ea typeface="Arial"/>
                <a:cs typeface="Arial"/>
              </a:defRPr>
            </a:lvl8pPr>
            <a:lvl9pPr algn="r">
              <a:defRPr sz="2325" b="1">
                <a:solidFill>
                  <a:srgbClr val="142B36"/>
                </a:solidFill>
                <a:latin typeface="Arial"/>
                <a:ea typeface="Arial"/>
                <a:cs typeface="Arial"/>
              </a:defRPr>
            </a:lvl9pPr>
          </a:lstStyle>
          <a:p xmlns:a="http://schemas.openxmlformats.org/drawingml/2006/main">
            <a:pPr algn="r">
              <a:defRPr sz="2325" b="1">
                <a:solidFill>
                  <a:srgbClr val="142B36"/>
                </a:solidFill>
                <a:latin typeface="Arial"/>
                <a:ea typeface="Arial"/>
                <a:cs typeface="Arial"/>
              </a:defRPr>
            </a:pPr>
            <a:r>
              <a:rPr sz="2325" b="1">
                <a:solidFill>
                  <a:srgbClr val="142B36"/>
                </a:solidFill>
                <a:latin typeface="Arial"/>
                <a:ea typeface="Arial"/>
                <a:cs typeface="Arial"/>
              </a:rPr>
              <a:t>بأدلة</a:t>
            </a:r>
          </a:p>
        </p:txBody>
      </p:sp>
      <p:sp>
        <p:nvSpPr>
          <p:cNvPr id="50" name="">
            <a:extLst xmlns:a="http://schemas.openxmlformats.org/drawingml/2006/main">
              <a:ext uri="{FF2B5EF4-FFF2-40B4-BE49-F238E27FC236}">
                <a16:creationId xmlns:a16="http://schemas.microsoft.com/office/drawing/2014/main" id="{040A5C63-05E3-412A-9D93-CEF09F2FDE18}"/>
              </a:ext>
            </a:extLst>
          </p:cNvPr>
          <p:cNvSpPr>
            <a:spLocks xmlns:a="http://schemas.openxmlformats.org/drawingml/2006/main" noGrp="1"/>
          </p:cNvSpPr>
          <p:nvPr/>
        </p:nvSpPr>
        <p:spPr>
          <a:xfrm xmlns:a="http://schemas.openxmlformats.org/drawingml/2006/main">
            <a:off x="12616325" y="7048500"/>
            <a:ext cx="585369"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42B36"/>
                </a:solidFill>
                <a:latin typeface="Arial"/>
                <a:ea typeface="Arial"/>
                <a:cs typeface="Arial"/>
              </a:defRPr>
            </a:defPPr>
            <a:lvl1pPr algn="r">
              <a:defRPr sz="2325" b="1">
                <a:solidFill>
                  <a:srgbClr val="142B36"/>
                </a:solidFill>
                <a:latin typeface="Arial"/>
                <a:ea typeface="Arial"/>
                <a:cs typeface="Arial"/>
              </a:defRPr>
            </a:lvl1pPr>
            <a:lvl2pPr algn="r">
              <a:defRPr sz="2325" b="1">
                <a:solidFill>
                  <a:srgbClr val="142B36"/>
                </a:solidFill>
                <a:latin typeface="Arial"/>
                <a:ea typeface="Arial"/>
                <a:cs typeface="Arial"/>
              </a:defRPr>
            </a:lvl2pPr>
            <a:lvl3pPr algn="r">
              <a:defRPr sz="2325" b="1">
                <a:solidFill>
                  <a:srgbClr val="142B36"/>
                </a:solidFill>
                <a:latin typeface="Arial"/>
                <a:ea typeface="Arial"/>
                <a:cs typeface="Arial"/>
              </a:defRPr>
            </a:lvl3pPr>
            <a:lvl4pPr algn="r">
              <a:defRPr sz="2325" b="1">
                <a:solidFill>
                  <a:srgbClr val="142B36"/>
                </a:solidFill>
                <a:latin typeface="Arial"/>
                <a:ea typeface="Arial"/>
                <a:cs typeface="Arial"/>
              </a:defRPr>
            </a:lvl4pPr>
            <a:lvl5pPr algn="r">
              <a:defRPr sz="2325" b="1">
                <a:solidFill>
                  <a:srgbClr val="142B36"/>
                </a:solidFill>
                <a:latin typeface="Arial"/>
                <a:ea typeface="Arial"/>
                <a:cs typeface="Arial"/>
              </a:defRPr>
            </a:lvl5pPr>
            <a:lvl6pPr algn="r">
              <a:defRPr sz="2325" b="1">
                <a:solidFill>
                  <a:srgbClr val="142B36"/>
                </a:solidFill>
                <a:latin typeface="Arial"/>
                <a:ea typeface="Arial"/>
                <a:cs typeface="Arial"/>
              </a:defRPr>
            </a:lvl6pPr>
            <a:lvl7pPr algn="r">
              <a:defRPr sz="2325" b="1">
                <a:solidFill>
                  <a:srgbClr val="142B36"/>
                </a:solidFill>
                <a:latin typeface="Arial"/>
                <a:ea typeface="Arial"/>
                <a:cs typeface="Arial"/>
              </a:defRPr>
            </a:lvl7pPr>
            <a:lvl8pPr algn="r">
              <a:defRPr sz="2325" b="1">
                <a:solidFill>
                  <a:srgbClr val="142B36"/>
                </a:solidFill>
                <a:latin typeface="Arial"/>
                <a:ea typeface="Arial"/>
                <a:cs typeface="Arial"/>
              </a:defRPr>
            </a:lvl8pPr>
            <a:lvl9pPr algn="r">
              <a:defRPr sz="2325" b="1">
                <a:solidFill>
                  <a:srgbClr val="142B36"/>
                </a:solidFill>
                <a:latin typeface="Arial"/>
                <a:ea typeface="Arial"/>
                <a:cs typeface="Arial"/>
              </a:defRPr>
            </a:lvl9pPr>
          </a:lstStyle>
          <a:p xmlns:a="http://schemas.openxmlformats.org/drawingml/2006/main">
            <a:pPr algn="r">
              <a:defRPr sz="2325" b="1">
                <a:solidFill>
                  <a:srgbClr val="142B36"/>
                </a:solidFill>
                <a:latin typeface="Arial"/>
                <a:ea typeface="Arial"/>
                <a:cs typeface="Arial"/>
              </a:defRPr>
            </a:pPr>
            <a:r>
              <a:rPr sz="2325" b="1">
                <a:solidFill>
                  <a:srgbClr val="142B36"/>
                </a:solidFill>
                <a:latin typeface="Arial"/>
                <a:ea typeface="Arial"/>
                <a:cs typeface="Arial"/>
              </a:rPr>
              <a:t>التقييم</a:t>
            </a:r>
          </a:p>
        </p:txBody>
      </p:sp>
      <p:sp>
        <p:nvSpPr>
          <p:cNvPr id="51" name="">
            <a:extLst xmlns:a="http://schemas.openxmlformats.org/drawingml/2006/main">
              <a:ext uri="{FF2B5EF4-FFF2-40B4-BE49-F238E27FC236}">
                <a16:creationId xmlns:a16="http://schemas.microsoft.com/office/drawing/2014/main" id="{00491903-9D92-4E75-81E6-257D6FCFE9C4}"/>
              </a:ext>
            </a:extLst>
          </p:cNvPr>
          <p:cNvSpPr>
            <a:spLocks xmlns:a="http://schemas.openxmlformats.org/drawingml/2006/main" noGrp="1"/>
          </p:cNvSpPr>
          <p:nvPr/>
        </p:nvSpPr>
        <p:spPr>
          <a:xfrm xmlns:a="http://schemas.openxmlformats.org/drawingml/2006/main">
            <a:off x="11844273" y="7048500"/>
            <a:ext cx="690042"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42B36"/>
                </a:solidFill>
                <a:latin typeface="Arial"/>
                <a:ea typeface="Arial"/>
                <a:cs typeface="Arial"/>
              </a:defRPr>
            </a:defPPr>
            <a:lvl1pPr algn="r">
              <a:defRPr sz="2325" b="1">
                <a:solidFill>
                  <a:srgbClr val="142B36"/>
                </a:solidFill>
                <a:latin typeface="Arial"/>
                <a:ea typeface="Arial"/>
                <a:cs typeface="Arial"/>
              </a:defRPr>
            </a:lvl1pPr>
            <a:lvl2pPr algn="r">
              <a:defRPr sz="2325" b="1">
                <a:solidFill>
                  <a:srgbClr val="142B36"/>
                </a:solidFill>
                <a:latin typeface="Arial"/>
                <a:ea typeface="Arial"/>
                <a:cs typeface="Arial"/>
              </a:defRPr>
            </a:lvl2pPr>
            <a:lvl3pPr algn="r">
              <a:defRPr sz="2325" b="1">
                <a:solidFill>
                  <a:srgbClr val="142B36"/>
                </a:solidFill>
                <a:latin typeface="Arial"/>
                <a:ea typeface="Arial"/>
                <a:cs typeface="Arial"/>
              </a:defRPr>
            </a:lvl3pPr>
            <a:lvl4pPr algn="r">
              <a:defRPr sz="2325" b="1">
                <a:solidFill>
                  <a:srgbClr val="142B36"/>
                </a:solidFill>
                <a:latin typeface="Arial"/>
                <a:ea typeface="Arial"/>
                <a:cs typeface="Arial"/>
              </a:defRPr>
            </a:lvl4pPr>
            <a:lvl5pPr algn="r">
              <a:defRPr sz="2325" b="1">
                <a:solidFill>
                  <a:srgbClr val="142B36"/>
                </a:solidFill>
                <a:latin typeface="Arial"/>
                <a:ea typeface="Arial"/>
                <a:cs typeface="Arial"/>
              </a:defRPr>
            </a:lvl5pPr>
            <a:lvl6pPr algn="r">
              <a:defRPr sz="2325" b="1">
                <a:solidFill>
                  <a:srgbClr val="142B36"/>
                </a:solidFill>
                <a:latin typeface="Arial"/>
                <a:ea typeface="Arial"/>
                <a:cs typeface="Arial"/>
              </a:defRPr>
            </a:lvl6pPr>
            <a:lvl7pPr algn="r">
              <a:defRPr sz="2325" b="1">
                <a:solidFill>
                  <a:srgbClr val="142B36"/>
                </a:solidFill>
                <a:latin typeface="Arial"/>
                <a:ea typeface="Arial"/>
                <a:cs typeface="Arial"/>
              </a:defRPr>
            </a:lvl7pPr>
            <a:lvl8pPr algn="r">
              <a:defRPr sz="2325" b="1">
                <a:solidFill>
                  <a:srgbClr val="142B36"/>
                </a:solidFill>
                <a:latin typeface="Arial"/>
                <a:ea typeface="Arial"/>
                <a:cs typeface="Arial"/>
              </a:defRPr>
            </a:lvl8pPr>
            <a:lvl9pPr algn="r">
              <a:defRPr sz="2325" b="1">
                <a:solidFill>
                  <a:srgbClr val="142B36"/>
                </a:solidFill>
                <a:latin typeface="Arial"/>
                <a:ea typeface="Arial"/>
                <a:cs typeface="Arial"/>
              </a:defRPr>
            </a:lvl9pPr>
          </a:lstStyle>
          <a:p xmlns:a="http://schemas.openxmlformats.org/drawingml/2006/main">
            <a:pPr algn="r">
              <a:defRPr sz="2325" b="1">
                <a:solidFill>
                  <a:srgbClr val="142B36"/>
                </a:solidFill>
                <a:latin typeface="Arial"/>
                <a:ea typeface="Arial"/>
                <a:cs typeface="Arial"/>
              </a:defRPr>
            </a:pPr>
            <a:r>
              <a:rPr sz="2325" b="1">
                <a:solidFill>
                  <a:srgbClr val="142B36"/>
                </a:solidFill>
                <a:latin typeface="Arial"/>
                <a:ea typeface="Arial"/>
                <a:cs typeface="Arial"/>
              </a:rPr>
              <a:t>السابقة</a:t>
            </a:r>
          </a:p>
        </p:txBody>
      </p:sp>
      <p:sp>
        <p:nvSpPr>
          <p:cNvPr id="52" name="">
            <a:extLst xmlns:a="http://schemas.openxmlformats.org/drawingml/2006/main">
              <a:ext uri="{FF2B5EF4-FFF2-40B4-BE49-F238E27FC236}">
                <a16:creationId xmlns:a16="http://schemas.microsoft.com/office/drawing/2014/main" id="{ED6BDC63-E702-4E73-8DBE-83FFBF4528BF}"/>
              </a:ext>
            </a:extLst>
          </p:cNvPr>
          <p:cNvSpPr>
            <a:spLocks xmlns:a="http://schemas.openxmlformats.org/drawingml/2006/main" noGrp="1"/>
          </p:cNvSpPr>
          <p:nvPr/>
        </p:nvSpPr>
        <p:spPr>
          <a:xfrm xmlns:a="http://schemas.openxmlformats.org/drawingml/2006/main">
            <a:off x="11411615" y="7048500"/>
            <a:ext cx="350648"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42B36"/>
                </a:solidFill>
                <a:latin typeface="Arial"/>
                <a:ea typeface="Arial"/>
                <a:cs typeface="Arial"/>
              </a:defRPr>
            </a:defPPr>
            <a:lvl1pPr algn="r">
              <a:defRPr sz="2325" b="1">
                <a:solidFill>
                  <a:srgbClr val="142B36"/>
                </a:solidFill>
                <a:latin typeface="Arial"/>
                <a:ea typeface="Arial"/>
                <a:cs typeface="Arial"/>
              </a:defRPr>
            </a:lvl1pPr>
            <a:lvl2pPr algn="r">
              <a:defRPr sz="2325" b="1">
                <a:solidFill>
                  <a:srgbClr val="142B36"/>
                </a:solidFill>
                <a:latin typeface="Arial"/>
                <a:ea typeface="Arial"/>
                <a:cs typeface="Arial"/>
              </a:defRPr>
            </a:lvl2pPr>
            <a:lvl3pPr algn="r">
              <a:defRPr sz="2325" b="1">
                <a:solidFill>
                  <a:srgbClr val="142B36"/>
                </a:solidFill>
                <a:latin typeface="Arial"/>
                <a:ea typeface="Arial"/>
                <a:cs typeface="Arial"/>
              </a:defRPr>
            </a:lvl3pPr>
            <a:lvl4pPr algn="r">
              <a:defRPr sz="2325" b="1">
                <a:solidFill>
                  <a:srgbClr val="142B36"/>
                </a:solidFill>
                <a:latin typeface="Arial"/>
                <a:ea typeface="Arial"/>
                <a:cs typeface="Arial"/>
              </a:defRPr>
            </a:lvl4pPr>
            <a:lvl5pPr algn="r">
              <a:defRPr sz="2325" b="1">
                <a:solidFill>
                  <a:srgbClr val="142B36"/>
                </a:solidFill>
                <a:latin typeface="Arial"/>
                <a:ea typeface="Arial"/>
                <a:cs typeface="Arial"/>
              </a:defRPr>
            </a:lvl5pPr>
            <a:lvl6pPr algn="r">
              <a:defRPr sz="2325" b="1">
                <a:solidFill>
                  <a:srgbClr val="142B36"/>
                </a:solidFill>
                <a:latin typeface="Arial"/>
                <a:ea typeface="Arial"/>
                <a:cs typeface="Arial"/>
              </a:defRPr>
            </a:lvl6pPr>
            <a:lvl7pPr algn="r">
              <a:defRPr sz="2325" b="1">
                <a:solidFill>
                  <a:srgbClr val="142B36"/>
                </a:solidFill>
                <a:latin typeface="Arial"/>
                <a:ea typeface="Arial"/>
                <a:cs typeface="Arial"/>
              </a:defRPr>
            </a:lvl7pPr>
            <a:lvl8pPr algn="r">
              <a:defRPr sz="2325" b="1">
                <a:solidFill>
                  <a:srgbClr val="142B36"/>
                </a:solidFill>
                <a:latin typeface="Arial"/>
                <a:ea typeface="Arial"/>
                <a:cs typeface="Arial"/>
              </a:defRPr>
            </a:lvl8pPr>
            <a:lvl9pPr algn="r">
              <a:defRPr sz="2325" b="1">
                <a:solidFill>
                  <a:srgbClr val="142B36"/>
                </a:solidFill>
                <a:latin typeface="Arial"/>
                <a:ea typeface="Arial"/>
                <a:cs typeface="Arial"/>
              </a:defRPr>
            </a:lvl9pPr>
          </a:lstStyle>
          <a:p xmlns:a="http://schemas.openxmlformats.org/drawingml/2006/main">
            <a:pPr algn="r">
              <a:defRPr sz="2325" b="1">
                <a:solidFill>
                  <a:srgbClr val="142B36"/>
                </a:solidFill>
                <a:latin typeface="Arial"/>
                <a:ea typeface="Arial"/>
                <a:cs typeface="Arial"/>
              </a:defRPr>
            </a:pPr>
            <a:r>
              <a:rPr sz="2325" b="1">
                <a:solidFill>
                  <a:srgbClr val="142B36"/>
                </a:solidFill>
                <a:latin typeface="Arial"/>
                <a:ea typeface="Arial"/>
                <a:cs typeface="Arial"/>
              </a:rPr>
              <a:t>عند</a:t>
            </a:r>
          </a:p>
        </p:txBody>
      </p:sp>
      <p:sp>
        <p:nvSpPr>
          <p:cNvPr id="53" name="">
            <a:extLst xmlns:a="http://schemas.openxmlformats.org/drawingml/2006/main">
              <a:ext uri="{FF2B5EF4-FFF2-40B4-BE49-F238E27FC236}">
                <a16:creationId xmlns:a16="http://schemas.microsoft.com/office/drawing/2014/main" id="{EDBF4E3E-3873-46CD-9039-430832F5C688}"/>
              </a:ext>
            </a:extLst>
          </p:cNvPr>
          <p:cNvSpPr>
            <a:spLocks xmlns:a="http://schemas.openxmlformats.org/drawingml/2006/main" noGrp="1"/>
          </p:cNvSpPr>
          <p:nvPr/>
        </p:nvSpPr>
        <p:spPr>
          <a:xfrm xmlns:a="http://schemas.openxmlformats.org/drawingml/2006/main">
            <a:off x="10824687" y="7048500"/>
            <a:ext cx="504918"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42B36"/>
                </a:solidFill>
                <a:latin typeface="Arial"/>
                <a:ea typeface="Arial"/>
                <a:cs typeface="Arial"/>
              </a:defRPr>
            </a:defPPr>
            <a:lvl1pPr algn="r">
              <a:defRPr sz="2325" b="1">
                <a:solidFill>
                  <a:srgbClr val="142B36"/>
                </a:solidFill>
                <a:latin typeface="Arial"/>
                <a:ea typeface="Arial"/>
                <a:cs typeface="Arial"/>
              </a:defRPr>
            </a:lvl1pPr>
            <a:lvl2pPr algn="r">
              <a:defRPr sz="2325" b="1">
                <a:solidFill>
                  <a:srgbClr val="142B36"/>
                </a:solidFill>
                <a:latin typeface="Arial"/>
                <a:ea typeface="Arial"/>
                <a:cs typeface="Arial"/>
              </a:defRPr>
            </a:lvl2pPr>
            <a:lvl3pPr algn="r">
              <a:defRPr sz="2325" b="1">
                <a:solidFill>
                  <a:srgbClr val="142B36"/>
                </a:solidFill>
                <a:latin typeface="Arial"/>
                <a:ea typeface="Arial"/>
                <a:cs typeface="Arial"/>
              </a:defRPr>
            </a:lvl3pPr>
            <a:lvl4pPr algn="r">
              <a:defRPr sz="2325" b="1">
                <a:solidFill>
                  <a:srgbClr val="142B36"/>
                </a:solidFill>
                <a:latin typeface="Arial"/>
                <a:ea typeface="Arial"/>
                <a:cs typeface="Arial"/>
              </a:defRPr>
            </a:lvl4pPr>
            <a:lvl5pPr algn="r">
              <a:defRPr sz="2325" b="1">
                <a:solidFill>
                  <a:srgbClr val="142B36"/>
                </a:solidFill>
                <a:latin typeface="Arial"/>
                <a:ea typeface="Arial"/>
                <a:cs typeface="Arial"/>
              </a:defRPr>
            </a:lvl5pPr>
            <a:lvl6pPr algn="r">
              <a:defRPr sz="2325" b="1">
                <a:solidFill>
                  <a:srgbClr val="142B36"/>
                </a:solidFill>
                <a:latin typeface="Arial"/>
                <a:ea typeface="Arial"/>
                <a:cs typeface="Arial"/>
              </a:defRPr>
            </a:lvl6pPr>
            <a:lvl7pPr algn="r">
              <a:defRPr sz="2325" b="1">
                <a:solidFill>
                  <a:srgbClr val="142B36"/>
                </a:solidFill>
                <a:latin typeface="Arial"/>
                <a:ea typeface="Arial"/>
                <a:cs typeface="Arial"/>
              </a:defRPr>
            </a:lvl7pPr>
            <a:lvl8pPr algn="r">
              <a:defRPr sz="2325" b="1">
                <a:solidFill>
                  <a:srgbClr val="142B36"/>
                </a:solidFill>
                <a:latin typeface="Arial"/>
                <a:ea typeface="Arial"/>
                <a:cs typeface="Arial"/>
              </a:defRPr>
            </a:lvl8pPr>
            <a:lvl9pPr algn="r">
              <a:defRPr sz="2325" b="1">
                <a:solidFill>
                  <a:srgbClr val="142B36"/>
                </a:solidFill>
                <a:latin typeface="Arial"/>
                <a:ea typeface="Arial"/>
                <a:cs typeface="Arial"/>
              </a:defRPr>
            </a:lvl9pPr>
          </a:lstStyle>
          <a:p xmlns:a="http://schemas.openxmlformats.org/drawingml/2006/main">
            <a:pPr algn="r">
              <a:defRPr sz="2325" b="1">
                <a:solidFill>
                  <a:srgbClr val="142B36"/>
                </a:solidFill>
                <a:latin typeface="Arial"/>
                <a:ea typeface="Arial"/>
                <a:cs typeface="Arial"/>
              </a:defRPr>
            </a:pPr>
            <a:r>
              <a:rPr sz="2325" b="1">
                <a:solidFill>
                  <a:srgbClr val="142B36"/>
                </a:solidFill>
                <a:latin typeface="Arial"/>
                <a:ea typeface="Arial"/>
                <a:cs typeface="Arial"/>
              </a:rPr>
              <a:t>إعادة</a:t>
            </a:r>
          </a:p>
        </p:txBody>
      </p:sp>
      <p:sp>
        <p:nvSpPr>
          <p:cNvPr id="54" name="">
            <a:extLst xmlns:a="http://schemas.openxmlformats.org/drawingml/2006/main">
              <a:ext uri="{FF2B5EF4-FFF2-40B4-BE49-F238E27FC236}">
                <a16:creationId xmlns:a16="http://schemas.microsoft.com/office/drawing/2014/main" id="{3B301C47-8856-4897-ABF6-19C0422C32DB}"/>
              </a:ext>
            </a:extLst>
          </p:cNvPr>
          <p:cNvSpPr>
            <a:spLocks xmlns:a="http://schemas.openxmlformats.org/drawingml/2006/main" noGrp="1"/>
          </p:cNvSpPr>
          <p:nvPr/>
        </p:nvSpPr>
        <p:spPr>
          <a:xfrm xmlns:a="http://schemas.openxmlformats.org/drawingml/2006/main">
            <a:off x="10088679" y="7048500"/>
            <a:ext cx="653997"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42B36"/>
                </a:solidFill>
                <a:latin typeface="Arial"/>
                <a:ea typeface="Arial"/>
                <a:cs typeface="Arial"/>
              </a:defRPr>
            </a:defPPr>
            <a:lvl1pPr algn="r">
              <a:defRPr sz="2325" b="1">
                <a:solidFill>
                  <a:srgbClr val="142B36"/>
                </a:solidFill>
                <a:latin typeface="Arial"/>
                <a:ea typeface="Arial"/>
                <a:cs typeface="Arial"/>
              </a:defRPr>
            </a:lvl1pPr>
            <a:lvl2pPr algn="r">
              <a:defRPr sz="2325" b="1">
                <a:solidFill>
                  <a:srgbClr val="142B36"/>
                </a:solidFill>
                <a:latin typeface="Arial"/>
                <a:ea typeface="Arial"/>
                <a:cs typeface="Arial"/>
              </a:defRPr>
            </a:lvl2pPr>
            <a:lvl3pPr algn="r">
              <a:defRPr sz="2325" b="1">
                <a:solidFill>
                  <a:srgbClr val="142B36"/>
                </a:solidFill>
                <a:latin typeface="Arial"/>
                <a:ea typeface="Arial"/>
                <a:cs typeface="Arial"/>
              </a:defRPr>
            </a:lvl3pPr>
            <a:lvl4pPr algn="r">
              <a:defRPr sz="2325" b="1">
                <a:solidFill>
                  <a:srgbClr val="142B36"/>
                </a:solidFill>
                <a:latin typeface="Arial"/>
                <a:ea typeface="Arial"/>
                <a:cs typeface="Arial"/>
              </a:defRPr>
            </a:lvl4pPr>
            <a:lvl5pPr algn="r">
              <a:defRPr sz="2325" b="1">
                <a:solidFill>
                  <a:srgbClr val="142B36"/>
                </a:solidFill>
                <a:latin typeface="Arial"/>
                <a:ea typeface="Arial"/>
                <a:cs typeface="Arial"/>
              </a:defRPr>
            </a:lvl5pPr>
            <a:lvl6pPr algn="r">
              <a:defRPr sz="2325" b="1">
                <a:solidFill>
                  <a:srgbClr val="142B36"/>
                </a:solidFill>
                <a:latin typeface="Arial"/>
                <a:ea typeface="Arial"/>
                <a:cs typeface="Arial"/>
              </a:defRPr>
            </a:lvl6pPr>
            <a:lvl7pPr algn="r">
              <a:defRPr sz="2325" b="1">
                <a:solidFill>
                  <a:srgbClr val="142B36"/>
                </a:solidFill>
                <a:latin typeface="Arial"/>
                <a:ea typeface="Arial"/>
                <a:cs typeface="Arial"/>
              </a:defRPr>
            </a:lvl7pPr>
            <a:lvl8pPr algn="r">
              <a:defRPr sz="2325" b="1">
                <a:solidFill>
                  <a:srgbClr val="142B36"/>
                </a:solidFill>
                <a:latin typeface="Arial"/>
                <a:ea typeface="Arial"/>
                <a:cs typeface="Arial"/>
              </a:defRPr>
            </a:lvl8pPr>
            <a:lvl9pPr algn="r">
              <a:defRPr sz="2325" b="1">
                <a:solidFill>
                  <a:srgbClr val="142B36"/>
                </a:solidFill>
                <a:latin typeface="Arial"/>
                <a:ea typeface="Arial"/>
                <a:cs typeface="Arial"/>
              </a:defRPr>
            </a:lvl9pPr>
          </a:lstStyle>
          <a:p xmlns:a="http://schemas.openxmlformats.org/drawingml/2006/main">
            <a:pPr algn="r">
              <a:defRPr sz="2325" b="1">
                <a:solidFill>
                  <a:srgbClr val="142B36"/>
                </a:solidFill>
                <a:latin typeface="Arial"/>
                <a:ea typeface="Arial"/>
                <a:cs typeface="Arial"/>
              </a:defRPr>
            </a:pPr>
            <a:r>
              <a:rPr sz="2325" b="1">
                <a:solidFill>
                  <a:srgbClr val="142B36"/>
                </a:solidFill>
                <a:latin typeface="Arial"/>
                <a:ea typeface="Arial"/>
                <a:cs typeface="Arial"/>
              </a:rPr>
              <a:t>التحقق</a:t>
            </a:r>
          </a:p>
        </p:txBody>
      </p:sp>
    </p:spTree>
    <p:extLst>
      <p:ext uri="{BB962C8B-B14F-4D97-AF65-F5344CB8AC3E}">
        <p14:creationId xmlns:p14="http://schemas.microsoft.com/office/powerpoint/2010/main" val="1497343488"/>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43FC26-DCC0-46D5-982D-1B7F199DADB9}"/>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EC6CF48-3BCB-4B11-97C7-737F63B98F77}"/>
              </a:ext>
            </a:extLst>
          </p:cNvPr>
          <p:cNvSpPr>
            <a:spLocks xmlns:a="http://schemas.openxmlformats.org/drawingml/2006/main" noGrp="1"/>
          </p:cNvSpPr>
          <p:nvPr/>
        </p:nvSpPr>
        <p:spPr>
          <a:xfrm xmlns:a="http://schemas.openxmlformats.org/drawingml/2006/main">
            <a:off x="13482135" y="1190625"/>
            <a:ext cx="910140"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الدليل</a:t>
            </a:r>
          </a:p>
        </p:txBody>
      </p:sp>
      <p:sp>
        <p:nvSpPr>
          <p:cNvPr id="4" name="">
            <a:extLst xmlns:a="http://schemas.openxmlformats.org/drawingml/2006/main">
              <a:ext uri="{FF2B5EF4-FFF2-40B4-BE49-F238E27FC236}">
                <a16:creationId xmlns:a16="http://schemas.microsoft.com/office/drawing/2014/main" id="{200B0E69-1899-48D0-8558-BE984F95D908}"/>
              </a:ext>
            </a:extLst>
          </p:cNvPr>
          <p:cNvSpPr>
            <a:spLocks xmlns:a="http://schemas.openxmlformats.org/drawingml/2006/main" noGrp="1"/>
          </p:cNvSpPr>
          <p:nvPr/>
        </p:nvSpPr>
        <p:spPr>
          <a:xfrm xmlns:a="http://schemas.openxmlformats.org/drawingml/2006/main">
            <a:off x="12189007" y="1190625"/>
            <a:ext cx="1143205"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ونتيجة</a:t>
            </a:r>
          </a:p>
        </p:txBody>
      </p:sp>
      <p:sp>
        <p:nvSpPr>
          <p:cNvPr id="5" name="">
            <a:extLst xmlns:a="http://schemas.openxmlformats.org/drawingml/2006/main">
              <a:ext uri="{FF2B5EF4-FFF2-40B4-BE49-F238E27FC236}">
                <a16:creationId xmlns:a16="http://schemas.microsoft.com/office/drawing/2014/main" id="{AFA0EC1B-CFBE-4647-9A29-7C999F2023D0}"/>
              </a:ext>
            </a:extLst>
          </p:cNvPr>
          <p:cNvSpPr>
            <a:spLocks xmlns:a="http://schemas.openxmlformats.org/drawingml/2006/main" noGrp="1"/>
          </p:cNvSpPr>
          <p:nvPr/>
        </p:nvSpPr>
        <p:spPr>
          <a:xfrm xmlns:a="http://schemas.openxmlformats.org/drawingml/2006/main">
            <a:off x="11026475" y="1190625"/>
            <a:ext cx="1012608"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التقييم</a:t>
            </a:r>
          </a:p>
        </p:txBody>
      </p:sp>
      <p:sp>
        <p:nvSpPr>
          <p:cNvPr id="6" name="">
            <a:extLst xmlns:a="http://schemas.openxmlformats.org/drawingml/2006/main">
              <a:ext uri="{FF2B5EF4-FFF2-40B4-BE49-F238E27FC236}">
                <a16:creationId xmlns:a16="http://schemas.microsoft.com/office/drawing/2014/main" id="{3EBEC1E6-E0E1-4282-BF6F-BD91CA5E4513}"/>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07 / 21</a:t>
            </a:r>
          </a:p>
        </p:txBody>
      </p:sp>
      <p:pic>
        <p:nvPicPr>
          <p:cNvPr id="7" name="">
            <a:extLst xmlns:a="http://schemas.openxmlformats.org/drawingml/2006/main">
              <a:ext uri="{FF2B5EF4-FFF2-40B4-BE49-F238E27FC236}">
                <a16:creationId xmlns:a16="http://schemas.microsoft.com/office/drawing/2014/main" id="{C52DA7D6-1DCB-4EA4-8177-29B33BE250E7}"/>
              </a:ext>
            </a:extLst>
          </p:cNvPr>
          <p:cNvPicPr>
            <a:picLocks xmlns:a="http://schemas.openxmlformats.org/drawingml/2006/main" noChangeAspect="1"/>
          </p:cNvPicPr>
          <p:nvPr/>
        </p:nvPicPr>
        <p:blipFill>
          <a:blip xmlns:r="http://schemas.openxmlformats.org/officeDocument/2006/relationships" xmlns:a="http://schemas.openxmlformats.org/drawingml/2006/main" r:embed="R4beb91aef33446cd"/>
          <a:stretch xmlns:a="http://schemas.openxmlformats.org/drawingml/2006/main"/>
        </p:blipFill>
        <p:spPr>
          <a:xfrm xmlns:a="http://schemas.openxmlformats.org/drawingml/2006/main">
            <a:off x="619125" y="2571750"/>
            <a:ext cx="4572000" cy="4572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4656601-6D15-454B-90F1-BA8C18ED48B5}"/>
              </a:ext>
            </a:extLst>
          </p:cNvPr>
          <p:cNvSpPr>
            <a:spLocks xmlns:a="http://schemas.openxmlformats.org/drawingml/2006/main" noGrp="1"/>
          </p:cNvSpPr>
          <p:nvPr/>
        </p:nvSpPr>
        <p:spPr>
          <a:xfrm xmlns:a="http://schemas.openxmlformats.org/drawingml/2006/main">
            <a:off x="4476282" y="7239000"/>
            <a:ext cx="38713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مثال:</a:t>
            </a:r>
          </a:p>
        </p:txBody>
      </p:sp>
      <p:sp>
        <p:nvSpPr>
          <p:cNvPr id="9" name="">
            <a:extLst xmlns:a="http://schemas.openxmlformats.org/drawingml/2006/main">
              <a:ext uri="{FF2B5EF4-FFF2-40B4-BE49-F238E27FC236}">
                <a16:creationId xmlns:a16="http://schemas.microsoft.com/office/drawing/2014/main" id="{72B0AAF3-15C5-49A0-9A03-3BAE2D3C9D79}"/>
              </a:ext>
            </a:extLst>
          </p:cNvPr>
          <p:cNvSpPr>
            <a:spLocks xmlns:a="http://schemas.openxmlformats.org/drawingml/2006/main" noGrp="1"/>
          </p:cNvSpPr>
          <p:nvPr/>
        </p:nvSpPr>
        <p:spPr>
          <a:xfrm xmlns:a="http://schemas.openxmlformats.org/drawingml/2006/main">
            <a:off x="3874100" y="7239000"/>
            <a:ext cx="54084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السياسة</a:t>
            </a:r>
          </a:p>
        </p:txBody>
      </p:sp>
      <p:sp>
        <p:nvSpPr>
          <p:cNvPr id="10" name="">
            <a:extLst xmlns:a="http://schemas.openxmlformats.org/drawingml/2006/main">
              <a:ext uri="{FF2B5EF4-FFF2-40B4-BE49-F238E27FC236}">
                <a16:creationId xmlns:a16="http://schemas.microsoft.com/office/drawing/2014/main" id="{8821E55B-0961-4790-A17B-9B5CDB4C7ECB}"/>
              </a:ext>
            </a:extLst>
          </p:cNvPr>
          <p:cNvSpPr>
            <a:spLocks xmlns:a="http://schemas.openxmlformats.org/drawingml/2006/main" noGrp="1"/>
          </p:cNvSpPr>
          <p:nvPr/>
        </p:nvSpPr>
        <p:spPr>
          <a:xfrm xmlns:a="http://schemas.openxmlformats.org/drawingml/2006/main">
            <a:off x="3404076" y="7239000"/>
            <a:ext cx="40868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تطلب</a:t>
            </a:r>
          </a:p>
        </p:txBody>
      </p:sp>
      <p:sp>
        <p:nvSpPr>
          <p:cNvPr id="11" name="">
            <a:extLst xmlns:a="http://schemas.openxmlformats.org/drawingml/2006/main">
              <a:ext uri="{FF2B5EF4-FFF2-40B4-BE49-F238E27FC236}">
                <a16:creationId xmlns:a16="http://schemas.microsoft.com/office/drawing/2014/main" id="{2A9D8FA0-6CDB-4D38-9071-697C85946C04}"/>
              </a:ext>
            </a:extLst>
          </p:cNvPr>
          <p:cNvSpPr>
            <a:spLocks xmlns:a="http://schemas.openxmlformats.org/drawingml/2006/main" noGrp="1"/>
          </p:cNvSpPr>
          <p:nvPr/>
        </p:nvSpPr>
        <p:spPr>
          <a:xfrm xmlns:a="http://schemas.openxmlformats.org/drawingml/2006/main">
            <a:off x="2743963" y="7239000"/>
            <a:ext cx="59877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موافقتين</a:t>
            </a:r>
          </a:p>
        </p:txBody>
      </p:sp>
      <p:sp>
        <p:nvSpPr>
          <p:cNvPr id="12" name="">
            <a:extLst xmlns:a="http://schemas.openxmlformats.org/drawingml/2006/main">
              <a:ext uri="{FF2B5EF4-FFF2-40B4-BE49-F238E27FC236}">
                <a16:creationId xmlns:a16="http://schemas.microsoft.com/office/drawing/2014/main" id="{92172478-3336-46F7-90F3-2D1851A70F86}"/>
              </a:ext>
            </a:extLst>
          </p:cNvPr>
          <p:cNvSpPr>
            <a:spLocks xmlns:a="http://schemas.openxmlformats.org/drawingml/2006/main" noGrp="1"/>
          </p:cNvSpPr>
          <p:nvPr/>
        </p:nvSpPr>
        <p:spPr>
          <a:xfrm xmlns:a="http://schemas.openxmlformats.org/drawingml/2006/main">
            <a:off x="2080835" y="7239000"/>
            <a:ext cx="60178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والإعداد</a:t>
            </a:r>
          </a:p>
        </p:txBody>
      </p:sp>
      <p:sp>
        <p:nvSpPr>
          <p:cNvPr id="13" name="">
            <a:extLst xmlns:a="http://schemas.openxmlformats.org/drawingml/2006/main">
              <a:ext uri="{FF2B5EF4-FFF2-40B4-BE49-F238E27FC236}">
                <a16:creationId xmlns:a16="http://schemas.microsoft.com/office/drawing/2014/main" id="{710A4EBA-0191-4B44-925F-EF9DE924FA14}"/>
              </a:ext>
            </a:extLst>
          </p:cNvPr>
          <p:cNvSpPr>
            <a:spLocks xmlns:a="http://schemas.openxmlformats.org/drawingml/2006/main" noGrp="1"/>
          </p:cNvSpPr>
          <p:nvPr/>
        </p:nvSpPr>
        <p:spPr>
          <a:xfrm xmlns:a="http://schemas.openxmlformats.org/drawingml/2006/main">
            <a:off x="1531338" y="7239000"/>
            <a:ext cx="48815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يفرض</a:t>
            </a:r>
          </a:p>
        </p:txBody>
      </p:sp>
      <p:sp>
        <p:nvSpPr>
          <p:cNvPr id="14" name="">
            <a:extLst xmlns:a="http://schemas.openxmlformats.org/drawingml/2006/main">
              <a:ext uri="{FF2B5EF4-FFF2-40B4-BE49-F238E27FC236}">
                <a16:creationId xmlns:a16="http://schemas.microsoft.com/office/drawing/2014/main" id="{8460A12A-123F-4F68-A42D-72314B00A140}"/>
              </a:ext>
            </a:extLst>
          </p:cNvPr>
          <p:cNvSpPr>
            <a:spLocks xmlns:a="http://schemas.openxmlformats.org/drawingml/2006/main" noGrp="1"/>
          </p:cNvSpPr>
          <p:nvPr/>
        </p:nvSpPr>
        <p:spPr>
          <a:xfrm xmlns:a="http://schemas.openxmlformats.org/drawingml/2006/main">
            <a:off x="1051604" y="7239000"/>
            <a:ext cx="41839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واحدة</a:t>
            </a:r>
          </a:p>
        </p:txBody>
      </p:sp>
      <p:sp>
        <p:nvSpPr>
          <p:cNvPr id="15" name="">
            <a:extLst xmlns:a="http://schemas.openxmlformats.org/drawingml/2006/main">
              <a:ext uri="{FF2B5EF4-FFF2-40B4-BE49-F238E27FC236}">
                <a16:creationId xmlns:a16="http://schemas.microsoft.com/office/drawing/2014/main" id="{A5AFF3FE-5234-497A-A822-323FC9D00FFF}"/>
              </a:ext>
            </a:extLst>
          </p:cNvPr>
          <p:cNvSpPr>
            <a:spLocks xmlns:a="http://schemas.openxmlformats.org/drawingml/2006/main" noGrp="1"/>
          </p:cNvSpPr>
          <p:nvPr/>
        </p:nvSpPr>
        <p:spPr>
          <a:xfrm xmlns:a="http://schemas.openxmlformats.org/drawingml/2006/main">
            <a:off x="14112209" y="2381250"/>
            <a:ext cx="280066"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كل</a:t>
            </a:r>
          </a:p>
        </p:txBody>
      </p:sp>
      <p:sp>
        <p:nvSpPr>
          <p:cNvPr id="16" name="">
            <a:extLst xmlns:a="http://schemas.openxmlformats.org/drawingml/2006/main">
              <a:ext uri="{FF2B5EF4-FFF2-40B4-BE49-F238E27FC236}">
                <a16:creationId xmlns:a16="http://schemas.microsoft.com/office/drawing/2014/main" id="{3024D0E1-0382-4BF5-86D4-74B8F160CC6E}"/>
              </a:ext>
            </a:extLst>
          </p:cNvPr>
          <p:cNvSpPr>
            <a:spLocks xmlns:a="http://schemas.openxmlformats.org/drawingml/2006/main" noGrp="1"/>
          </p:cNvSpPr>
          <p:nvPr/>
        </p:nvSpPr>
        <p:spPr>
          <a:xfrm xmlns:a="http://schemas.openxmlformats.org/drawingml/2006/main">
            <a:off x="13594097" y="2381250"/>
            <a:ext cx="424291"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حكم</a:t>
            </a:r>
          </a:p>
        </p:txBody>
      </p:sp>
      <p:sp>
        <p:nvSpPr>
          <p:cNvPr id="17" name="">
            <a:extLst xmlns:a="http://schemas.openxmlformats.org/drawingml/2006/main">
              <a:ext uri="{FF2B5EF4-FFF2-40B4-BE49-F238E27FC236}">
                <a16:creationId xmlns:a16="http://schemas.microsoft.com/office/drawing/2014/main" id="{FEBA8552-170B-46E9-B3EF-7D0A292FD8E3}"/>
              </a:ext>
            </a:extLst>
          </p:cNvPr>
          <p:cNvSpPr>
            <a:spLocks xmlns:a="http://schemas.openxmlformats.org/drawingml/2006/main" noGrp="1"/>
          </p:cNvSpPr>
          <p:nvPr/>
        </p:nvSpPr>
        <p:spPr>
          <a:xfrm xmlns:a="http://schemas.openxmlformats.org/drawingml/2006/main">
            <a:off x="12852650" y="2381250"/>
            <a:ext cx="64762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مرتبط</a:t>
            </a:r>
          </a:p>
        </p:txBody>
      </p:sp>
      <p:sp>
        <p:nvSpPr>
          <p:cNvPr id="18" name="">
            <a:extLst xmlns:a="http://schemas.openxmlformats.org/drawingml/2006/main">
              <a:ext uri="{FF2B5EF4-FFF2-40B4-BE49-F238E27FC236}">
                <a16:creationId xmlns:a16="http://schemas.microsoft.com/office/drawing/2014/main" id="{F43EC6BD-671C-4C29-948E-8BB0E83C6D57}"/>
              </a:ext>
            </a:extLst>
          </p:cNvPr>
          <p:cNvSpPr>
            <a:spLocks xmlns:a="http://schemas.openxmlformats.org/drawingml/2006/main" noGrp="1"/>
          </p:cNvSpPr>
          <p:nvPr/>
        </p:nvSpPr>
        <p:spPr>
          <a:xfrm xmlns:a="http://schemas.openxmlformats.org/drawingml/2006/main">
            <a:off x="11848475" y="2381250"/>
            <a:ext cx="91035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بالمصدر</a:t>
            </a:r>
          </a:p>
        </p:txBody>
      </p:sp>
      <p:sp>
        <p:nvSpPr>
          <p:cNvPr id="19" name="">
            <a:extLst xmlns:a="http://schemas.openxmlformats.org/drawingml/2006/main">
              <a:ext uri="{FF2B5EF4-FFF2-40B4-BE49-F238E27FC236}">
                <a16:creationId xmlns:a16="http://schemas.microsoft.com/office/drawing/2014/main" id="{BDBAC5DF-3CED-4220-A417-4D074B88E799}"/>
              </a:ext>
            </a:extLst>
          </p:cNvPr>
          <p:cNvSpPr>
            <a:spLocks xmlns:a="http://schemas.openxmlformats.org/drawingml/2006/main" noGrp="1"/>
          </p:cNvSpPr>
          <p:nvPr/>
        </p:nvSpPr>
        <p:spPr>
          <a:xfrm xmlns:a="http://schemas.openxmlformats.org/drawingml/2006/main">
            <a:off x="10975827" y="2381250"/>
            <a:ext cx="778827"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والوقت</a:t>
            </a:r>
          </a:p>
        </p:txBody>
      </p:sp>
      <p:sp>
        <p:nvSpPr>
          <p:cNvPr id="20" name="">
            <a:extLst xmlns:a="http://schemas.openxmlformats.org/drawingml/2006/main">
              <a:ext uri="{FF2B5EF4-FFF2-40B4-BE49-F238E27FC236}">
                <a16:creationId xmlns:a16="http://schemas.microsoft.com/office/drawing/2014/main" id="{504EE834-ACFB-43F7-B7D7-AEB4D6BBC8DC}"/>
              </a:ext>
            </a:extLst>
          </p:cNvPr>
          <p:cNvSpPr>
            <a:spLocks xmlns:a="http://schemas.openxmlformats.org/drawingml/2006/main" noGrp="1"/>
          </p:cNvSpPr>
          <p:nvPr/>
        </p:nvSpPr>
        <p:spPr>
          <a:xfrm xmlns:a="http://schemas.openxmlformats.org/drawingml/2006/main">
            <a:off x="10024393" y="2381250"/>
            <a:ext cx="857613"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والنطاق</a:t>
            </a:r>
          </a:p>
        </p:txBody>
      </p:sp>
      <p:sp>
        <p:nvSpPr>
          <p:cNvPr id="21" name="">
            <a:extLst xmlns:a="http://schemas.openxmlformats.org/drawingml/2006/main">
              <a:ext uri="{FF2B5EF4-FFF2-40B4-BE49-F238E27FC236}">
                <a16:creationId xmlns:a16="http://schemas.microsoft.com/office/drawing/2014/main" id="{E34D9318-13B8-4E06-A0A1-EBF20697B0FF}"/>
              </a:ext>
            </a:extLst>
          </p:cNvPr>
          <p:cNvSpPr>
            <a:spLocks xmlns:a="http://schemas.openxmlformats.org/drawingml/2006/main" noGrp="1"/>
          </p:cNvSpPr>
          <p:nvPr/>
        </p:nvSpPr>
        <p:spPr>
          <a:xfrm xmlns:a="http://schemas.openxmlformats.org/drawingml/2006/main">
            <a:off x="13657250" y="3714750"/>
            <a:ext cx="7350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مستوفى</a:t>
            </a:r>
          </a:p>
        </p:txBody>
      </p:sp>
      <p:sp>
        <p:nvSpPr>
          <p:cNvPr id="22" name="">
            <a:extLst xmlns:a="http://schemas.openxmlformats.org/drawingml/2006/main">
              <a:ext uri="{FF2B5EF4-FFF2-40B4-BE49-F238E27FC236}">
                <a16:creationId xmlns:a16="http://schemas.microsoft.com/office/drawing/2014/main" id="{C5D207F6-9C62-4017-99CE-5834F65BB3DB}"/>
              </a:ext>
            </a:extLst>
          </p:cNvPr>
          <p:cNvSpPr>
            <a:spLocks xmlns:a="http://schemas.openxmlformats.org/drawingml/2006/main" noGrp="1"/>
          </p:cNvSpPr>
          <p:nvPr/>
        </p:nvSpPr>
        <p:spPr>
          <a:xfrm xmlns:a="http://schemas.openxmlformats.org/drawingml/2006/main">
            <a:off x="13376987" y="3714750"/>
            <a:ext cx="198253"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أو</a:t>
            </a:r>
          </a:p>
        </p:txBody>
      </p:sp>
      <p:sp>
        <p:nvSpPr>
          <p:cNvPr id="23" name="">
            <a:extLst xmlns:a="http://schemas.openxmlformats.org/drawingml/2006/main">
              <a:ext uri="{FF2B5EF4-FFF2-40B4-BE49-F238E27FC236}">
                <a16:creationId xmlns:a16="http://schemas.microsoft.com/office/drawing/2014/main" id="{979CF548-5717-477C-86A4-88A0BF571F3D}"/>
              </a:ext>
            </a:extLst>
          </p:cNvPr>
          <p:cNvSpPr>
            <a:spLocks xmlns:a="http://schemas.openxmlformats.org/drawingml/2006/main" noGrp="1"/>
          </p:cNvSpPr>
          <p:nvPr/>
        </p:nvSpPr>
        <p:spPr>
          <a:xfrm xmlns:a="http://schemas.openxmlformats.org/drawingml/2006/main">
            <a:off x="12913763" y="3714750"/>
            <a:ext cx="381214"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غير</a:t>
            </a:r>
          </a:p>
        </p:txBody>
      </p:sp>
      <p:sp>
        <p:nvSpPr>
          <p:cNvPr id="24" name="">
            <a:extLst xmlns:a="http://schemas.openxmlformats.org/drawingml/2006/main">
              <a:ext uri="{FF2B5EF4-FFF2-40B4-BE49-F238E27FC236}">
                <a16:creationId xmlns:a16="http://schemas.microsoft.com/office/drawing/2014/main" id="{3F0E2F7D-E55A-41A7-8656-264B3EB182A6}"/>
              </a:ext>
            </a:extLst>
          </p:cNvPr>
          <p:cNvSpPr>
            <a:spLocks xmlns:a="http://schemas.openxmlformats.org/drawingml/2006/main" noGrp="1"/>
          </p:cNvSpPr>
          <p:nvPr/>
        </p:nvSpPr>
        <p:spPr>
          <a:xfrm xmlns:a="http://schemas.openxmlformats.org/drawingml/2006/main">
            <a:off x="12096728" y="3714750"/>
            <a:ext cx="7350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مستوفى</a:t>
            </a:r>
          </a:p>
        </p:txBody>
      </p:sp>
      <p:sp>
        <p:nvSpPr>
          <p:cNvPr id="25" name="">
            <a:extLst xmlns:a="http://schemas.openxmlformats.org/drawingml/2006/main">
              <a:ext uri="{FF2B5EF4-FFF2-40B4-BE49-F238E27FC236}">
                <a16:creationId xmlns:a16="http://schemas.microsoft.com/office/drawing/2014/main" id="{9C68080A-5A78-440A-B14F-94441931FB64}"/>
              </a:ext>
            </a:extLst>
          </p:cNvPr>
          <p:cNvSpPr>
            <a:spLocks xmlns:a="http://schemas.openxmlformats.org/drawingml/2006/main" noGrp="1"/>
          </p:cNvSpPr>
          <p:nvPr/>
        </p:nvSpPr>
        <p:spPr>
          <a:xfrm xmlns:a="http://schemas.openxmlformats.org/drawingml/2006/main">
            <a:off x="11409308" y="3714750"/>
            <a:ext cx="605409"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بحسب</a:t>
            </a:r>
          </a:p>
        </p:txBody>
      </p:sp>
      <p:sp>
        <p:nvSpPr>
          <p:cNvPr id="26" name="">
            <a:extLst xmlns:a="http://schemas.openxmlformats.org/drawingml/2006/main">
              <a:ext uri="{FF2B5EF4-FFF2-40B4-BE49-F238E27FC236}">
                <a16:creationId xmlns:a16="http://schemas.microsoft.com/office/drawing/2014/main" id="{3298FFC6-9F67-416B-871E-4E9BFAABC03E}"/>
              </a:ext>
            </a:extLst>
          </p:cNvPr>
          <p:cNvSpPr>
            <a:spLocks xmlns:a="http://schemas.openxmlformats.org/drawingml/2006/main" noGrp="1"/>
          </p:cNvSpPr>
          <p:nvPr/>
        </p:nvSpPr>
        <p:spPr>
          <a:xfrm xmlns:a="http://schemas.openxmlformats.org/drawingml/2006/main">
            <a:off x="10700550" y="3714750"/>
            <a:ext cx="626748"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السؤال</a:t>
            </a:r>
          </a:p>
        </p:txBody>
      </p:sp>
      <p:sp>
        <p:nvSpPr>
          <p:cNvPr id="27" name="">
            <a:extLst xmlns:a="http://schemas.openxmlformats.org/drawingml/2006/main">
              <a:ext uri="{FF2B5EF4-FFF2-40B4-BE49-F238E27FC236}">
                <a16:creationId xmlns:a16="http://schemas.microsoft.com/office/drawing/2014/main" id="{D93F95EB-9D40-43C9-8915-3AD90258FAF5}"/>
              </a:ext>
            </a:extLst>
          </p:cNvPr>
          <p:cNvSpPr>
            <a:spLocks xmlns:a="http://schemas.openxmlformats.org/drawingml/2006/main" noGrp="1"/>
          </p:cNvSpPr>
          <p:nvPr/>
        </p:nvSpPr>
        <p:spPr>
          <a:xfrm xmlns:a="http://schemas.openxmlformats.org/drawingml/2006/main">
            <a:off x="10014716" y="3714750"/>
            <a:ext cx="603824"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المحدد</a:t>
            </a:r>
          </a:p>
        </p:txBody>
      </p:sp>
      <p:sp>
        <p:nvSpPr>
          <p:cNvPr id="28" name="">
            <a:extLst xmlns:a="http://schemas.openxmlformats.org/drawingml/2006/main">
              <a:ext uri="{FF2B5EF4-FFF2-40B4-BE49-F238E27FC236}">
                <a16:creationId xmlns:a16="http://schemas.microsoft.com/office/drawing/2014/main" id="{D1188E07-000D-418C-9F00-2A2ADA5845DD}"/>
              </a:ext>
            </a:extLst>
          </p:cNvPr>
          <p:cNvSpPr>
            <a:spLocks xmlns:a="http://schemas.openxmlformats.org/drawingml/2006/main" noGrp="1"/>
          </p:cNvSpPr>
          <p:nvPr/>
        </p:nvSpPr>
        <p:spPr>
          <a:xfrm xmlns:a="http://schemas.openxmlformats.org/drawingml/2006/main">
            <a:off x="14011061" y="4390549"/>
            <a:ext cx="381214"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غير</a:t>
            </a:r>
          </a:p>
        </p:txBody>
      </p:sp>
      <p:sp>
        <p:nvSpPr>
          <p:cNvPr id="29" name="">
            <a:extLst xmlns:a="http://schemas.openxmlformats.org/drawingml/2006/main">
              <a:ext uri="{FF2B5EF4-FFF2-40B4-BE49-F238E27FC236}">
                <a16:creationId xmlns:a16="http://schemas.microsoft.com/office/drawing/2014/main" id="{45CEFE49-BC76-4B85-9344-4DC4F964D62E}"/>
              </a:ext>
            </a:extLst>
          </p:cNvPr>
          <p:cNvSpPr>
            <a:spLocks xmlns:a="http://schemas.openxmlformats.org/drawingml/2006/main" noGrp="1"/>
          </p:cNvSpPr>
          <p:nvPr/>
        </p:nvSpPr>
        <p:spPr>
          <a:xfrm xmlns:a="http://schemas.openxmlformats.org/drawingml/2006/main">
            <a:off x="13262654" y="4390549"/>
            <a:ext cx="666396"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محسوم</a:t>
            </a:r>
          </a:p>
        </p:txBody>
      </p:sp>
      <p:sp>
        <p:nvSpPr>
          <p:cNvPr id="30" name="">
            <a:extLst xmlns:a="http://schemas.openxmlformats.org/drawingml/2006/main">
              <a:ext uri="{FF2B5EF4-FFF2-40B4-BE49-F238E27FC236}">
                <a16:creationId xmlns:a16="http://schemas.microsoft.com/office/drawing/2014/main" id="{0E452694-CA43-4297-A913-E89F2E95D822}"/>
              </a:ext>
            </a:extLst>
          </p:cNvPr>
          <p:cNvSpPr>
            <a:spLocks xmlns:a="http://schemas.openxmlformats.org/drawingml/2006/main" noGrp="1"/>
          </p:cNvSpPr>
          <p:nvPr/>
        </p:nvSpPr>
        <p:spPr>
          <a:xfrm xmlns:a="http://schemas.openxmlformats.org/drawingml/2006/main">
            <a:off x="12844125" y="4390549"/>
            <a:ext cx="336519"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عند</a:t>
            </a:r>
          </a:p>
        </p:txBody>
      </p:sp>
      <p:sp>
        <p:nvSpPr>
          <p:cNvPr id="31" name="">
            <a:extLst xmlns:a="http://schemas.openxmlformats.org/drawingml/2006/main">
              <a:ext uri="{FF2B5EF4-FFF2-40B4-BE49-F238E27FC236}">
                <a16:creationId xmlns:a16="http://schemas.microsoft.com/office/drawing/2014/main" id="{50F9BE4A-EA30-4BB5-B29C-0F8B6989A7FB}"/>
              </a:ext>
            </a:extLst>
          </p:cNvPr>
          <p:cNvSpPr>
            <a:spLocks xmlns:a="http://schemas.openxmlformats.org/drawingml/2006/main" noGrp="1"/>
          </p:cNvSpPr>
          <p:nvPr/>
        </p:nvSpPr>
        <p:spPr>
          <a:xfrm xmlns:a="http://schemas.openxmlformats.org/drawingml/2006/main">
            <a:off x="12278679" y="4390549"/>
            <a:ext cx="48343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نقص</a:t>
            </a:r>
          </a:p>
        </p:txBody>
      </p:sp>
      <p:sp>
        <p:nvSpPr>
          <p:cNvPr id="32" name="">
            <a:extLst xmlns:a="http://schemas.openxmlformats.org/drawingml/2006/main">
              <a:ext uri="{FF2B5EF4-FFF2-40B4-BE49-F238E27FC236}">
                <a16:creationId xmlns:a16="http://schemas.microsoft.com/office/drawing/2014/main" id="{5E5C2C04-3338-4242-A82B-9859D208A285}"/>
              </a:ext>
            </a:extLst>
          </p:cNvPr>
          <p:cNvSpPr>
            <a:spLocks xmlns:a="http://schemas.openxmlformats.org/drawingml/2006/main" noGrp="1"/>
          </p:cNvSpPr>
          <p:nvPr/>
        </p:nvSpPr>
        <p:spPr>
          <a:xfrm xmlns:a="http://schemas.openxmlformats.org/drawingml/2006/main">
            <a:off x="11370957" y="4390549"/>
            <a:ext cx="825712"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معلومات</a:t>
            </a:r>
          </a:p>
        </p:txBody>
      </p:sp>
      <p:sp>
        <p:nvSpPr>
          <p:cNvPr id="33" name="">
            <a:extLst xmlns:a="http://schemas.openxmlformats.org/drawingml/2006/main">
              <a:ext uri="{FF2B5EF4-FFF2-40B4-BE49-F238E27FC236}">
                <a16:creationId xmlns:a16="http://schemas.microsoft.com/office/drawing/2014/main" id="{FB7A5B6E-93DF-4333-9CE7-E070EB3475EF}"/>
              </a:ext>
            </a:extLst>
          </p:cNvPr>
          <p:cNvSpPr>
            <a:spLocks xmlns:a="http://schemas.openxmlformats.org/drawingml/2006/main" noGrp="1"/>
          </p:cNvSpPr>
          <p:nvPr/>
        </p:nvSpPr>
        <p:spPr>
          <a:xfrm xmlns:a="http://schemas.openxmlformats.org/drawingml/2006/main">
            <a:off x="10747407" y="4390549"/>
            <a:ext cx="541539"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لازمة</a:t>
            </a:r>
          </a:p>
        </p:txBody>
      </p:sp>
      <p:sp>
        <p:nvSpPr>
          <p:cNvPr id="34" name="">
            <a:extLst xmlns:a="http://schemas.openxmlformats.org/drawingml/2006/main">
              <a:ext uri="{FF2B5EF4-FFF2-40B4-BE49-F238E27FC236}">
                <a16:creationId xmlns:a16="http://schemas.microsoft.com/office/drawing/2014/main" id="{03D81F41-3B7C-468B-9558-D672A85B4DEB}"/>
              </a:ext>
            </a:extLst>
          </p:cNvPr>
          <p:cNvSpPr>
            <a:spLocks xmlns:a="http://schemas.openxmlformats.org/drawingml/2006/main" noGrp="1"/>
          </p:cNvSpPr>
          <p:nvPr/>
        </p:nvSpPr>
        <p:spPr>
          <a:xfrm xmlns:a="http://schemas.openxmlformats.org/drawingml/2006/main">
            <a:off x="14011061" y="5066348"/>
            <a:ext cx="381214"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غير</a:t>
            </a:r>
          </a:p>
        </p:txBody>
      </p:sp>
      <p:sp>
        <p:nvSpPr>
          <p:cNvPr id="35" name="">
            <a:extLst xmlns:a="http://schemas.openxmlformats.org/drawingml/2006/main">
              <a:ext uri="{FF2B5EF4-FFF2-40B4-BE49-F238E27FC236}">
                <a16:creationId xmlns:a16="http://schemas.microsoft.com/office/drawing/2014/main" id="{4985C780-F4EA-4AEC-9F3F-146718B131E5}"/>
              </a:ext>
            </a:extLst>
          </p:cNvPr>
          <p:cNvSpPr>
            <a:spLocks xmlns:a="http://schemas.openxmlformats.org/drawingml/2006/main" noGrp="1"/>
          </p:cNvSpPr>
          <p:nvPr/>
        </p:nvSpPr>
        <p:spPr>
          <a:xfrm xmlns:a="http://schemas.openxmlformats.org/drawingml/2006/main">
            <a:off x="13315567" y="5066348"/>
            <a:ext cx="613483"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منطبق</a:t>
            </a:r>
          </a:p>
        </p:txBody>
      </p:sp>
      <p:sp>
        <p:nvSpPr>
          <p:cNvPr id="36" name="">
            <a:extLst xmlns:a="http://schemas.openxmlformats.org/drawingml/2006/main">
              <a:ext uri="{FF2B5EF4-FFF2-40B4-BE49-F238E27FC236}">
                <a16:creationId xmlns:a16="http://schemas.microsoft.com/office/drawing/2014/main" id="{645ABCAF-FF3B-4094-BB90-9E25D8E1F129}"/>
              </a:ext>
            </a:extLst>
          </p:cNvPr>
          <p:cNvSpPr>
            <a:spLocks xmlns:a="http://schemas.openxmlformats.org/drawingml/2006/main" noGrp="1"/>
          </p:cNvSpPr>
          <p:nvPr/>
        </p:nvSpPr>
        <p:spPr>
          <a:xfrm xmlns:a="http://schemas.openxmlformats.org/drawingml/2006/main">
            <a:off x="12974750" y="5066348"/>
            <a:ext cx="258807"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مع</a:t>
            </a:r>
          </a:p>
        </p:txBody>
      </p:sp>
      <p:sp>
        <p:nvSpPr>
          <p:cNvPr id="37" name="">
            <a:extLst xmlns:a="http://schemas.openxmlformats.org/drawingml/2006/main">
              <a:ext uri="{FF2B5EF4-FFF2-40B4-BE49-F238E27FC236}">
                <a16:creationId xmlns:a16="http://schemas.microsoft.com/office/drawing/2014/main" id="{E14CF0A8-6A36-4F34-B277-0D3A9B0B3744}"/>
              </a:ext>
            </a:extLst>
          </p:cNvPr>
          <p:cNvSpPr>
            <a:spLocks xmlns:a="http://schemas.openxmlformats.org/drawingml/2006/main" noGrp="1"/>
          </p:cNvSpPr>
          <p:nvPr/>
        </p:nvSpPr>
        <p:spPr>
          <a:xfrm xmlns:a="http://schemas.openxmlformats.org/drawingml/2006/main">
            <a:off x="12276372" y="5066348"/>
            <a:ext cx="616367"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تسجيل</a:t>
            </a:r>
          </a:p>
        </p:txBody>
      </p:sp>
      <p:sp>
        <p:nvSpPr>
          <p:cNvPr id="38" name="">
            <a:extLst xmlns:a="http://schemas.openxmlformats.org/drawingml/2006/main">
              <a:ext uri="{FF2B5EF4-FFF2-40B4-BE49-F238E27FC236}">
                <a16:creationId xmlns:a16="http://schemas.microsoft.com/office/drawing/2014/main" id="{3CC97552-0564-4B13-91E5-9E69F2FA3946}"/>
              </a:ext>
            </a:extLst>
          </p:cNvPr>
          <p:cNvSpPr>
            <a:spLocks xmlns:a="http://schemas.openxmlformats.org/drawingml/2006/main" noGrp="1"/>
          </p:cNvSpPr>
          <p:nvPr/>
        </p:nvSpPr>
        <p:spPr>
          <a:xfrm xmlns:a="http://schemas.openxmlformats.org/drawingml/2006/main">
            <a:off x="11623123" y="5066348"/>
            <a:ext cx="57124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السبب</a:t>
            </a:r>
          </a:p>
        </p:txBody>
      </p:sp>
      <p:sp>
        <p:nvSpPr>
          <p:cNvPr id="39" name="">
            <a:extLst xmlns:a="http://schemas.openxmlformats.org/drawingml/2006/main">
              <a:ext uri="{FF2B5EF4-FFF2-40B4-BE49-F238E27FC236}">
                <a16:creationId xmlns:a16="http://schemas.microsoft.com/office/drawing/2014/main" id="{93B245DB-935A-4E5D-8507-E9FCA165FCFC}"/>
              </a:ext>
            </a:extLst>
          </p:cNvPr>
          <p:cNvSpPr>
            <a:spLocks xmlns:a="http://schemas.openxmlformats.org/drawingml/2006/main" noGrp="1"/>
          </p:cNvSpPr>
          <p:nvPr/>
        </p:nvSpPr>
        <p:spPr>
          <a:xfrm xmlns:a="http://schemas.openxmlformats.org/drawingml/2006/main">
            <a:off x="13915616" y="5742146"/>
            <a:ext cx="476659"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إعادة</a:t>
            </a:r>
          </a:p>
        </p:txBody>
      </p:sp>
      <p:sp>
        <p:nvSpPr>
          <p:cNvPr id="40" name="">
            <a:extLst xmlns:a="http://schemas.openxmlformats.org/drawingml/2006/main">
              <a:ext uri="{FF2B5EF4-FFF2-40B4-BE49-F238E27FC236}">
                <a16:creationId xmlns:a16="http://schemas.microsoft.com/office/drawing/2014/main" id="{CE70B25C-E07E-42BE-A2F7-10A16FE9AFB5}"/>
              </a:ext>
            </a:extLst>
          </p:cNvPr>
          <p:cNvSpPr>
            <a:spLocks xmlns:a="http://schemas.openxmlformats.org/drawingml/2006/main" noGrp="1"/>
          </p:cNvSpPr>
          <p:nvPr/>
        </p:nvSpPr>
        <p:spPr>
          <a:xfrm xmlns:a="http://schemas.openxmlformats.org/drawingml/2006/main">
            <a:off x="13224015" y="5742146"/>
            <a:ext cx="609591"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التحقق</a:t>
            </a:r>
          </a:p>
        </p:txBody>
      </p:sp>
      <p:sp>
        <p:nvSpPr>
          <p:cNvPr id="41" name="">
            <a:extLst xmlns:a="http://schemas.openxmlformats.org/drawingml/2006/main">
              <a:ext uri="{FF2B5EF4-FFF2-40B4-BE49-F238E27FC236}">
                <a16:creationId xmlns:a16="http://schemas.microsoft.com/office/drawing/2014/main" id="{64E10843-18C0-482A-A0AF-B3ED38D10EBB}"/>
              </a:ext>
            </a:extLst>
          </p:cNvPr>
          <p:cNvSpPr>
            <a:spLocks xmlns:a="http://schemas.openxmlformats.org/drawingml/2006/main" noGrp="1"/>
          </p:cNvSpPr>
          <p:nvPr/>
        </p:nvSpPr>
        <p:spPr>
          <a:xfrm xmlns:a="http://schemas.openxmlformats.org/drawingml/2006/main">
            <a:off x="12657848" y="5742146"/>
            <a:ext cx="484157"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تنشئ</a:t>
            </a:r>
          </a:p>
        </p:txBody>
      </p:sp>
      <p:sp>
        <p:nvSpPr>
          <p:cNvPr id="42" name="">
            <a:extLst xmlns:a="http://schemas.openxmlformats.org/drawingml/2006/main">
              <a:ext uri="{FF2B5EF4-FFF2-40B4-BE49-F238E27FC236}">
                <a16:creationId xmlns:a16="http://schemas.microsoft.com/office/drawing/2014/main" id="{A860D93B-1036-46EC-B495-6B9317381EC0}"/>
              </a:ext>
            </a:extLst>
          </p:cNvPr>
          <p:cNvSpPr>
            <a:spLocks xmlns:a="http://schemas.openxmlformats.org/drawingml/2006/main" noGrp="1"/>
          </p:cNvSpPr>
          <p:nvPr/>
        </p:nvSpPr>
        <p:spPr>
          <a:xfrm xmlns:a="http://schemas.openxmlformats.org/drawingml/2006/main">
            <a:off x="12088365" y="5742146"/>
            <a:ext cx="487472"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تقييمًا</a:t>
            </a:r>
          </a:p>
        </p:txBody>
      </p:sp>
      <p:sp>
        <p:nvSpPr>
          <p:cNvPr id="43" name="">
            <a:extLst xmlns:a="http://schemas.openxmlformats.org/drawingml/2006/main">
              <a:ext uri="{FF2B5EF4-FFF2-40B4-BE49-F238E27FC236}">
                <a16:creationId xmlns:a16="http://schemas.microsoft.com/office/drawing/2014/main" id="{68A08D06-F0CD-4DFF-BC37-EF48C482C6DF}"/>
              </a:ext>
            </a:extLst>
          </p:cNvPr>
          <p:cNvSpPr>
            <a:spLocks xmlns:a="http://schemas.openxmlformats.org/drawingml/2006/main" noGrp="1"/>
          </p:cNvSpPr>
          <p:nvPr/>
        </p:nvSpPr>
        <p:spPr>
          <a:xfrm xmlns:a="http://schemas.openxmlformats.org/drawingml/2006/main">
            <a:off x="11507925" y="5742146"/>
            <a:ext cx="49843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جديدًا</a:t>
            </a:r>
          </a:p>
        </p:txBody>
      </p:sp>
      <p:sp>
        <p:nvSpPr>
          <p:cNvPr id="44" name="">
            <a:extLst xmlns:a="http://schemas.openxmlformats.org/drawingml/2006/main">
              <a:ext uri="{FF2B5EF4-FFF2-40B4-BE49-F238E27FC236}">
                <a16:creationId xmlns:a16="http://schemas.microsoft.com/office/drawing/2014/main" id="{D353BD80-B0D8-417A-A1A3-33FDF1D442C6}"/>
              </a:ext>
            </a:extLst>
          </p:cNvPr>
          <p:cNvSpPr>
            <a:spLocks xmlns:a="http://schemas.openxmlformats.org/drawingml/2006/main" noGrp="1"/>
          </p:cNvSpPr>
          <p:nvPr/>
        </p:nvSpPr>
        <p:spPr>
          <a:xfrm xmlns:a="http://schemas.openxmlformats.org/drawingml/2006/main">
            <a:off x="10810989" y="5742146"/>
            <a:ext cx="61492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وتحفظ</a:t>
            </a:r>
          </a:p>
        </p:txBody>
      </p:sp>
      <p:sp>
        <p:nvSpPr>
          <p:cNvPr id="45" name="">
            <a:extLst xmlns:a="http://schemas.openxmlformats.org/drawingml/2006/main">
              <a:ext uri="{FF2B5EF4-FFF2-40B4-BE49-F238E27FC236}">
                <a16:creationId xmlns:a16="http://schemas.microsoft.com/office/drawing/2014/main" id="{84A1E64A-19C7-4D4E-B75A-B56AB3CDC60D}"/>
              </a:ext>
            </a:extLst>
          </p:cNvPr>
          <p:cNvSpPr>
            <a:spLocks xmlns:a="http://schemas.openxmlformats.org/drawingml/2006/main" noGrp="1"/>
          </p:cNvSpPr>
          <p:nvPr/>
        </p:nvSpPr>
        <p:spPr>
          <a:xfrm xmlns:a="http://schemas.openxmlformats.org/drawingml/2006/main">
            <a:off x="10128904" y="5742146"/>
            <a:ext cx="60007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السابق</a:t>
            </a:r>
          </a:p>
        </p:txBody>
      </p:sp>
      <p:sp>
        <p:nvSpPr>
          <p:cNvPr id="46" name="">
            <a:extLst xmlns:a="http://schemas.openxmlformats.org/drawingml/2006/main">
              <a:ext uri="{FF2B5EF4-FFF2-40B4-BE49-F238E27FC236}">
                <a16:creationId xmlns:a16="http://schemas.microsoft.com/office/drawing/2014/main" id="{DAB1015E-A0D7-4BC3-A44C-8F4B5F985958}"/>
              </a:ext>
            </a:extLst>
          </p:cNvPr>
          <p:cNvSpPr>
            <a:spLocks xmlns:a="http://schemas.openxmlformats.org/drawingml/2006/main" noGrp="1"/>
          </p:cNvSpPr>
          <p:nvPr/>
        </p:nvSpPr>
        <p:spPr>
          <a:xfrm xmlns:a="http://schemas.openxmlformats.org/drawingml/2006/main">
            <a:off x="12490075" y="7334250"/>
            <a:ext cx="19022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A6A70"/>
                </a:solidFill>
                <a:latin typeface="Arial"/>
                <a:ea typeface="Arial"/>
                <a:cs typeface="Arial"/>
              </a:defRPr>
            </a:defPPr>
            <a:lvl1pPr algn="l">
              <a:defRPr sz="1875" b="0">
                <a:solidFill>
                  <a:srgbClr val="5A6A70"/>
                </a:solidFill>
                <a:latin typeface="Arial"/>
                <a:ea typeface="Arial"/>
                <a:cs typeface="Arial"/>
              </a:defRPr>
            </a:lvl1pPr>
            <a:lvl2pPr algn="l">
              <a:defRPr sz="1875" b="0">
                <a:solidFill>
                  <a:srgbClr val="5A6A70"/>
                </a:solidFill>
                <a:latin typeface="Arial"/>
                <a:ea typeface="Arial"/>
                <a:cs typeface="Arial"/>
              </a:defRPr>
            </a:lvl2pPr>
            <a:lvl3pPr algn="l">
              <a:defRPr sz="1875" b="0">
                <a:solidFill>
                  <a:srgbClr val="5A6A70"/>
                </a:solidFill>
                <a:latin typeface="Arial"/>
                <a:ea typeface="Arial"/>
                <a:cs typeface="Arial"/>
              </a:defRPr>
            </a:lvl3pPr>
            <a:lvl4pPr algn="l">
              <a:defRPr sz="1875" b="0">
                <a:solidFill>
                  <a:srgbClr val="5A6A70"/>
                </a:solidFill>
                <a:latin typeface="Arial"/>
                <a:ea typeface="Arial"/>
                <a:cs typeface="Arial"/>
              </a:defRPr>
            </a:lvl4pPr>
            <a:lvl5pPr algn="l">
              <a:defRPr sz="1875" b="0">
                <a:solidFill>
                  <a:srgbClr val="5A6A70"/>
                </a:solidFill>
                <a:latin typeface="Arial"/>
                <a:ea typeface="Arial"/>
                <a:cs typeface="Arial"/>
              </a:defRPr>
            </a:lvl5pPr>
            <a:lvl6pPr algn="l">
              <a:defRPr sz="1875" b="0">
                <a:solidFill>
                  <a:srgbClr val="5A6A70"/>
                </a:solidFill>
                <a:latin typeface="Arial"/>
                <a:ea typeface="Arial"/>
                <a:cs typeface="Arial"/>
              </a:defRPr>
            </a:lvl6pPr>
            <a:lvl7pPr algn="l">
              <a:defRPr sz="1875" b="0">
                <a:solidFill>
                  <a:srgbClr val="5A6A70"/>
                </a:solidFill>
                <a:latin typeface="Arial"/>
                <a:ea typeface="Arial"/>
                <a:cs typeface="Arial"/>
              </a:defRPr>
            </a:lvl7pPr>
            <a:lvl8pPr algn="l">
              <a:defRPr sz="1875" b="0">
                <a:solidFill>
                  <a:srgbClr val="5A6A70"/>
                </a:solidFill>
                <a:latin typeface="Arial"/>
                <a:ea typeface="Arial"/>
                <a:cs typeface="Arial"/>
              </a:defRPr>
            </a:lvl8pPr>
            <a:lvl9pPr algn="l">
              <a:defRPr sz="1875" b="0">
                <a:solidFill>
                  <a:srgbClr val="5A6A70"/>
                </a:solidFill>
                <a:latin typeface="Arial"/>
                <a:ea typeface="Arial"/>
                <a:cs typeface="Arial"/>
              </a:defRPr>
            </a:lvl9pPr>
          </a:lstStyle>
          <a:p xmlns:a="http://schemas.openxmlformats.org/drawingml/2006/main">
            <a:pPr algn="l">
              <a:defRPr sz="1875" b="0">
                <a:solidFill>
                  <a:srgbClr val="5A6A70"/>
                </a:solidFill>
                <a:latin typeface="Arial"/>
                <a:ea typeface="Arial"/>
                <a:cs typeface="Arial"/>
              </a:defRPr>
            </a:pPr>
            <a:r>
              <a:rPr sz="1875" b="0">
                <a:solidFill>
                  <a:srgbClr val="5A6A70"/>
                </a:solidFill>
                <a:latin typeface="Arial"/>
                <a:ea typeface="Arial"/>
                <a:cs typeface="Arial"/>
              </a:rPr>
              <a:t>NIST SP 800-53A</a:t>
            </a:r>
          </a:p>
        </p:txBody>
      </p:sp>
      <p:sp>
        <p:nvSpPr>
          <p:cNvPr id="47" name="">
            <a:extLst xmlns:a="http://schemas.openxmlformats.org/drawingml/2006/main">
              <a:ext uri="{FF2B5EF4-FFF2-40B4-BE49-F238E27FC236}">
                <a16:creationId xmlns:a16="http://schemas.microsoft.com/office/drawing/2014/main" id="{13E77417-66C1-4401-834A-19C42B487489}"/>
              </a:ext>
            </a:extLst>
          </p:cNvPr>
          <p:cNvSpPr>
            <a:spLocks xmlns:a="http://schemas.openxmlformats.org/drawingml/2006/main" noGrp="1"/>
          </p:cNvSpPr>
          <p:nvPr/>
        </p:nvSpPr>
        <p:spPr>
          <a:xfrm xmlns:a="http://schemas.openxmlformats.org/drawingml/2006/main">
            <a:off x="11972679" y="7334250"/>
            <a:ext cx="45310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مرجع</a:t>
            </a:r>
          </a:p>
        </p:txBody>
      </p:sp>
      <p:sp>
        <p:nvSpPr>
          <p:cNvPr id="48" name="">
            <a:extLst xmlns:a="http://schemas.openxmlformats.org/drawingml/2006/main">
              <a:ext uri="{FF2B5EF4-FFF2-40B4-BE49-F238E27FC236}">
                <a16:creationId xmlns:a16="http://schemas.microsoft.com/office/drawing/2014/main" id="{E8FB81CC-EA82-47BC-A7A9-64780BD3D693}"/>
              </a:ext>
            </a:extLst>
          </p:cNvPr>
          <p:cNvSpPr>
            <a:spLocks xmlns:a="http://schemas.openxmlformats.org/drawingml/2006/main" noGrp="1"/>
          </p:cNvSpPr>
          <p:nvPr/>
        </p:nvSpPr>
        <p:spPr>
          <a:xfrm xmlns:a="http://schemas.openxmlformats.org/drawingml/2006/main">
            <a:off x="11456212" y="7334250"/>
            <a:ext cx="452172"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لطرق</a:t>
            </a:r>
          </a:p>
        </p:txBody>
      </p:sp>
      <p:sp>
        <p:nvSpPr>
          <p:cNvPr id="49" name="">
            <a:extLst xmlns:a="http://schemas.openxmlformats.org/drawingml/2006/main">
              <a:ext uri="{FF2B5EF4-FFF2-40B4-BE49-F238E27FC236}">
                <a16:creationId xmlns:a16="http://schemas.microsoft.com/office/drawing/2014/main" id="{2495534F-42F4-47F5-AED4-5A80DA22F980}"/>
              </a:ext>
            </a:extLst>
          </p:cNvPr>
          <p:cNvSpPr>
            <a:spLocks xmlns:a="http://schemas.openxmlformats.org/drawingml/2006/main" noGrp="1"/>
          </p:cNvSpPr>
          <p:nvPr/>
        </p:nvSpPr>
        <p:spPr>
          <a:xfrm xmlns:a="http://schemas.openxmlformats.org/drawingml/2006/main">
            <a:off x="10833590" y="7334250"/>
            <a:ext cx="55832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الفحص</a:t>
            </a:r>
          </a:p>
        </p:txBody>
      </p:sp>
      <p:sp>
        <p:nvSpPr>
          <p:cNvPr id="50" name="">
            <a:extLst xmlns:a="http://schemas.openxmlformats.org/drawingml/2006/main">
              <a:ext uri="{FF2B5EF4-FFF2-40B4-BE49-F238E27FC236}">
                <a16:creationId xmlns:a16="http://schemas.microsoft.com/office/drawing/2014/main" id="{A7E099E1-982E-4D92-9CA6-D3942509C9BD}"/>
              </a:ext>
            </a:extLst>
          </p:cNvPr>
          <p:cNvSpPr>
            <a:spLocks xmlns:a="http://schemas.openxmlformats.org/drawingml/2006/main" noGrp="1"/>
          </p:cNvSpPr>
          <p:nvPr/>
        </p:nvSpPr>
        <p:spPr>
          <a:xfrm xmlns:a="http://schemas.openxmlformats.org/drawingml/2006/main">
            <a:off x="10064581" y="7334250"/>
            <a:ext cx="70471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والاختبار</a:t>
            </a:r>
          </a:p>
        </p:txBody>
      </p:sp>
    </p:spTree>
    <p:extLst>
      <p:ext uri="{BB962C8B-B14F-4D97-AF65-F5344CB8AC3E}">
        <p14:creationId xmlns:p14="http://schemas.microsoft.com/office/powerpoint/2010/main" val="1423044456"/>
      </p:ext>
    </p:extLst>
  </p:cSld>
</p:sld>
</file>

<file path=ppt/slides/slide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A04DD1F-C221-45AD-B77B-E3BD6A11BD92}"/>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1A8FF7E5-5A09-4A60-B903-D73A4A360F31}"/>
              </a:ext>
            </a:extLst>
          </p:cNvPr>
          <p:cNvSpPr>
            <a:spLocks xmlns:a="http://schemas.openxmlformats.org/drawingml/2006/main" noGrp="1"/>
          </p:cNvSpPr>
          <p:nvPr/>
        </p:nvSpPr>
        <p:spPr>
          <a:xfrm xmlns:a="http://schemas.openxmlformats.org/drawingml/2006/main">
            <a:off x="13104912" y="1190625"/>
            <a:ext cx="128736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دراسات</a:t>
            </a:r>
          </a:p>
        </p:txBody>
      </p:sp>
      <p:sp>
        <p:nvSpPr>
          <p:cNvPr id="4" name="">
            <a:extLst xmlns:a="http://schemas.openxmlformats.org/drawingml/2006/main">
              <a:ext uri="{FF2B5EF4-FFF2-40B4-BE49-F238E27FC236}">
                <a16:creationId xmlns:a16="http://schemas.microsoft.com/office/drawing/2014/main" id="{6A1118D9-CB5D-4B17-9CE2-4E1BAE3D076D}"/>
              </a:ext>
            </a:extLst>
          </p:cNvPr>
          <p:cNvSpPr>
            <a:spLocks xmlns:a="http://schemas.openxmlformats.org/drawingml/2006/main" noGrp="1"/>
          </p:cNvSpPr>
          <p:nvPr/>
        </p:nvSpPr>
        <p:spPr>
          <a:xfrm xmlns:a="http://schemas.openxmlformats.org/drawingml/2006/main">
            <a:off x="11862013" y="1190625"/>
            <a:ext cx="1092975"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إصلاح</a:t>
            </a:r>
          </a:p>
        </p:txBody>
      </p:sp>
      <p:sp>
        <p:nvSpPr>
          <p:cNvPr id="5" name="">
            <a:extLst xmlns:a="http://schemas.openxmlformats.org/drawingml/2006/main">
              <a:ext uri="{FF2B5EF4-FFF2-40B4-BE49-F238E27FC236}">
                <a16:creationId xmlns:a16="http://schemas.microsoft.com/office/drawing/2014/main" id="{23F5EF25-0013-45AE-A767-6DAD60DB4C84}"/>
              </a:ext>
            </a:extLst>
          </p:cNvPr>
          <p:cNvSpPr>
            <a:spLocks xmlns:a="http://schemas.openxmlformats.org/drawingml/2006/main" noGrp="1"/>
          </p:cNvSpPr>
          <p:nvPr/>
        </p:nvSpPr>
        <p:spPr>
          <a:xfrm xmlns:a="http://schemas.openxmlformats.org/drawingml/2006/main">
            <a:off x="10129879" y="1190625"/>
            <a:ext cx="1582210"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السياسات</a:t>
            </a:r>
          </a:p>
        </p:txBody>
      </p:sp>
      <p:sp>
        <p:nvSpPr>
          <p:cNvPr id="6" name="">
            <a:extLst xmlns:a="http://schemas.openxmlformats.org/drawingml/2006/main">
              <a:ext uri="{FF2B5EF4-FFF2-40B4-BE49-F238E27FC236}">
                <a16:creationId xmlns:a16="http://schemas.microsoft.com/office/drawing/2014/main" id="{6C57BA3A-E795-4B8A-AF9E-F2BEB2342F8F}"/>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08 / 21</a:t>
            </a:r>
          </a:p>
        </p:txBody>
      </p:sp>
      <p:sp>
        <p:nvSpPr>
          <p:cNvPr id="7" name="">
            <a:extLst xmlns:a="http://schemas.openxmlformats.org/drawingml/2006/main">
              <a:ext uri="{FF2B5EF4-FFF2-40B4-BE49-F238E27FC236}">
                <a16:creationId xmlns:a16="http://schemas.microsoft.com/office/drawing/2014/main" id="{096C0F4D-79A6-4C96-9607-A7401B1B05D2}"/>
              </a:ext>
            </a:extLst>
          </p:cNvPr>
          <p:cNvSpPr>
            <a:spLocks xmlns:a="http://schemas.openxmlformats.org/drawingml/2006/main" noGrp="1"/>
          </p:cNvSpPr>
          <p:nvPr/>
        </p:nvSpPr>
        <p:spPr>
          <a:xfrm xmlns:a="http://schemas.openxmlformats.org/drawingml/2006/main">
            <a:off x="8001000" y="2543175"/>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550" b="1">
                <a:solidFill>
                  <a:srgbClr val="167D8D"/>
                </a:solidFill>
                <a:latin typeface="Arial"/>
                <a:ea typeface="Arial"/>
                <a:cs typeface="Arial"/>
              </a:defRPr>
            </a:defPPr>
            <a:lvl1pPr algn="r">
              <a:defRPr sz="2550" b="1">
                <a:solidFill>
                  <a:srgbClr val="167D8D"/>
                </a:solidFill>
                <a:latin typeface="Arial"/>
                <a:ea typeface="Arial"/>
                <a:cs typeface="Arial"/>
              </a:defRPr>
            </a:lvl1pPr>
            <a:lvl2pPr algn="r">
              <a:defRPr sz="2550" b="1">
                <a:solidFill>
                  <a:srgbClr val="167D8D"/>
                </a:solidFill>
                <a:latin typeface="Arial"/>
                <a:ea typeface="Arial"/>
                <a:cs typeface="Arial"/>
              </a:defRPr>
            </a:lvl2pPr>
            <a:lvl3pPr algn="r">
              <a:defRPr sz="2550" b="1">
                <a:solidFill>
                  <a:srgbClr val="167D8D"/>
                </a:solidFill>
                <a:latin typeface="Arial"/>
                <a:ea typeface="Arial"/>
                <a:cs typeface="Arial"/>
              </a:defRPr>
            </a:lvl3pPr>
            <a:lvl4pPr algn="r">
              <a:defRPr sz="2550" b="1">
                <a:solidFill>
                  <a:srgbClr val="167D8D"/>
                </a:solidFill>
                <a:latin typeface="Arial"/>
                <a:ea typeface="Arial"/>
                <a:cs typeface="Arial"/>
              </a:defRPr>
            </a:lvl4pPr>
            <a:lvl5pPr algn="r">
              <a:defRPr sz="2550" b="1">
                <a:solidFill>
                  <a:srgbClr val="167D8D"/>
                </a:solidFill>
                <a:latin typeface="Arial"/>
                <a:ea typeface="Arial"/>
                <a:cs typeface="Arial"/>
              </a:defRPr>
            </a:lvl5pPr>
            <a:lvl6pPr algn="r">
              <a:defRPr sz="2550" b="1">
                <a:solidFill>
                  <a:srgbClr val="167D8D"/>
                </a:solidFill>
                <a:latin typeface="Arial"/>
                <a:ea typeface="Arial"/>
                <a:cs typeface="Arial"/>
              </a:defRPr>
            </a:lvl6pPr>
            <a:lvl7pPr algn="r">
              <a:defRPr sz="2550" b="1">
                <a:solidFill>
                  <a:srgbClr val="167D8D"/>
                </a:solidFill>
                <a:latin typeface="Arial"/>
                <a:ea typeface="Arial"/>
                <a:cs typeface="Arial"/>
              </a:defRPr>
            </a:lvl7pPr>
            <a:lvl8pPr algn="r">
              <a:defRPr sz="2550" b="1">
                <a:solidFill>
                  <a:srgbClr val="167D8D"/>
                </a:solidFill>
                <a:latin typeface="Arial"/>
                <a:ea typeface="Arial"/>
                <a:cs typeface="Arial"/>
              </a:defRPr>
            </a:lvl8pPr>
            <a:lvl9pPr algn="r">
              <a:defRPr sz="2550" b="1">
                <a:solidFill>
                  <a:srgbClr val="167D8D"/>
                </a:solidFill>
                <a:latin typeface="Arial"/>
                <a:ea typeface="Arial"/>
                <a:cs typeface="Arial"/>
              </a:defRPr>
            </a:lvl9pPr>
          </a:lstStyle>
          <a:p xmlns:a="http://schemas.openxmlformats.org/drawingml/2006/main">
            <a:pPr algn="r">
              <a:defRPr sz="2550" b="1">
                <a:solidFill>
                  <a:srgbClr val="167D8D"/>
                </a:solidFill>
                <a:latin typeface="Arial"/>
                <a:ea typeface="Arial"/>
                <a:cs typeface="Arial"/>
              </a:defRPr>
            </a:pPr>
            <a:r>
              <a:rPr sz="2550" b="1">
                <a:solidFill>
                  <a:srgbClr val="167D8D"/>
                </a:solidFill>
                <a:latin typeface="Arial"/>
                <a:ea typeface="Arial"/>
                <a:cs typeface="Arial"/>
              </a:rPr>
              <a:t>CloudFix · 2026</a:t>
            </a:r>
          </a:p>
        </p:txBody>
      </p:sp>
      <p:sp>
        <p:nvSpPr>
          <p:cNvPr id="8" name="">
            <a:extLst xmlns:a="http://schemas.openxmlformats.org/drawingml/2006/main">
              <a:ext uri="{FF2B5EF4-FFF2-40B4-BE49-F238E27FC236}">
                <a16:creationId xmlns:a16="http://schemas.microsoft.com/office/drawing/2014/main" id="{C67CA33B-8FD0-4A1E-927C-6AEE4DA165E9}"/>
              </a:ext>
            </a:extLst>
          </p:cNvPr>
          <p:cNvSpPr>
            <a:spLocks xmlns:a="http://schemas.openxmlformats.org/drawingml/2006/main" noGrp="1"/>
          </p:cNvSpPr>
          <p:nvPr/>
        </p:nvSpPr>
        <p:spPr>
          <a:xfrm xmlns:a="http://schemas.openxmlformats.org/drawingml/2006/main">
            <a:off x="13998773" y="3048000"/>
            <a:ext cx="39350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نسخة</a:t>
            </a:r>
          </a:p>
        </p:txBody>
      </p:sp>
      <p:sp>
        <p:nvSpPr>
          <p:cNvPr id="9" name="">
            <a:extLst xmlns:a="http://schemas.openxmlformats.org/drawingml/2006/main">
              <a:ext uri="{FF2B5EF4-FFF2-40B4-BE49-F238E27FC236}">
                <a16:creationId xmlns:a16="http://schemas.microsoft.com/office/drawing/2014/main" id="{5CCBC00B-1209-48F0-B1DA-58E91002ABC1}"/>
              </a:ext>
            </a:extLst>
          </p:cNvPr>
          <p:cNvSpPr>
            <a:spLocks xmlns:a="http://schemas.openxmlformats.org/drawingml/2006/main" noGrp="1"/>
          </p:cNvSpPr>
          <p:nvPr/>
        </p:nvSpPr>
        <p:spPr>
          <a:xfrm xmlns:a="http://schemas.openxmlformats.org/drawingml/2006/main">
            <a:off x="13592932" y="3048000"/>
            <a:ext cx="34450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أولية</a:t>
            </a:r>
          </a:p>
        </p:txBody>
      </p:sp>
      <p:sp>
        <p:nvSpPr>
          <p:cNvPr id="10" name="">
            <a:extLst xmlns:a="http://schemas.openxmlformats.org/drawingml/2006/main">
              <a:ext uri="{FF2B5EF4-FFF2-40B4-BE49-F238E27FC236}">
                <a16:creationId xmlns:a16="http://schemas.microsoft.com/office/drawing/2014/main" id="{A877E3D1-C4E2-45AA-94F7-474C8DDDFD38}"/>
              </a:ext>
            </a:extLst>
          </p:cNvPr>
          <p:cNvSpPr>
            <a:spLocks xmlns:a="http://schemas.openxmlformats.org/drawingml/2006/main" noGrp="1"/>
          </p:cNvSpPr>
          <p:nvPr/>
        </p:nvSpPr>
        <p:spPr>
          <a:xfrm xmlns:a="http://schemas.openxmlformats.org/drawingml/2006/main">
            <a:off x="12938288" y="3048000"/>
            <a:ext cx="59330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لإصلاح</a:t>
            </a:r>
          </a:p>
        </p:txBody>
      </p:sp>
      <p:sp>
        <p:nvSpPr>
          <p:cNvPr id="11" name="">
            <a:extLst xmlns:a="http://schemas.openxmlformats.org/drawingml/2006/main">
              <a:ext uri="{FF2B5EF4-FFF2-40B4-BE49-F238E27FC236}">
                <a16:creationId xmlns:a16="http://schemas.microsoft.com/office/drawing/2014/main" id="{B07102B6-AA92-48C2-AFBD-DD14E8D594C6}"/>
              </a:ext>
            </a:extLst>
          </p:cNvPr>
          <p:cNvSpPr>
            <a:spLocks xmlns:a="http://schemas.openxmlformats.org/drawingml/2006/main" noGrp="1"/>
          </p:cNvSpPr>
          <p:nvPr/>
        </p:nvSpPr>
        <p:spPr>
          <a:xfrm xmlns:a="http://schemas.openxmlformats.org/drawingml/2006/main">
            <a:off x="12430760" y="3048000"/>
            <a:ext cx="44618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سياسة</a:t>
            </a:r>
          </a:p>
        </p:txBody>
      </p:sp>
      <p:sp>
        <p:nvSpPr>
          <p:cNvPr id="12" name="">
            <a:extLst xmlns:a="http://schemas.openxmlformats.org/drawingml/2006/main">
              <a:ext uri="{FF2B5EF4-FFF2-40B4-BE49-F238E27FC236}">
                <a16:creationId xmlns:a16="http://schemas.microsoft.com/office/drawing/2014/main" id="{C1A18914-23E3-4B88-B361-C035361E134E}"/>
              </a:ext>
            </a:extLst>
          </p:cNvPr>
          <p:cNvSpPr>
            <a:spLocks xmlns:a="http://schemas.openxmlformats.org/drawingml/2006/main" noGrp="1"/>
          </p:cNvSpPr>
          <p:nvPr/>
        </p:nvSpPr>
        <p:spPr>
          <a:xfrm xmlns:a="http://schemas.openxmlformats.org/drawingml/2006/main">
            <a:off x="11839182" y="3048000"/>
            <a:ext cx="53023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5A6A70"/>
                </a:solidFill>
                <a:latin typeface="Arial"/>
                <a:ea typeface="Arial"/>
                <a:cs typeface="Arial"/>
              </a:defRPr>
            </a:defPPr>
            <a:lvl1pPr algn="l">
              <a:defRPr sz="1800" b="0">
                <a:solidFill>
                  <a:srgbClr val="5A6A70"/>
                </a:solidFill>
                <a:latin typeface="Arial"/>
                <a:ea typeface="Arial"/>
                <a:cs typeface="Arial"/>
              </a:defRPr>
            </a:lvl1pPr>
            <a:lvl2pPr algn="l">
              <a:defRPr sz="1800" b="0">
                <a:solidFill>
                  <a:srgbClr val="5A6A70"/>
                </a:solidFill>
                <a:latin typeface="Arial"/>
                <a:ea typeface="Arial"/>
                <a:cs typeface="Arial"/>
              </a:defRPr>
            </a:lvl2pPr>
            <a:lvl3pPr algn="l">
              <a:defRPr sz="1800" b="0">
                <a:solidFill>
                  <a:srgbClr val="5A6A70"/>
                </a:solidFill>
                <a:latin typeface="Arial"/>
                <a:ea typeface="Arial"/>
                <a:cs typeface="Arial"/>
              </a:defRPr>
            </a:lvl3pPr>
            <a:lvl4pPr algn="l">
              <a:defRPr sz="1800" b="0">
                <a:solidFill>
                  <a:srgbClr val="5A6A70"/>
                </a:solidFill>
                <a:latin typeface="Arial"/>
                <a:ea typeface="Arial"/>
                <a:cs typeface="Arial"/>
              </a:defRPr>
            </a:lvl4pPr>
            <a:lvl5pPr algn="l">
              <a:defRPr sz="1800" b="0">
                <a:solidFill>
                  <a:srgbClr val="5A6A70"/>
                </a:solidFill>
                <a:latin typeface="Arial"/>
                <a:ea typeface="Arial"/>
                <a:cs typeface="Arial"/>
              </a:defRPr>
            </a:lvl5pPr>
            <a:lvl6pPr algn="l">
              <a:defRPr sz="1800" b="0">
                <a:solidFill>
                  <a:srgbClr val="5A6A70"/>
                </a:solidFill>
                <a:latin typeface="Arial"/>
                <a:ea typeface="Arial"/>
                <a:cs typeface="Arial"/>
              </a:defRPr>
            </a:lvl6pPr>
            <a:lvl7pPr algn="l">
              <a:defRPr sz="1800" b="0">
                <a:solidFill>
                  <a:srgbClr val="5A6A70"/>
                </a:solidFill>
                <a:latin typeface="Arial"/>
                <a:ea typeface="Arial"/>
                <a:cs typeface="Arial"/>
              </a:defRPr>
            </a:lvl7pPr>
            <a:lvl8pPr algn="l">
              <a:defRPr sz="1800" b="0">
                <a:solidFill>
                  <a:srgbClr val="5A6A70"/>
                </a:solidFill>
                <a:latin typeface="Arial"/>
                <a:ea typeface="Arial"/>
                <a:cs typeface="Arial"/>
              </a:defRPr>
            </a:lvl8pPr>
            <a:lvl9pPr algn="l">
              <a:defRPr sz="1800" b="0">
                <a:solidFill>
                  <a:srgbClr val="5A6A70"/>
                </a:solidFill>
                <a:latin typeface="Arial"/>
                <a:ea typeface="Arial"/>
                <a:cs typeface="Arial"/>
              </a:defRPr>
            </a:lvl9pPr>
          </a:lstStyle>
          <a:p xmlns:a="http://schemas.openxmlformats.org/drawingml/2006/main">
            <a:pPr algn="l">
              <a:defRPr sz="1800" b="0">
                <a:solidFill>
                  <a:srgbClr val="5A6A70"/>
                </a:solidFill>
                <a:latin typeface="Arial"/>
                <a:ea typeface="Arial"/>
                <a:cs typeface="Arial"/>
              </a:defRPr>
            </a:pPr>
            <a:r>
              <a:rPr sz="1800" b="0">
                <a:solidFill>
                  <a:srgbClr val="5A6A70"/>
                </a:solidFill>
                <a:latin typeface="Arial"/>
                <a:ea typeface="Arial"/>
                <a:cs typeface="Arial"/>
              </a:rPr>
              <a:t>AWS</a:t>
            </a:r>
          </a:p>
        </p:txBody>
      </p:sp>
      <p:sp>
        <p:nvSpPr>
          <p:cNvPr id="13" name="">
            <a:extLst xmlns:a="http://schemas.openxmlformats.org/drawingml/2006/main">
              <a:ext uri="{FF2B5EF4-FFF2-40B4-BE49-F238E27FC236}">
                <a16:creationId xmlns:a16="http://schemas.microsoft.com/office/drawing/2014/main" id="{46BE898E-7759-469E-B22F-009EDF6EC34D}"/>
              </a:ext>
            </a:extLst>
          </p:cNvPr>
          <p:cNvSpPr>
            <a:spLocks xmlns:a="http://schemas.openxmlformats.org/drawingml/2006/main" noGrp="1"/>
          </p:cNvSpPr>
          <p:nvPr/>
        </p:nvSpPr>
        <p:spPr>
          <a:xfrm xmlns:a="http://schemas.openxmlformats.org/drawingml/2006/main">
            <a:off x="13873311" y="3619500"/>
            <a:ext cx="51896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سياسة</a:t>
            </a:r>
          </a:p>
        </p:txBody>
      </p:sp>
      <p:sp>
        <p:nvSpPr>
          <p:cNvPr id="14" name="">
            <a:extLst xmlns:a="http://schemas.openxmlformats.org/drawingml/2006/main">
              <a:ext uri="{FF2B5EF4-FFF2-40B4-BE49-F238E27FC236}">
                <a16:creationId xmlns:a16="http://schemas.microsoft.com/office/drawing/2014/main" id="{AC16F293-8975-4E83-BD65-540FDB0B1EBD}"/>
              </a:ext>
            </a:extLst>
          </p:cNvPr>
          <p:cNvSpPr>
            <a:spLocks xmlns:a="http://schemas.openxmlformats.org/drawingml/2006/main" noGrp="1"/>
          </p:cNvSpPr>
          <p:nvPr/>
        </p:nvSpPr>
        <p:spPr>
          <a:xfrm xmlns:a="http://schemas.openxmlformats.org/drawingml/2006/main">
            <a:off x="13183137" y="3619500"/>
            <a:ext cx="61702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42B36"/>
                </a:solidFill>
                <a:latin typeface="Arial"/>
                <a:ea typeface="Arial"/>
                <a:cs typeface="Arial"/>
              </a:defRPr>
            </a:defPPr>
            <a:lvl1pPr algn="l">
              <a:defRPr sz="2100" b="0">
                <a:solidFill>
                  <a:srgbClr val="142B36"/>
                </a:solidFill>
                <a:latin typeface="Arial"/>
                <a:ea typeface="Arial"/>
                <a:cs typeface="Arial"/>
              </a:defRPr>
            </a:lvl1pPr>
            <a:lvl2pPr algn="l">
              <a:defRPr sz="2100" b="0">
                <a:solidFill>
                  <a:srgbClr val="142B36"/>
                </a:solidFill>
                <a:latin typeface="Arial"/>
                <a:ea typeface="Arial"/>
                <a:cs typeface="Arial"/>
              </a:defRPr>
            </a:lvl2pPr>
            <a:lvl3pPr algn="l">
              <a:defRPr sz="2100" b="0">
                <a:solidFill>
                  <a:srgbClr val="142B36"/>
                </a:solidFill>
                <a:latin typeface="Arial"/>
                <a:ea typeface="Arial"/>
                <a:cs typeface="Arial"/>
              </a:defRPr>
            </a:lvl3pPr>
            <a:lvl4pPr algn="l">
              <a:defRPr sz="2100" b="0">
                <a:solidFill>
                  <a:srgbClr val="142B36"/>
                </a:solidFill>
                <a:latin typeface="Arial"/>
                <a:ea typeface="Arial"/>
                <a:cs typeface="Arial"/>
              </a:defRPr>
            </a:lvl4pPr>
            <a:lvl5pPr algn="l">
              <a:defRPr sz="2100" b="0">
                <a:solidFill>
                  <a:srgbClr val="142B36"/>
                </a:solidFill>
                <a:latin typeface="Arial"/>
                <a:ea typeface="Arial"/>
                <a:cs typeface="Arial"/>
              </a:defRPr>
            </a:lvl5pPr>
            <a:lvl6pPr algn="l">
              <a:defRPr sz="2100" b="0">
                <a:solidFill>
                  <a:srgbClr val="142B36"/>
                </a:solidFill>
                <a:latin typeface="Arial"/>
                <a:ea typeface="Arial"/>
                <a:cs typeface="Arial"/>
              </a:defRPr>
            </a:lvl6pPr>
            <a:lvl7pPr algn="l">
              <a:defRPr sz="2100" b="0">
                <a:solidFill>
                  <a:srgbClr val="142B36"/>
                </a:solidFill>
                <a:latin typeface="Arial"/>
                <a:ea typeface="Arial"/>
                <a:cs typeface="Arial"/>
              </a:defRPr>
            </a:lvl7pPr>
            <a:lvl8pPr algn="l">
              <a:defRPr sz="2100" b="0">
                <a:solidFill>
                  <a:srgbClr val="142B36"/>
                </a:solidFill>
                <a:latin typeface="Arial"/>
                <a:ea typeface="Arial"/>
                <a:cs typeface="Arial"/>
              </a:defRPr>
            </a:lvl8pPr>
            <a:lvl9pPr algn="l">
              <a:defRPr sz="2100" b="0">
                <a:solidFill>
                  <a:srgbClr val="142B36"/>
                </a:solidFill>
                <a:latin typeface="Arial"/>
                <a:ea typeface="Arial"/>
                <a:cs typeface="Arial"/>
              </a:defRPr>
            </a:lvl9pPr>
          </a:lstStyle>
          <a:p xmlns:a="http://schemas.openxmlformats.org/drawingml/2006/main">
            <a:pPr algn="l">
              <a:defRPr sz="2100" b="0">
                <a:solidFill>
                  <a:srgbClr val="142B36"/>
                </a:solidFill>
                <a:latin typeface="Arial"/>
                <a:ea typeface="Arial"/>
                <a:cs typeface="Arial"/>
              </a:defRPr>
            </a:pPr>
            <a:r>
              <a:rPr sz="2100" b="0">
                <a:solidFill>
                  <a:srgbClr val="142B36"/>
                </a:solidFill>
                <a:latin typeface="Arial"/>
                <a:ea typeface="Arial"/>
                <a:cs typeface="Arial"/>
              </a:rPr>
              <a:t>AWS</a:t>
            </a:r>
          </a:p>
        </p:txBody>
      </p:sp>
      <p:sp>
        <p:nvSpPr>
          <p:cNvPr id="15" name="">
            <a:extLst xmlns:a="http://schemas.openxmlformats.org/drawingml/2006/main">
              <a:ext uri="{FF2B5EF4-FFF2-40B4-BE49-F238E27FC236}">
                <a16:creationId xmlns:a16="http://schemas.microsoft.com/office/drawing/2014/main" id="{2C1FED2E-4E7E-4B68-ADE7-C0CCFC5DC32F}"/>
              </a:ext>
            </a:extLst>
          </p:cNvPr>
          <p:cNvSpPr>
            <a:spLocks xmlns:a="http://schemas.openxmlformats.org/drawingml/2006/main" noGrp="1"/>
          </p:cNvSpPr>
          <p:nvPr/>
        </p:nvSpPr>
        <p:spPr>
          <a:xfrm xmlns:a="http://schemas.openxmlformats.org/drawingml/2006/main">
            <a:off x="12458322" y="3619500"/>
            <a:ext cx="65166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وطلبات</a:t>
            </a:r>
          </a:p>
        </p:txBody>
      </p:sp>
      <p:sp>
        <p:nvSpPr>
          <p:cNvPr id="16" name="">
            <a:extLst xmlns:a="http://schemas.openxmlformats.org/drawingml/2006/main">
              <a:ext uri="{FF2B5EF4-FFF2-40B4-BE49-F238E27FC236}">
                <a16:creationId xmlns:a16="http://schemas.microsoft.com/office/drawing/2014/main" id="{C3601753-9394-4D72-B087-108606065323}"/>
              </a:ext>
            </a:extLst>
          </p:cNvPr>
          <p:cNvSpPr>
            <a:spLocks xmlns:a="http://schemas.openxmlformats.org/drawingml/2006/main" noGrp="1"/>
          </p:cNvSpPr>
          <p:nvPr/>
        </p:nvSpPr>
        <p:spPr>
          <a:xfrm xmlns:a="http://schemas.openxmlformats.org/drawingml/2006/main">
            <a:off x="11917645" y="3619500"/>
            <a:ext cx="46752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سماح</a:t>
            </a:r>
          </a:p>
        </p:txBody>
      </p:sp>
      <p:sp>
        <p:nvSpPr>
          <p:cNvPr id="17" name="">
            <a:extLst xmlns:a="http://schemas.openxmlformats.org/drawingml/2006/main">
              <a:ext uri="{FF2B5EF4-FFF2-40B4-BE49-F238E27FC236}">
                <a16:creationId xmlns:a16="http://schemas.microsoft.com/office/drawing/2014/main" id="{C30E3CB8-7427-42BB-8524-EC32F9B2D14D}"/>
              </a:ext>
            </a:extLst>
          </p:cNvPr>
          <p:cNvSpPr>
            <a:spLocks xmlns:a="http://schemas.openxmlformats.org/drawingml/2006/main" noGrp="1"/>
          </p:cNvSpPr>
          <p:nvPr/>
        </p:nvSpPr>
        <p:spPr>
          <a:xfrm xmlns:a="http://schemas.openxmlformats.org/drawingml/2006/main">
            <a:off x="11429449" y="3619500"/>
            <a:ext cx="41504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ومنع</a:t>
            </a:r>
          </a:p>
        </p:txBody>
      </p:sp>
      <p:sp>
        <p:nvSpPr>
          <p:cNvPr id="18" name="">
            <a:extLst xmlns:a="http://schemas.openxmlformats.org/drawingml/2006/main">
              <a:ext uri="{FF2B5EF4-FFF2-40B4-BE49-F238E27FC236}">
                <a16:creationId xmlns:a16="http://schemas.microsoft.com/office/drawing/2014/main" id="{EF1E1367-BA2A-4DD9-843F-72319DB8A3A5}"/>
              </a:ext>
            </a:extLst>
          </p:cNvPr>
          <p:cNvSpPr>
            <a:spLocks xmlns:a="http://schemas.openxmlformats.org/drawingml/2006/main" noGrp="1"/>
          </p:cNvSpPr>
          <p:nvPr/>
        </p:nvSpPr>
        <p:spPr>
          <a:xfrm xmlns:a="http://schemas.openxmlformats.org/drawingml/2006/main">
            <a:off x="11069784" y="3619500"/>
            <a:ext cx="28651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هي</a:t>
            </a:r>
          </a:p>
        </p:txBody>
      </p:sp>
      <p:sp>
        <p:nvSpPr>
          <p:cNvPr id="19" name="">
            <a:extLst xmlns:a="http://schemas.openxmlformats.org/drawingml/2006/main">
              <a:ext uri="{FF2B5EF4-FFF2-40B4-BE49-F238E27FC236}">
                <a16:creationId xmlns:a16="http://schemas.microsoft.com/office/drawing/2014/main" id="{61E13942-A090-4E07-86FD-2A9676C72C5C}"/>
              </a:ext>
            </a:extLst>
          </p:cNvPr>
          <p:cNvSpPr>
            <a:spLocks xmlns:a="http://schemas.openxmlformats.org/drawingml/2006/main" noGrp="1"/>
          </p:cNvSpPr>
          <p:nvPr/>
        </p:nvSpPr>
        <p:spPr>
          <a:xfrm xmlns:a="http://schemas.openxmlformats.org/drawingml/2006/main">
            <a:off x="10189872" y="3619500"/>
            <a:ext cx="80676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المدخلات</a:t>
            </a:r>
          </a:p>
        </p:txBody>
      </p:sp>
      <p:sp>
        <p:nvSpPr>
          <p:cNvPr id="20" name="">
            <a:extLst xmlns:a="http://schemas.openxmlformats.org/drawingml/2006/main">
              <a:ext uri="{FF2B5EF4-FFF2-40B4-BE49-F238E27FC236}">
                <a16:creationId xmlns:a16="http://schemas.microsoft.com/office/drawing/2014/main" id="{A941B10D-1A2A-4527-B4F4-EC66E9F21B71}"/>
              </a:ext>
            </a:extLst>
          </p:cNvPr>
          <p:cNvSpPr>
            <a:spLocks xmlns:a="http://schemas.openxmlformats.org/drawingml/2006/main" noGrp="1"/>
          </p:cNvSpPr>
          <p:nvPr/>
        </p:nvSpPr>
        <p:spPr>
          <a:xfrm xmlns:a="http://schemas.openxmlformats.org/drawingml/2006/main">
            <a:off x="13931261" y="4196715"/>
            <a:ext cx="46101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تحديد</a:t>
            </a:r>
          </a:p>
        </p:txBody>
      </p:sp>
      <p:sp>
        <p:nvSpPr>
          <p:cNvPr id="21" name="">
            <a:extLst xmlns:a="http://schemas.openxmlformats.org/drawingml/2006/main">
              <a:ext uri="{FF2B5EF4-FFF2-40B4-BE49-F238E27FC236}">
                <a16:creationId xmlns:a16="http://schemas.microsoft.com/office/drawing/2014/main" id="{59D62680-C3ED-466E-8E60-F854351CFB5C}"/>
              </a:ext>
            </a:extLst>
          </p:cNvPr>
          <p:cNvSpPr>
            <a:spLocks xmlns:a="http://schemas.openxmlformats.org/drawingml/2006/main" noGrp="1"/>
          </p:cNvSpPr>
          <p:nvPr/>
        </p:nvSpPr>
        <p:spPr>
          <a:xfrm xmlns:a="http://schemas.openxmlformats.org/drawingml/2006/main">
            <a:off x="13380557" y="4196715"/>
            <a:ext cx="477552"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الخطأ</a:t>
            </a:r>
          </a:p>
        </p:txBody>
      </p:sp>
      <p:sp>
        <p:nvSpPr>
          <p:cNvPr id="22" name="">
            <a:extLst xmlns:a="http://schemas.openxmlformats.org/drawingml/2006/main">
              <a:ext uri="{FF2B5EF4-FFF2-40B4-BE49-F238E27FC236}">
                <a16:creationId xmlns:a16="http://schemas.microsoft.com/office/drawing/2014/main" id="{6DE23465-3241-4FD4-AFF1-54F646FB9A4B}"/>
              </a:ext>
            </a:extLst>
          </p:cNvPr>
          <p:cNvSpPr>
            <a:spLocks xmlns:a="http://schemas.openxmlformats.org/drawingml/2006/main" noGrp="1"/>
          </p:cNvSpPr>
          <p:nvPr/>
        </p:nvSpPr>
        <p:spPr>
          <a:xfrm xmlns:a="http://schemas.openxmlformats.org/drawingml/2006/main">
            <a:off x="13142652" y="4196715"/>
            <a:ext cx="16475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ثم</a:t>
            </a:r>
          </a:p>
        </p:txBody>
      </p:sp>
      <p:sp>
        <p:nvSpPr>
          <p:cNvPr id="23" name="">
            <a:extLst xmlns:a="http://schemas.openxmlformats.org/drawingml/2006/main">
              <a:ext uri="{FF2B5EF4-FFF2-40B4-BE49-F238E27FC236}">
                <a16:creationId xmlns:a16="http://schemas.microsoft.com/office/drawing/2014/main" id="{C3A141CC-0677-400E-B0AD-66E20697C76A}"/>
              </a:ext>
            </a:extLst>
          </p:cNvPr>
          <p:cNvSpPr>
            <a:spLocks xmlns:a="http://schemas.openxmlformats.org/drawingml/2006/main" noGrp="1"/>
          </p:cNvSpPr>
          <p:nvPr/>
        </p:nvSpPr>
        <p:spPr>
          <a:xfrm xmlns:a="http://schemas.openxmlformats.org/drawingml/2006/main">
            <a:off x="12532566" y="4196715"/>
            <a:ext cx="53693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اقتراح</a:t>
            </a:r>
          </a:p>
        </p:txBody>
      </p:sp>
      <p:sp>
        <p:nvSpPr>
          <p:cNvPr id="24" name="">
            <a:extLst xmlns:a="http://schemas.openxmlformats.org/drawingml/2006/main">
              <a:ext uri="{FF2B5EF4-FFF2-40B4-BE49-F238E27FC236}">
                <a16:creationId xmlns:a16="http://schemas.microsoft.com/office/drawing/2014/main" id="{E6D7D1B8-A266-4904-B6F7-1A6C6B7371CC}"/>
              </a:ext>
            </a:extLst>
          </p:cNvPr>
          <p:cNvSpPr>
            <a:spLocks xmlns:a="http://schemas.openxmlformats.org/drawingml/2006/main" noGrp="1"/>
          </p:cNvSpPr>
          <p:nvPr/>
        </p:nvSpPr>
        <p:spPr>
          <a:xfrm xmlns:a="http://schemas.openxmlformats.org/drawingml/2006/main">
            <a:off x="11931074" y="4196715"/>
            <a:ext cx="52834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42B36"/>
                </a:solidFill>
                <a:latin typeface="Arial"/>
                <a:ea typeface="Arial"/>
                <a:cs typeface="Arial"/>
              </a:defRPr>
            </a:defPPr>
            <a:lvl1pPr algn="l">
              <a:defRPr sz="2100" b="0">
                <a:solidFill>
                  <a:srgbClr val="142B36"/>
                </a:solidFill>
                <a:latin typeface="Arial"/>
                <a:ea typeface="Arial"/>
                <a:cs typeface="Arial"/>
              </a:defRPr>
            </a:lvl1pPr>
            <a:lvl2pPr algn="l">
              <a:defRPr sz="2100" b="0">
                <a:solidFill>
                  <a:srgbClr val="142B36"/>
                </a:solidFill>
                <a:latin typeface="Arial"/>
                <a:ea typeface="Arial"/>
                <a:cs typeface="Arial"/>
              </a:defRPr>
            </a:lvl2pPr>
            <a:lvl3pPr algn="l">
              <a:defRPr sz="2100" b="0">
                <a:solidFill>
                  <a:srgbClr val="142B36"/>
                </a:solidFill>
                <a:latin typeface="Arial"/>
                <a:ea typeface="Arial"/>
                <a:cs typeface="Arial"/>
              </a:defRPr>
            </a:lvl3pPr>
            <a:lvl4pPr algn="l">
              <a:defRPr sz="2100" b="0">
                <a:solidFill>
                  <a:srgbClr val="142B36"/>
                </a:solidFill>
                <a:latin typeface="Arial"/>
                <a:ea typeface="Arial"/>
                <a:cs typeface="Arial"/>
              </a:defRPr>
            </a:lvl4pPr>
            <a:lvl5pPr algn="l">
              <a:defRPr sz="2100" b="0">
                <a:solidFill>
                  <a:srgbClr val="142B36"/>
                </a:solidFill>
                <a:latin typeface="Arial"/>
                <a:ea typeface="Arial"/>
                <a:cs typeface="Arial"/>
              </a:defRPr>
            </a:lvl5pPr>
            <a:lvl6pPr algn="l">
              <a:defRPr sz="2100" b="0">
                <a:solidFill>
                  <a:srgbClr val="142B36"/>
                </a:solidFill>
                <a:latin typeface="Arial"/>
                <a:ea typeface="Arial"/>
                <a:cs typeface="Arial"/>
              </a:defRPr>
            </a:lvl6pPr>
            <a:lvl7pPr algn="l">
              <a:defRPr sz="2100" b="0">
                <a:solidFill>
                  <a:srgbClr val="142B36"/>
                </a:solidFill>
                <a:latin typeface="Arial"/>
                <a:ea typeface="Arial"/>
                <a:cs typeface="Arial"/>
              </a:defRPr>
            </a:lvl7pPr>
            <a:lvl8pPr algn="l">
              <a:defRPr sz="2100" b="0">
                <a:solidFill>
                  <a:srgbClr val="142B36"/>
                </a:solidFill>
                <a:latin typeface="Arial"/>
                <a:ea typeface="Arial"/>
                <a:cs typeface="Arial"/>
              </a:defRPr>
            </a:lvl8pPr>
            <a:lvl9pPr algn="l">
              <a:defRPr sz="2100" b="0">
                <a:solidFill>
                  <a:srgbClr val="142B36"/>
                </a:solidFill>
                <a:latin typeface="Arial"/>
                <a:ea typeface="Arial"/>
                <a:cs typeface="Arial"/>
              </a:defRPr>
            </a:lvl9pPr>
          </a:lstStyle>
          <a:p xmlns:a="http://schemas.openxmlformats.org/drawingml/2006/main">
            <a:pPr algn="l">
              <a:defRPr sz="2100" b="0">
                <a:solidFill>
                  <a:srgbClr val="142B36"/>
                </a:solidFill>
                <a:latin typeface="Arial"/>
                <a:ea typeface="Arial"/>
                <a:cs typeface="Arial"/>
              </a:defRPr>
            </a:pPr>
            <a:r>
              <a:rPr sz="2100" b="0">
                <a:solidFill>
                  <a:srgbClr val="142B36"/>
                </a:solidFill>
                <a:latin typeface="Arial"/>
                <a:ea typeface="Arial"/>
                <a:cs typeface="Arial"/>
              </a:rPr>
              <a:t>LLM</a:t>
            </a:r>
          </a:p>
        </p:txBody>
      </p:sp>
      <p:sp>
        <p:nvSpPr>
          <p:cNvPr id="25" name="">
            <a:extLst xmlns:a="http://schemas.openxmlformats.org/drawingml/2006/main">
              <a:ext uri="{FF2B5EF4-FFF2-40B4-BE49-F238E27FC236}">
                <a16:creationId xmlns:a16="http://schemas.microsoft.com/office/drawing/2014/main" id="{1447DF55-331B-4034-8DB6-F5E7C209B5CB}"/>
              </a:ext>
            </a:extLst>
          </p:cNvPr>
          <p:cNvSpPr>
            <a:spLocks xmlns:a="http://schemas.openxmlformats.org/drawingml/2006/main" noGrp="1"/>
          </p:cNvSpPr>
          <p:nvPr/>
        </p:nvSpPr>
        <p:spPr>
          <a:xfrm xmlns:a="http://schemas.openxmlformats.org/drawingml/2006/main">
            <a:off x="11693169" y="4196715"/>
            <a:ext cx="16475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ثم</a:t>
            </a:r>
          </a:p>
        </p:txBody>
      </p:sp>
      <p:sp>
        <p:nvSpPr>
          <p:cNvPr id="26" name="">
            <a:extLst xmlns:a="http://schemas.openxmlformats.org/drawingml/2006/main">
              <a:ext uri="{FF2B5EF4-FFF2-40B4-BE49-F238E27FC236}">
                <a16:creationId xmlns:a16="http://schemas.microsoft.com/office/drawing/2014/main" id="{74066119-3989-479C-B202-AA2B04BC73F2}"/>
              </a:ext>
            </a:extLst>
          </p:cNvPr>
          <p:cNvSpPr>
            <a:spLocks xmlns:a="http://schemas.openxmlformats.org/drawingml/2006/main" noGrp="1"/>
          </p:cNvSpPr>
          <p:nvPr/>
        </p:nvSpPr>
        <p:spPr>
          <a:xfrm xmlns:a="http://schemas.openxmlformats.org/drawingml/2006/main">
            <a:off x="11178928" y="4196715"/>
            <a:ext cx="441089"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تحقق</a:t>
            </a:r>
          </a:p>
        </p:txBody>
      </p:sp>
      <p:sp>
        <p:nvSpPr>
          <p:cNvPr id="27" name="">
            <a:extLst xmlns:a="http://schemas.openxmlformats.org/drawingml/2006/main">
              <a:ext uri="{FF2B5EF4-FFF2-40B4-BE49-F238E27FC236}">
                <a16:creationId xmlns:a16="http://schemas.microsoft.com/office/drawing/2014/main" id="{F90BBD07-FDC0-446B-BB4A-BDCF18A78A07}"/>
              </a:ext>
            </a:extLst>
          </p:cNvPr>
          <p:cNvSpPr>
            <a:spLocks xmlns:a="http://schemas.openxmlformats.org/drawingml/2006/main" noGrp="1"/>
          </p:cNvSpPr>
          <p:nvPr/>
        </p:nvSpPr>
        <p:spPr>
          <a:xfrm xmlns:a="http://schemas.openxmlformats.org/drawingml/2006/main">
            <a:off x="10533290" y="4196715"/>
            <a:ext cx="572486"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42B36"/>
                </a:solidFill>
                <a:latin typeface="Arial"/>
                <a:ea typeface="Arial"/>
                <a:cs typeface="Arial"/>
              </a:defRPr>
            </a:defPPr>
            <a:lvl1pPr algn="l">
              <a:defRPr sz="2100" b="0">
                <a:solidFill>
                  <a:srgbClr val="142B36"/>
                </a:solidFill>
                <a:latin typeface="Arial"/>
                <a:ea typeface="Arial"/>
                <a:cs typeface="Arial"/>
              </a:defRPr>
            </a:lvl1pPr>
            <a:lvl2pPr algn="l">
              <a:defRPr sz="2100" b="0">
                <a:solidFill>
                  <a:srgbClr val="142B36"/>
                </a:solidFill>
                <a:latin typeface="Arial"/>
                <a:ea typeface="Arial"/>
                <a:cs typeface="Arial"/>
              </a:defRPr>
            </a:lvl2pPr>
            <a:lvl3pPr algn="l">
              <a:defRPr sz="2100" b="0">
                <a:solidFill>
                  <a:srgbClr val="142B36"/>
                </a:solidFill>
                <a:latin typeface="Arial"/>
                <a:ea typeface="Arial"/>
                <a:cs typeface="Arial"/>
              </a:defRPr>
            </a:lvl3pPr>
            <a:lvl4pPr algn="l">
              <a:defRPr sz="2100" b="0">
                <a:solidFill>
                  <a:srgbClr val="142B36"/>
                </a:solidFill>
                <a:latin typeface="Arial"/>
                <a:ea typeface="Arial"/>
                <a:cs typeface="Arial"/>
              </a:defRPr>
            </a:lvl4pPr>
            <a:lvl5pPr algn="l">
              <a:defRPr sz="2100" b="0">
                <a:solidFill>
                  <a:srgbClr val="142B36"/>
                </a:solidFill>
                <a:latin typeface="Arial"/>
                <a:ea typeface="Arial"/>
                <a:cs typeface="Arial"/>
              </a:defRPr>
            </a:lvl5pPr>
            <a:lvl6pPr algn="l">
              <a:defRPr sz="2100" b="0">
                <a:solidFill>
                  <a:srgbClr val="142B36"/>
                </a:solidFill>
                <a:latin typeface="Arial"/>
                <a:ea typeface="Arial"/>
                <a:cs typeface="Arial"/>
              </a:defRPr>
            </a:lvl6pPr>
            <a:lvl7pPr algn="l">
              <a:defRPr sz="2100" b="0">
                <a:solidFill>
                  <a:srgbClr val="142B36"/>
                </a:solidFill>
                <a:latin typeface="Arial"/>
                <a:ea typeface="Arial"/>
                <a:cs typeface="Arial"/>
              </a:defRPr>
            </a:lvl7pPr>
            <a:lvl8pPr algn="l">
              <a:defRPr sz="2100" b="0">
                <a:solidFill>
                  <a:srgbClr val="142B36"/>
                </a:solidFill>
                <a:latin typeface="Arial"/>
                <a:ea typeface="Arial"/>
                <a:cs typeface="Arial"/>
              </a:defRPr>
            </a:lvl8pPr>
            <a:lvl9pPr algn="l">
              <a:defRPr sz="2100" b="0">
                <a:solidFill>
                  <a:srgbClr val="142B36"/>
                </a:solidFill>
                <a:latin typeface="Arial"/>
                <a:ea typeface="Arial"/>
                <a:cs typeface="Arial"/>
              </a:defRPr>
            </a:lvl9pPr>
          </a:lstStyle>
          <a:p xmlns:a="http://schemas.openxmlformats.org/drawingml/2006/main">
            <a:pPr algn="l">
              <a:defRPr sz="2100" b="0">
                <a:solidFill>
                  <a:srgbClr val="142B36"/>
                </a:solidFill>
                <a:latin typeface="Arial"/>
                <a:ea typeface="Arial"/>
                <a:cs typeface="Arial"/>
              </a:defRPr>
            </a:pPr>
            <a:r>
              <a:rPr sz="2100" b="0">
                <a:solidFill>
                  <a:srgbClr val="142B36"/>
                </a:solidFill>
                <a:latin typeface="Arial"/>
                <a:ea typeface="Arial"/>
                <a:cs typeface="Arial"/>
              </a:rPr>
              <a:t>SMT</a:t>
            </a:r>
          </a:p>
        </p:txBody>
      </p:sp>
      <p:sp>
        <p:nvSpPr>
          <p:cNvPr id="28" name="">
            <a:extLst xmlns:a="http://schemas.openxmlformats.org/drawingml/2006/main">
              <a:ext uri="{FF2B5EF4-FFF2-40B4-BE49-F238E27FC236}">
                <a16:creationId xmlns:a16="http://schemas.microsoft.com/office/drawing/2014/main" id="{673F6AFE-87B5-4AF1-A457-9965E8292E8E}"/>
              </a:ext>
            </a:extLst>
          </p:cNvPr>
          <p:cNvSpPr>
            <a:spLocks xmlns:a="http://schemas.openxmlformats.org/drawingml/2006/main" noGrp="1"/>
          </p:cNvSpPr>
          <p:nvPr/>
        </p:nvSpPr>
        <p:spPr>
          <a:xfrm xmlns:a="http://schemas.openxmlformats.org/drawingml/2006/main">
            <a:off x="13937773" y="4773930"/>
            <a:ext cx="454502"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42B36"/>
                </a:solidFill>
                <a:latin typeface="Arial"/>
                <a:ea typeface="Arial"/>
                <a:cs typeface="Arial"/>
              </a:defRPr>
            </a:defPPr>
            <a:lvl1pPr algn="l">
              <a:defRPr sz="2100" b="0">
                <a:solidFill>
                  <a:srgbClr val="142B36"/>
                </a:solidFill>
                <a:latin typeface="Arial"/>
                <a:ea typeface="Arial"/>
                <a:cs typeface="Arial"/>
              </a:defRPr>
            </a:lvl1pPr>
            <a:lvl2pPr algn="l">
              <a:defRPr sz="2100" b="0">
                <a:solidFill>
                  <a:srgbClr val="142B36"/>
                </a:solidFill>
                <a:latin typeface="Arial"/>
                <a:ea typeface="Arial"/>
                <a:cs typeface="Arial"/>
              </a:defRPr>
            </a:lvl2pPr>
            <a:lvl3pPr algn="l">
              <a:defRPr sz="2100" b="0">
                <a:solidFill>
                  <a:srgbClr val="142B36"/>
                </a:solidFill>
                <a:latin typeface="Arial"/>
                <a:ea typeface="Arial"/>
                <a:cs typeface="Arial"/>
              </a:defRPr>
            </a:lvl3pPr>
            <a:lvl4pPr algn="l">
              <a:defRPr sz="2100" b="0">
                <a:solidFill>
                  <a:srgbClr val="142B36"/>
                </a:solidFill>
                <a:latin typeface="Arial"/>
                <a:ea typeface="Arial"/>
                <a:cs typeface="Arial"/>
              </a:defRPr>
            </a:lvl4pPr>
            <a:lvl5pPr algn="l">
              <a:defRPr sz="2100" b="0">
                <a:solidFill>
                  <a:srgbClr val="142B36"/>
                </a:solidFill>
                <a:latin typeface="Arial"/>
                <a:ea typeface="Arial"/>
                <a:cs typeface="Arial"/>
              </a:defRPr>
            </a:lvl5pPr>
            <a:lvl6pPr algn="l">
              <a:defRPr sz="2100" b="0">
                <a:solidFill>
                  <a:srgbClr val="142B36"/>
                </a:solidFill>
                <a:latin typeface="Arial"/>
                <a:ea typeface="Arial"/>
                <a:cs typeface="Arial"/>
              </a:defRPr>
            </a:lvl6pPr>
            <a:lvl7pPr algn="l">
              <a:defRPr sz="2100" b="0">
                <a:solidFill>
                  <a:srgbClr val="142B36"/>
                </a:solidFill>
                <a:latin typeface="Arial"/>
                <a:ea typeface="Arial"/>
                <a:cs typeface="Arial"/>
              </a:defRPr>
            </a:lvl7pPr>
            <a:lvl8pPr algn="l">
              <a:defRPr sz="2100" b="0">
                <a:solidFill>
                  <a:srgbClr val="142B36"/>
                </a:solidFill>
                <a:latin typeface="Arial"/>
                <a:ea typeface="Arial"/>
                <a:cs typeface="Arial"/>
              </a:defRPr>
            </a:lvl8pPr>
            <a:lvl9pPr algn="l">
              <a:defRPr sz="2100" b="0">
                <a:solidFill>
                  <a:srgbClr val="142B36"/>
                </a:solidFill>
                <a:latin typeface="Arial"/>
                <a:ea typeface="Arial"/>
                <a:cs typeface="Arial"/>
              </a:defRPr>
            </a:lvl9pPr>
          </a:lstStyle>
          <a:p xmlns:a="http://schemas.openxmlformats.org/drawingml/2006/main">
            <a:pPr algn="l">
              <a:defRPr sz="2100" b="0">
                <a:solidFill>
                  <a:srgbClr val="142B36"/>
                </a:solidFill>
                <a:latin typeface="Arial"/>
                <a:ea typeface="Arial"/>
                <a:cs typeface="Arial"/>
              </a:defRPr>
            </a:pPr>
            <a:r>
              <a:rPr sz="2100" b="0">
                <a:solidFill>
                  <a:srgbClr val="142B36"/>
                </a:solidFill>
                <a:latin typeface="Arial"/>
                <a:ea typeface="Arial"/>
                <a:cs typeface="Arial"/>
              </a:rPr>
              <a:t>237</a:t>
            </a:r>
          </a:p>
        </p:txBody>
      </p:sp>
      <p:sp>
        <p:nvSpPr>
          <p:cNvPr id="29" name="">
            <a:extLst xmlns:a="http://schemas.openxmlformats.org/drawingml/2006/main">
              <a:ext uri="{FF2B5EF4-FFF2-40B4-BE49-F238E27FC236}">
                <a16:creationId xmlns:a16="http://schemas.microsoft.com/office/drawing/2014/main" id="{6308CE00-D8CA-48FD-A2A3-E8AFE1A2FAF7}"/>
              </a:ext>
            </a:extLst>
          </p:cNvPr>
          <p:cNvSpPr>
            <a:spLocks xmlns:a="http://schemas.openxmlformats.org/drawingml/2006/main" noGrp="1"/>
          </p:cNvSpPr>
          <p:nvPr/>
        </p:nvSpPr>
        <p:spPr>
          <a:xfrm xmlns:a="http://schemas.openxmlformats.org/drawingml/2006/main">
            <a:off x="13211525" y="4773930"/>
            <a:ext cx="65309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إصلاحًا</a:t>
            </a:r>
          </a:p>
        </p:txBody>
      </p:sp>
      <p:sp>
        <p:nvSpPr>
          <p:cNvPr id="30" name="">
            <a:extLst xmlns:a="http://schemas.openxmlformats.org/drawingml/2006/main">
              <a:ext uri="{FF2B5EF4-FFF2-40B4-BE49-F238E27FC236}">
                <a16:creationId xmlns:a16="http://schemas.microsoft.com/office/drawing/2014/main" id="{C667FC49-39EE-451C-A6B5-E8028AB81545}"/>
              </a:ext>
            </a:extLst>
          </p:cNvPr>
          <p:cNvSpPr>
            <a:spLocks xmlns:a="http://schemas.openxmlformats.org/drawingml/2006/main" noGrp="1"/>
          </p:cNvSpPr>
          <p:nvPr/>
        </p:nvSpPr>
        <p:spPr>
          <a:xfrm xmlns:a="http://schemas.openxmlformats.org/drawingml/2006/main">
            <a:off x="12697284" y="4773930"/>
            <a:ext cx="441089"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كاملًا</a:t>
            </a:r>
          </a:p>
        </p:txBody>
      </p:sp>
      <p:sp>
        <p:nvSpPr>
          <p:cNvPr id="31" name="">
            <a:extLst xmlns:a="http://schemas.openxmlformats.org/drawingml/2006/main">
              <a:ext uri="{FF2B5EF4-FFF2-40B4-BE49-F238E27FC236}">
                <a16:creationId xmlns:a16="http://schemas.microsoft.com/office/drawing/2014/main" id="{46457B1B-9F52-41BD-9BA1-012D671A5091}"/>
              </a:ext>
            </a:extLst>
          </p:cNvPr>
          <p:cNvSpPr>
            <a:spLocks xmlns:a="http://schemas.openxmlformats.org/drawingml/2006/main" noGrp="1"/>
          </p:cNvSpPr>
          <p:nvPr/>
        </p:nvSpPr>
        <p:spPr>
          <a:xfrm xmlns:a="http://schemas.openxmlformats.org/drawingml/2006/main">
            <a:off x="12369264" y="4773930"/>
            <a:ext cx="254868"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من</a:t>
            </a:r>
          </a:p>
        </p:txBody>
      </p:sp>
      <p:sp>
        <p:nvSpPr>
          <p:cNvPr id="32" name="">
            <a:extLst xmlns:a="http://schemas.openxmlformats.org/drawingml/2006/main">
              <a:ext uri="{FF2B5EF4-FFF2-40B4-BE49-F238E27FC236}">
                <a16:creationId xmlns:a16="http://schemas.microsoft.com/office/drawing/2014/main" id="{3B86DCD6-9CAE-49D7-9200-83757F2F9F8D}"/>
              </a:ext>
            </a:extLst>
          </p:cNvPr>
          <p:cNvSpPr>
            <a:spLocks xmlns:a="http://schemas.openxmlformats.org/drawingml/2006/main" noGrp="1"/>
          </p:cNvSpPr>
          <p:nvPr/>
        </p:nvSpPr>
        <p:spPr>
          <a:xfrm xmlns:a="http://schemas.openxmlformats.org/drawingml/2006/main">
            <a:off x="11841609" y="4773930"/>
            <a:ext cx="454502"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42B36"/>
                </a:solidFill>
                <a:latin typeface="Arial"/>
                <a:ea typeface="Arial"/>
                <a:cs typeface="Arial"/>
              </a:defRPr>
            </a:defPPr>
            <a:lvl1pPr algn="l">
              <a:defRPr sz="2100" b="0">
                <a:solidFill>
                  <a:srgbClr val="142B36"/>
                </a:solidFill>
                <a:latin typeface="Arial"/>
                <a:ea typeface="Arial"/>
                <a:cs typeface="Arial"/>
              </a:defRPr>
            </a:lvl1pPr>
            <a:lvl2pPr algn="l">
              <a:defRPr sz="2100" b="0">
                <a:solidFill>
                  <a:srgbClr val="142B36"/>
                </a:solidFill>
                <a:latin typeface="Arial"/>
                <a:ea typeface="Arial"/>
                <a:cs typeface="Arial"/>
              </a:defRPr>
            </a:lvl2pPr>
            <a:lvl3pPr algn="l">
              <a:defRPr sz="2100" b="0">
                <a:solidFill>
                  <a:srgbClr val="142B36"/>
                </a:solidFill>
                <a:latin typeface="Arial"/>
                <a:ea typeface="Arial"/>
                <a:cs typeface="Arial"/>
              </a:defRPr>
            </a:lvl3pPr>
            <a:lvl4pPr algn="l">
              <a:defRPr sz="2100" b="0">
                <a:solidFill>
                  <a:srgbClr val="142B36"/>
                </a:solidFill>
                <a:latin typeface="Arial"/>
                <a:ea typeface="Arial"/>
                <a:cs typeface="Arial"/>
              </a:defRPr>
            </a:lvl4pPr>
            <a:lvl5pPr algn="l">
              <a:defRPr sz="2100" b="0">
                <a:solidFill>
                  <a:srgbClr val="142B36"/>
                </a:solidFill>
                <a:latin typeface="Arial"/>
                <a:ea typeface="Arial"/>
                <a:cs typeface="Arial"/>
              </a:defRPr>
            </a:lvl5pPr>
            <a:lvl6pPr algn="l">
              <a:defRPr sz="2100" b="0">
                <a:solidFill>
                  <a:srgbClr val="142B36"/>
                </a:solidFill>
                <a:latin typeface="Arial"/>
                <a:ea typeface="Arial"/>
                <a:cs typeface="Arial"/>
              </a:defRPr>
            </a:lvl6pPr>
            <a:lvl7pPr algn="l">
              <a:defRPr sz="2100" b="0">
                <a:solidFill>
                  <a:srgbClr val="142B36"/>
                </a:solidFill>
                <a:latin typeface="Arial"/>
                <a:ea typeface="Arial"/>
                <a:cs typeface="Arial"/>
              </a:defRPr>
            </a:lvl7pPr>
            <a:lvl8pPr algn="l">
              <a:defRPr sz="2100" b="0">
                <a:solidFill>
                  <a:srgbClr val="142B36"/>
                </a:solidFill>
                <a:latin typeface="Arial"/>
                <a:ea typeface="Arial"/>
                <a:cs typeface="Arial"/>
              </a:defRPr>
            </a:lvl8pPr>
            <a:lvl9pPr algn="l">
              <a:defRPr sz="2100" b="0">
                <a:solidFill>
                  <a:srgbClr val="142B36"/>
                </a:solidFill>
                <a:latin typeface="Arial"/>
                <a:ea typeface="Arial"/>
                <a:cs typeface="Arial"/>
              </a:defRPr>
            </a:lvl9pPr>
          </a:lstStyle>
          <a:p xmlns:a="http://schemas.openxmlformats.org/drawingml/2006/main">
            <a:pPr algn="l">
              <a:defRPr sz="2100" b="0">
                <a:solidFill>
                  <a:srgbClr val="142B36"/>
                </a:solidFill>
                <a:latin typeface="Arial"/>
                <a:ea typeface="Arial"/>
                <a:cs typeface="Arial"/>
              </a:defRPr>
            </a:pPr>
            <a:r>
              <a:rPr sz="2100" b="0">
                <a:solidFill>
                  <a:srgbClr val="142B36"/>
                </a:solidFill>
                <a:latin typeface="Arial"/>
                <a:ea typeface="Arial"/>
                <a:cs typeface="Arial"/>
              </a:rPr>
              <a:t>282</a:t>
            </a:r>
          </a:p>
        </p:txBody>
      </p:sp>
      <p:sp>
        <p:nvSpPr>
          <p:cNvPr id="33" name="">
            <a:extLst xmlns:a="http://schemas.openxmlformats.org/drawingml/2006/main">
              <a:ext uri="{FF2B5EF4-FFF2-40B4-BE49-F238E27FC236}">
                <a16:creationId xmlns:a16="http://schemas.microsoft.com/office/drawing/2014/main" id="{71BEED47-A278-414F-B370-A25D2666156B}"/>
              </a:ext>
            </a:extLst>
          </p:cNvPr>
          <p:cNvSpPr>
            <a:spLocks xmlns:a="http://schemas.openxmlformats.org/drawingml/2006/main" noGrp="1"/>
          </p:cNvSpPr>
          <p:nvPr/>
        </p:nvSpPr>
        <p:spPr>
          <a:xfrm xmlns:a="http://schemas.openxmlformats.org/drawingml/2006/main">
            <a:off x="11322420" y="4773930"/>
            <a:ext cx="446038"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مقابل</a:t>
            </a:r>
          </a:p>
        </p:txBody>
      </p:sp>
      <p:sp>
        <p:nvSpPr>
          <p:cNvPr id="34" name="">
            <a:extLst xmlns:a="http://schemas.openxmlformats.org/drawingml/2006/main">
              <a:ext uri="{FF2B5EF4-FFF2-40B4-BE49-F238E27FC236}">
                <a16:creationId xmlns:a16="http://schemas.microsoft.com/office/drawing/2014/main" id="{6A6A4B4B-3E3A-41E5-82AF-F340CD1F21C1}"/>
              </a:ext>
            </a:extLst>
          </p:cNvPr>
          <p:cNvSpPr>
            <a:spLocks xmlns:a="http://schemas.openxmlformats.org/drawingml/2006/main" noGrp="1"/>
          </p:cNvSpPr>
          <p:nvPr/>
        </p:nvSpPr>
        <p:spPr>
          <a:xfrm xmlns:a="http://schemas.openxmlformats.org/drawingml/2006/main">
            <a:off x="10794765" y="4773930"/>
            <a:ext cx="454502"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42B36"/>
                </a:solidFill>
                <a:latin typeface="Arial"/>
                <a:ea typeface="Arial"/>
                <a:cs typeface="Arial"/>
              </a:defRPr>
            </a:defPPr>
            <a:lvl1pPr algn="l">
              <a:defRPr sz="2100" b="0">
                <a:solidFill>
                  <a:srgbClr val="142B36"/>
                </a:solidFill>
                <a:latin typeface="Arial"/>
                <a:ea typeface="Arial"/>
                <a:cs typeface="Arial"/>
              </a:defRPr>
            </a:lvl1pPr>
            <a:lvl2pPr algn="l">
              <a:defRPr sz="2100" b="0">
                <a:solidFill>
                  <a:srgbClr val="142B36"/>
                </a:solidFill>
                <a:latin typeface="Arial"/>
                <a:ea typeface="Arial"/>
                <a:cs typeface="Arial"/>
              </a:defRPr>
            </a:lvl2pPr>
            <a:lvl3pPr algn="l">
              <a:defRPr sz="2100" b="0">
                <a:solidFill>
                  <a:srgbClr val="142B36"/>
                </a:solidFill>
                <a:latin typeface="Arial"/>
                <a:ea typeface="Arial"/>
                <a:cs typeface="Arial"/>
              </a:defRPr>
            </a:lvl3pPr>
            <a:lvl4pPr algn="l">
              <a:defRPr sz="2100" b="0">
                <a:solidFill>
                  <a:srgbClr val="142B36"/>
                </a:solidFill>
                <a:latin typeface="Arial"/>
                <a:ea typeface="Arial"/>
                <a:cs typeface="Arial"/>
              </a:defRPr>
            </a:lvl4pPr>
            <a:lvl5pPr algn="l">
              <a:defRPr sz="2100" b="0">
                <a:solidFill>
                  <a:srgbClr val="142B36"/>
                </a:solidFill>
                <a:latin typeface="Arial"/>
                <a:ea typeface="Arial"/>
                <a:cs typeface="Arial"/>
              </a:defRPr>
            </a:lvl5pPr>
            <a:lvl6pPr algn="l">
              <a:defRPr sz="2100" b="0">
                <a:solidFill>
                  <a:srgbClr val="142B36"/>
                </a:solidFill>
                <a:latin typeface="Arial"/>
                <a:ea typeface="Arial"/>
                <a:cs typeface="Arial"/>
              </a:defRPr>
            </a:lvl6pPr>
            <a:lvl7pPr algn="l">
              <a:defRPr sz="2100" b="0">
                <a:solidFill>
                  <a:srgbClr val="142B36"/>
                </a:solidFill>
                <a:latin typeface="Arial"/>
                <a:ea typeface="Arial"/>
                <a:cs typeface="Arial"/>
              </a:defRPr>
            </a:lvl7pPr>
            <a:lvl8pPr algn="l">
              <a:defRPr sz="2100" b="0">
                <a:solidFill>
                  <a:srgbClr val="142B36"/>
                </a:solidFill>
                <a:latin typeface="Arial"/>
                <a:ea typeface="Arial"/>
                <a:cs typeface="Arial"/>
              </a:defRPr>
            </a:lvl8pPr>
            <a:lvl9pPr algn="l">
              <a:defRPr sz="2100" b="0">
                <a:solidFill>
                  <a:srgbClr val="142B36"/>
                </a:solidFill>
                <a:latin typeface="Arial"/>
                <a:ea typeface="Arial"/>
                <a:cs typeface="Arial"/>
              </a:defRPr>
            </a:lvl9pPr>
          </a:lstStyle>
          <a:p xmlns:a="http://schemas.openxmlformats.org/drawingml/2006/main">
            <a:pPr algn="l">
              <a:defRPr sz="2100" b="0">
                <a:solidFill>
                  <a:srgbClr val="142B36"/>
                </a:solidFill>
                <a:latin typeface="Arial"/>
                <a:ea typeface="Arial"/>
                <a:cs typeface="Arial"/>
              </a:defRPr>
            </a:pPr>
            <a:r>
              <a:rPr sz="2100" b="0">
                <a:solidFill>
                  <a:srgbClr val="142B36"/>
                </a:solidFill>
                <a:latin typeface="Arial"/>
                <a:ea typeface="Arial"/>
                <a:cs typeface="Arial"/>
              </a:rPr>
              <a:t>136</a:t>
            </a:r>
          </a:p>
        </p:txBody>
      </p:sp>
      <p:sp>
        <p:nvSpPr>
          <p:cNvPr id="35" name="">
            <a:extLst xmlns:a="http://schemas.openxmlformats.org/drawingml/2006/main">
              <a:ext uri="{FF2B5EF4-FFF2-40B4-BE49-F238E27FC236}">
                <a16:creationId xmlns:a16="http://schemas.microsoft.com/office/drawing/2014/main" id="{0E1461F4-1F06-43B3-837C-2DC240F40A7A}"/>
              </a:ext>
            </a:extLst>
          </p:cNvPr>
          <p:cNvSpPr>
            <a:spLocks xmlns:a="http://schemas.openxmlformats.org/drawingml/2006/main" noGrp="1"/>
          </p:cNvSpPr>
          <p:nvPr/>
        </p:nvSpPr>
        <p:spPr>
          <a:xfrm xmlns:a="http://schemas.openxmlformats.org/drawingml/2006/main">
            <a:off x="10104851" y="4773930"/>
            <a:ext cx="616762"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للمرجع</a:t>
            </a:r>
          </a:p>
        </p:txBody>
      </p:sp>
      <p:sp>
        <p:nvSpPr>
          <p:cNvPr id="36" name="">
            <a:extLst xmlns:a="http://schemas.openxmlformats.org/drawingml/2006/main">
              <a:ext uri="{FF2B5EF4-FFF2-40B4-BE49-F238E27FC236}">
                <a16:creationId xmlns:a16="http://schemas.microsoft.com/office/drawing/2014/main" id="{BEE5A0BA-79A0-4BAE-BA0C-29DA74556FCD}"/>
              </a:ext>
            </a:extLst>
          </p:cNvPr>
          <p:cNvSpPr>
            <a:spLocks xmlns:a="http://schemas.openxmlformats.org/drawingml/2006/main" noGrp="1"/>
          </p:cNvSpPr>
          <p:nvPr/>
        </p:nvSpPr>
        <p:spPr>
          <a:xfrm xmlns:a="http://schemas.openxmlformats.org/drawingml/2006/main">
            <a:off x="13895319" y="5351145"/>
            <a:ext cx="496956"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عشرة</a:t>
            </a:r>
          </a:p>
        </p:txBody>
      </p:sp>
      <p:sp>
        <p:nvSpPr>
          <p:cNvPr id="37" name="">
            <a:extLst xmlns:a="http://schemas.openxmlformats.org/drawingml/2006/main">
              <a:ext uri="{FF2B5EF4-FFF2-40B4-BE49-F238E27FC236}">
                <a16:creationId xmlns:a16="http://schemas.microsoft.com/office/drawing/2014/main" id="{99E0779E-7C04-4AD0-9C4B-AF808724BB56}"/>
              </a:ext>
            </a:extLst>
          </p:cNvPr>
          <p:cNvSpPr>
            <a:spLocks xmlns:a="http://schemas.openxmlformats.org/drawingml/2006/main" noGrp="1"/>
          </p:cNvSpPr>
          <p:nvPr/>
        </p:nvSpPr>
        <p:spPr>
          <a:xfrm xmlns:a="http://schemas.openxmlformats.org/drawingml/2006/main">
            <a:off x="13285753" y="5351145"/>
            <a:ext cx="53641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طلبات</a:t>
            </a:r>
          </a:p>
        </p:txBody>
      </p:sp>
      <p:sp>
        <p:nvSpPr>
          <p:cNvPr id="38" name="">
            <a:extLst xmlns:a="http://schemas.openxmlformats.org/drawingml/2006/main">
              <a:ext uri="{FF2B5EF4-FFF2-40B4-BE49-F238E27FC236}">
                <a16:creationId xmlns:a16="http://schemas.microsoft.com/office/drawing/2014/main" id="{106D5B22-0AFA-45BF-BBF5-AEF24589A67D}"/>
              </a:ext>
            </a:extLst>
          </p:cNvPr>
          <p:cNvSpPr>
            <a:spLocks xmlns:a="http://schemas.openxmlformats.org/drawingml/2006/main" noGrp="1"/>
          </p:cNvSpPr>
          <p:nvPr/>
        </p:nvSpPr>
        <p:spPr>
          <a:xfrm xmlns:a="http://schemas.openxmlformats.org/drawingml/2006/main">
            <a:off x="12907727" y="5351145"/>
            <a:ext cx="30487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لكل</a:t>
            </a:r>
          </a:p>
        </p:txBody>
      </p:sp>
      <p:sp>
        <p:nvSpPr>
          <p:cNvPr id="39" name="">
            <a:extLst xmlns:a="http://schemas.openxmlformats.org/drawingml/2006/main">
              <a:ext uri="{FF2B5EF4-FFF2-40B4-BE49-F238E27FC236}">
                <a16:creationId xmlns:a16="http://schemas.microsoft.com/office/drawing/2014/main" id="{344107E5-6E92-43B1-9716-2BA9585E6321}"/>
              </a:ext>
            </a:extLst>
          </p:cNvPr>
          <p:cNvSpPr>
            <a:spLocks xmlns:a="http://schemas.openxmlformats.org/drawingml/2006/main" noGrp="1"/>
          </p:cNvSpPr>
          <p:nvPr/>
        </p:nvSpPr>
        <p:spPr>
          <a:xfrm xmlns:a="http://schemas.openxmlformats.org/drawingml/2006/main">
            <a:off x="12230575" y="5351145"/>
            <a:ext cx="6040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سياسة؛</a:t>
            </a:r>
          </a:p>
        </p:txBody>
      </p:sp>
      <p:sp>
        <p:nvSpPr>
          <p:cNvPr id="40" name="">
            <a:extLst xmlns:a="http://schemas.openxmlformats.org/drawingml/2006/main">
              <a:ext uri="{FF2B5EF4-FFF2-40B4-BE49-F238E27FC236}">
                <a16:creationId xmlns:a16="http://schemas.microsoft.com/office/drawing/2014/main" id="{3D25290D-B8A8-48DE-957A-5FB9014D4C71}"/>
              </a:ext>
            </a:extLst>
          </p:cNvPr>
          <p:cNvSpPr>
            <a:spLocks xmlns:a="http://schemas.openxmlformats.org/drawingml/2006/main" noGrp="1"/>
          </p:cNvSpPr>
          <p:nvPr/>
        </p:nvSpPr>
        <p:spPr>
          <a:xfrm xmlns:a="http://schemas.openxmlformats.org/drawingml/2006/main">
            <a:off x="11567226" y="5351145"/>
            <a:ext cx="590197"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وخمس</a:t>
            </a:r>
          </a:p>
        </p:txBody>
      </p:sp>
      <p:sp>
        <p:nvSpPr>
          <p:cNvPr id="41" name="">
            <a:extLst xmlns:a="http://schemas.openxmlformats.org/drawingml/2006/main">
              <a:ext uri="{FF2B5EF4-FFF2-40B4-BE49-F238E27FC236}">
                <a16:creationId xmlns:a16="http://schemas.microsoft.com/office/drawing/2014/main" id="{B77E88E9-8CAF-40FA-AE21-9AD1CDD19FFA}"/>
              </a:ext>
            </a:extLst>
          </p:cNvPr>
          <p:cNvSpPr>
            <a:spLocks xmlns:a="http://schemas.openxmlformats.org/drawingml/2006/main" noGrp="1"/>
          </p:cNvSpPr>
          <p:nvPr/>
        </p:nvSpPr>
        <p:spPr>
          <a:xfrm xmlns:a="http://schemas.openxmlformats.org/drawingml/2006/main">
            <a:off x="10903487" y="5351145"/>
            <a:ext cx="590587"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دورات</a:t>
            </a:r>
          </a:p>
        </p:txBody>
      </p:sp>
      <p:sp>
        <p:nvSpPr>
          <p:cNvPr id="42" name="">
            <a:extLst xmlns:a="http://schemas.openxmlformats.org/drawingml/2006/main">
              <a:ext uri="{FF2B5EF4-FFF2-40B4-BE49-F238E27FC236}">
                <a16:creationId xmlns:a16="http://schemas.microsoft.com/office/drawing/2014/main" id="{8D49BBEE-022D-49CE-BEDF-70AA0F79F9EF}"/>
              </a:ext>
            </a:extLst>
          </p:cNvPr>
          <p:cNvSpPr>
            <a:spLocks xmlns:a="http://schemas.openxmlformats.org/drawingml/2006/main" noGrp="1"/>
          </p:cNvSpPr>
          <p:nvPr/>
        </p:nvSpPr>
        <p:spPr>
          <a:xfrm xmlns:a="http://schemas.openxmlformats.org/drawingml/2006/main">
            <a:off x="10484440" y="5351145"/>
            <a:ext cx="34589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كحد</a:t>
            </a:r>
          </a:p>
        </p:txBody>
      </p:sp>
      <p:sp>
        <p:nvSpPr>
          <p:cNvPr id="43" name="">
            <a:extLst xmlns:a="http://schemas.openxmlformats.org/drawingml/2006/main">
              <a:ext uri="{FF2B5EF4-FFF2-40B4-BE49-F238E27FC236}">
                <a16:creationId xmlns:a16="http://schemas.microsoft.com/office/drawing/2014/main" id="{EA80AD1D-A2F3-4502-907E-CEEAA93C1733}"/>
              </a:ext>
            </a:extLst>
          </p:cNvPr>
          <p:cNvSpPr>
            <a:spLocks xmlns:a="http://schemas.openxmlformats.org/drawingml/2006/main" noGrp="1"/>
          </p:cNvSpPr>
          <p:nvPr/>
        </p:nvSpPr>
        <p:spPr>
          <a:xfrm xmlns:a="http://schemas.openxmlformats.org/drawingml/2006/main">
            <a:off x="9892585" y="5351145"/>
            <a:ext cx="51870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أقصى</a:t>
            </a:r>
          </a:p>
        </p:txBody>
      </p:sp>
      <p:sp>
        <p:nvSpPr>
          <p:cNvPr id="44" name="">
            <a:extLst xmlns:a="http://schemas.openxmlformats.org/drawingml/2006/main">
              <a:ext uri="{FF2B5EF4-FFF2-40B4-BE49-F238E27FC236}">
                <a16:creationId xmlns:a16="http://schemas.microsoft.com/office/drawing/2014/main" id="{7BE823F7-F580-4ECA-871F-402F789D3C4A}"/>
              </a:ext>
            </a:extLst>
          </p:cNvPr>
          <p:cNvSpPr>
            <a:spLocks xmlns:a="http://schemas.openxmlformats.org/drawingml/2006/main" noGrp="1"/>
          </p:cNvSpPr>
          <p:nvPr/>
        </p:nvSpPr>
        <p:spPr>
          <a:xfrm xmlns:a="http://schemas.openxmlformats.org/drawingml/2006/main">
            <a:off x="14087401" y="5928360"/>
            <a:ext cx="30487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عند</a:t>
            </a:r>
          </a:p>
        </p:txBody>
      </p:sp>
      <p:sp>
        <p:nvSpPr>
          <p:cNvPr id="45" name="">
            <a:extLst xmlns:a="http://schemas.openxmlformats.org/drawingml/2006/main">
              <a:ext uri="{FF2B5EF4-FFF2-40B4-BE49-F238E27FC236}">
                <a16:creationId xmlns:a16="http://schemas.microsoft.com/office/drawing/2014/main" id="{3C2360DB-7AEE-4E8D-9BE4-ACD280CD6B81}"/>
              </a:ext>
            </a:extLst>
          </p:cNvPr>
          <p:cNvSpPr>
            <a:spLocks xmlns:a="http://schemas.openxmlformats.org/drawingml/2006/main" noGrp="1"/>
          </p:cNvSpPr>
          <p:nvPr/>
        </p:nvSpPr>
        <p:spPr>
          <a:xfrm xmlns:a="http://schemas.openxmlformats.org/drawingml/2006/main">
            <a:off x="13708072" y="5928360"/>
            <a:ext cx="306177"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42B36"/>
                </a:solidFill>
                <a:latin typeface="Arial"/>
                <a:ea typeface="Arial"/>
                <a:cs typeface="Arial"/>
              </a:defRPr>
            </a:defPPr>
            <a:lvl1pPr algn="l">
              <a:defRPr sz="2100" b="0">
                <a:solidFill>
                  <a:srgbClr val="142B36"/>
                </a:solidFill>
                <a:latin typeface="Arial"/>
                <a:ea typeface="Arial"/>
                <a:cs typeface="Arial"/>
              </a:defRPr>
            </a:lvl1pPr>
            <a:lvl2pPr algn="l">
              <a:defRPr sz="2100" b="0">
                <a:solidFill>
                  <a:srgbClr val="142B36"/>
                </a:solidFill>
                <a:latin typeface="Arial"/>
                <a:ea typeface="Arial"/>
                <a:cs typeface="Arial"/>
              </a:defRPr>
            </a:lvl2pPr>
            <a:lvl3pPr algn="l">
              <a:defRPr sz="2100" b="0">
                <a:solidFill>
                  <a:srgbClr val="142B36"/>
                </a:solidFill>
                <a:latin typeface="Arial"/>
                <a:ea typeface="Arial"/>
                <a:cs typeface="Arial"/>
              </a:defRPr>
            </a:lvl3pPr>
            <a:lvl4pPr algn="l">
              <a:defRPr sz="2100" b="0">
                <a:solidFill>
                  <a:srgbClr val="142B36"/>
                </a:solidFill>
                <a:latin typeface="Arial"/>
                <a:ea typeface="Arial"/>
                <a:cs typeface="Arial"/>
              </a:defRPr>
            </a:lvl4pPr>
            <a:lvl5pPr algn="l">
              <a:defRPr sz="2100" b="0">
                <a:solidFill>
                  <a:srgbClr val="142B36"/>
                </a:solidFill>
                <a:latin typeface="Arial"/>
                <a:ea typeface="Arial"/>
                <a:cs typeface="Arial"/>
              </a:defRPr>
            </a:lvl5pPr>
            <a:lvl6pPr algn="l">
              <a:defRPr sz="2100" b="0">
                <a:solidFill>
                  <a:srgbClr val="142B36"/>
                </a:solidFill>
                <a:latin typeface="Arial"/>
                <a:ea typeface="Arial"/>
                <a:cs typeface="Arial"/>
              </a:defRPr>
            </a:lvl6pPr>
            <a:lvl7pPr algn="l">
              <a:defRPr sz="2100" b="0">
                <a:solidFill>
                  <a:srgbClr val="142B36"/>
                </a:solidFill>
                <a:latin typeface="Arial"/>
                <a:ea typeface="Arial"/>
                <a:cs typeface="Arial"/>
              </a:defRPr>
            </a:lvl7pPr>
            <a:lvl8pPr algn="l">
              <a:defRPr sz="2100" b="0">
                <a:solidFill>
                  <a:srgbClr val="142B36"/>
                </a:solidFill>
                <a:latin typeface="Arial"/>
                <a:ea typeface="Arial"/>
                <a:cs typeface="Arial"/>
              </a:defRPr>
            </a:lvl8pPr>
            <a:lvl9pPr algn="l">
              <a:defRPr sz="2100" b="0">
                <a:solidFill>
                  <a:srgbClr val="142B36"/>
                </a:solidFill>
                <a:latin typeface="Arial"/>
                <a:ea typeface="Arial"/>
                <a:cs typeface="Arial"/>
              </a:defRPr>
            </a:lvl9pPr>
          </a:lstStyle>
          <a:p xmlns:a="http://schemas.openxmlformats.org/drawingml/2006/main">
            <a:pPr algn="l">
              <a:defRPr sz="2100" b="0">
                <a:solidFill>
                  <a:srgbClr val="142B36"/>
                </a:solidFill>
                <a:latin typeface="Arial"/>
                <a:ea typeface="Arial"/>
                <a:cs typeface="Arial"/>
              </a:defRPr>
            </a:pPr>
            <a:r>
              <a:rPr sz="2100" b="0">
                <a:solidFill>
                  <a:srgbClr val="142B36"/>
                </a:solidFill>
                <a:latin typeface="Arial"/>
                <a:ea typeface="Arial"/>
                <a:cs typeface="Arial"/>
              </a:rPr>
              <a:t>50</a:t>
            </a:r>
          </a:p>
        </p:txBody>
      </p:sp>
      <p:sp>
        <p:nvSpPr>
          <p:cNvPr id="46" name="">
            <a:extLst xmlns:a="http://schemas.openxmlformats.org/drawingml/2006/main">
              <a:ext uri="{FF2B5EF4-FFF2-40B4-BE49-F238E27FC236}">
                <a16:creationId xmlns:a16="http://schemas.microsoft.com/office/drawing/2014/main" id="{91092108-4030-417B-AF95-DFE969545995}"/>
              </a:ext>
            </a:extLst>
          </p:cNvPr>
          <p:cNvSpPr>
            <a:spLocks xmlns:a="http://schemas.openxmlformats.org/drawingml/2006/main" noGrp="1"/>
          </p:cNvSpPr>
          <p:nvPr/>
        </p:nvSpPr>
        <p:spPr>
          <a:xfrm xmlns:a="http://schemas.openxmlformats.org/drawingml/2006/main">
            <a:off x="13214666" y="5928360"/>
            <a:ext cx="42025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طلبًا:</a:t>
            </a:r>
          </a:p>
        </p:txBody>
      </p:sp>
      <p:sp>
        <p:nvSpPr>
          <p:cNvPr id="47" name="">
            <a:extLst xmlns:a="http://schemas.openxmlformats.org/drawingml/2006/main">
              <a:ext uri="{FF2B5EF4-FFF2-40B4-BE49-F238E27FC236}">
                <a16:creationId xmlns:a16="http://schemas.microsoft.com/office/drawing/2014/main" id="{32B6438E-0601-4ED3-B1D4-EFD4E8F76CFE}"/>
              </a:ext>
            </a:extLst>
          </p:cNvPr>
          <p:cNvSpPr>
            <a:spLocks xmlns:a="http://schemas.openxmlformats.org/drawingml/2006/main" noGrp="1"/>
          </p:cNvSpPr>
          <p:nvPr/>
        </p:nvSpPr>
        <p:spPr>
          <a:xfrm xmlns:a="http://schemas.openxmlformats.org/drawingml/2006/main">
            <a:off x="12720219" y="5928360"/>
            <a:ext cx="42129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سبعة</a:t>
            </a:r>
          </a:p>
        </p:txBody>
      </p:sp>
      <p:sp>
        <p:nvSpPr>
          <p:cNvPr id="48" name="">
            <a:extLst xmlns:a="http://schemas.openxmlformats.org/drawingml/2006/main">
              <a:ext uri="{FF2B5EF4-FFF2-40B4-BE49-F238E27FC236}">
                <a16:creationId xmlns:a16="http://schemas.microsoft.com/office/drawing/2014/main" id="{905621FE-8AE4-4534-B731-51A6DFAAF5F4}"/>
              </a:ext>
            </a:extLst>
          </p:cNvPr>
          <p:cNvSpPr>
            <a:spLocks xmlns:a="http://schemas.openxmlformats.org/drawingml/2006/main" noGrp="1"/>
          </p:cNvSpPr>
          <p:nvPr/>
        </p:nvSpPr>
        <p:spPr>
          <a:xfrm xmlns:a="http://schemas.openxmlformats.org/drawingml/2006/main">
            <a:off x="11803714" y="5928360"/>
            <a:ext cx="84335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إصلاحات</a:t>
            </a:r>
          </a:p>
        </p:txBody>
      </p:sp>
      <p:sp>
        <p:nvSpPr>
          <p:cNvPr id="49" name="">
            <a:extLst xmlns:a="http://schemas.openxmlformats.org/drawingml/2006/main">
              <a:ext uri="{FF2B5EF4-FFF2-40B4-BE49-F238E27FC236}">
                <a16:creationId xmlns:a16="http://schemas.microsoft.com/office/drawing/2014/main" id="{83B7FBDA-366B-487B-AC8E-FB5D102003C2}"/>
              </a:ext>
            </a:extLst>
          </p:cNvPr>
          <p:cNvSpPr>
            <a:spLocks xmlns:a="http://schemas.openxmlformats.org/drawingml/2006/main" noGrp="1"/>
          </p:cNvSpPr>
          <p:nvPr/>
        </p:nvSpPr>
        <p:spPr>
          <a:xfrm xmlns:a="http://schemas.openxmlformats.org/drawingml/2006/main">
            <a:off x="11294421" y="5928360"/>
            <a:ext cx="436141"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كاملة</a:t>
            </a:r>
          </a:p>
        </p:txBody>
      </p:sp>
      <p:sp>
        <p:nvSpPr>
          <p:cNvPr id="50" name="">
            <a:extLst xmlns:a="http://schemas.openxmlformats.org/drawingml/2006/main">
              <a:ext uri="{FF2B5EF4-FFF2-40B4-BE49-F238E27FC236}">
                <a16:creationId xmlns:a16="http://schemas.microsoft.com/office/drawing/2014/main" id="{C5CE3404-B822-4B8F-9E1B-650BAD9D595C}"/>
              </a:ext>
            </a:extLst>
          </p:cNvPr>
          <p:cNvSpPr>
            <a:spLocks xmlns:a="http://schemas.openxmlformats.org/drawingml/2006/main" noGrp="1"/>
          </p:cNvSpPr>
          <p:nvPr/>
        </p:nvSpPr>
        <p:spPr>
          <a:xfrm xmlns:a="http://schemas.openxmlformats.org/drawingml/2006/main">
            <a:off x="10915223" y="5928360"/>
            <a:ext cx="306046"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فقط</a:t>
            </a:r>
          </a:p>
        </p:txBody>
      </p:sp>
      <p:sp>
        <p:nvSpPr>
          <p:cNvPr id="51" name="">
            <a:extLst xmlns:a="http://schemas.openxmlformats.org/drawingml/2006/main">
              <a:ext uri="{FF2B5EF4-FFF2-40B4-BE49-F238E27FC236}">
                <a16:creationId xmlns:a16="http://schemas.microsoft.com/office/drawing/2014/main" id="{319B314B-F54A-4D57-B6B9-B0816C0CA004}"/>
              </a:ext>
            </a:extLst>
          </p:cNvPr>
          <p:cNvSpPr>
            <a:spLocks xmlns:a="http://schemas.openxmlformats.org/drawingml/2006/main" noGrp="1"/>
          </p:cNvSpPr>
          <p:nvPr/>
        </p:nvSpPr>
        <p:spPr>
          <a:xfrm xmlns:a="http://schemas.openxmlformats.org/drawingml/2006/main">
            <a:off x="762000" y="2543175"/>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550" b="1">
                <a:solidFill>
                  <a:srgbClr val="167D8D"/>
                </a:solidFill>
                <a:latin typeface="Arial"/>
                <a:ea typeface="Arial"/>
                <a:cs typeface="Arial"/>
              </a:defRPr>
            </a:defPPr>
            <a:lvl1pPr algn="r">
              <a:defRPr sz="2550" b="1">
                <a:solidFill>
                  <a:srgbClr val="167D8D"/>
                </a:solidFill>
                <a:latin typeface="Arial"/>
                <a:ea typeface="Arial"/>
                <a:cs typeface="Arial"/>
              </a:defRPr>
            </a:lvl1pPr>
            <a:lvl2pPr algn="r">
              <a:defRPr sz="2550" b="1">
                <a:solidFill>
                  <a:srgbClr val="167D8D"/>
                </a:solidFill>
                <a:latin typeface="Arial"/>
                <a:ea typeface="Arial"/>
                <a:cs typeface="Arial"/>
              </a:defRPr>
            </a:lvl2pPr>
            <a:lvl3pPr algn="r">
              <a:defRPr sz="2550" b="1">
                <a:solidFill>
                  <a:srgbClr val="167D8D"/>
                </a:solidFill>
                <a:latin typeface="Arial"/>
                <a:ea typeface="Arial"/>
                <a:cs typeface="Arial"/>
              </a:defRPr>
            </a:lvl3pPr>
            <a:lvl4pPr algn="r">
              <a:defRPr sz="2550" b="1">
                <a:solidFill>
                  <a:srgbClr val="167D8D"/>
                </a:solidFill>
                <a:latin typeface="Arial"/>
                <a:ea typeface="Arial"/>
                <a:cs typeface="Arial"/>
              </a:defRPr>
            </a:lvl4pPr>
            <a:lvl5pPr algn="r">
              <a:defRPr sz="2550" b="1">
                <a:solidFill>
                  <a:srgbClr val="167D8D"/>
                </a:solidFill>
                <a:latin typeface="Arial"/>
                <a:ea typeface="Arial"/>
                <a:cs typeface="Arial"/>
              </a:defRPr>
            </a:lvl5pPr>
            <a:lvl6pPr algn="r">
              <a:defRPr sz="2550" b="1">
                <a:solidFill>
                  <a:srgbClr val="167D8D"/>
                </a:solidFill>
                <a:latin typeface="Arial"/>
                <a:ea typeface="Arial"/>
                <a:cs typeface="Arial"/>
              </a:defRPr>
            </a:lvl6pPr>
            <a:lvl7pPr algn="r">
              <a:defRPr sz="2550" b="1">
                <a:solidFill>
                  <a:srgbClr val="167D8D"/>
                </a:solidFill>
                <a:latin typeface="Arial"/>
                <a:ea typeface="Arial"/>
                <a:cs typeface="Arial"/>
              </a:defRPr>
            </a:lvl7pPr>
            <a:lvl8pPr algn="r">
              <a:defRPr sz="2550" b="1">
                <a:solidFill>
                  <a:srgbClr val="167D8D"/>
                </a:solidFill>
                <a:latin typeface="Arial"/>
                <a:ea typeface="Arial"/>
                <a:cs typeface="Arial"/>
              </a:defRPr>
            </a:lvl8pPr>
            <a:lvl9pPr algn="r">
              <a:defRPr sz="2550" b="1">
                <a:solidFill>
                  <a:srgbClr val="167D8D"/>
                </a:solidFill>
                <a:latin typeface="Arial"/>
                <a:ea typeface="Arial"/>
                <a:cs typeface="Arial"/>
              </a:defRPr>
            </a:lvl9pPr>
          </a:lstStyle>
          <a:p xmlns:a="http://schemas.openxmlformats.org/drawingml/2006/main">
            <a:pPr algn="r">
              <a:defRPr sz="2550" b="1">
                <a:solidFill>
                  <a:srgbClr val="167D8D"/>
                </a:solidFill>
                <a:latin typeface="Arial"/>
                <a:ea typeface="Arial"/>
                <a:cs typeface="Arial"/>
              </a:defRPr>
            </a:pPr>
            <a:r>
              <a:rPr sz="2550" b="1">
                <a:solidFill>
                  <a:srgbClr val="167D8D"/>
                </a:solidFill>
                <a:latin typeface="Arial"/>
                <a:ea typeface="Arial"/>
                <a:cs typeface="Arial"/>
              </a:rPr>
              <a:t>IAM-PolicyRefiner · 2024</a:t>
            </a:r>
          </a:p>
        </p:txBody>
      </p:sp>
      <p:sp>
        <p:nvSpPr>
          <p:cNvPr id="52" name="">
            <a:extLst xmlns:a="http://schemas.openxmlformats.org/drawingml/2006/main">
              <a:ext uri="{FF2B5EF4-FFF2-40B4-BE49-F238E27FC236}">
                <a16:creationId xmlns:a16="http://schemas.microsoft.com/office/drawing/2014/main" id="{AD25CD1A-AEF8-42D9-A58C-332EFC116484}"/>
              </a:ext>
            </a:extLst>
          </p:cNvPr>
          <p:cNvSpPr>
            <a:spLocks xmlns:a="http://schemas.openxmlformats.org/drawingml/2006/main" noGrp="1"/>
          </p:cNvSpPr>
          <p:nvPr/>
        </p:nvSpPr>
        <p:spPr>
          <a:xfrm xmlns:a="http://schemas.openxmlformats.org/drawingml/2006/main">
            <a:off x="6994252" y="3048000"/>
            <a:ext cx="34952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بحث</a:t>
            </a:r>
          </a:p>
        </p:txBody>
      </p:sp>
      <p:sp>
        <p:nvSpPr>
          <p:cNvPr id="53" name="">
            <a:extLst xmlns:a="http://schemas.openxmlformats.org/drawingml/2006/main">
              <a:ext uri="{FF2B5EF4-FFF2-40B4-BE49-F238E27FC236}">
                <a16:creationId xmlns:a16="http://schemas.microsoft.com/office/drawing/2014/main" id="{B1EFB1B8-7E4B-4012-BB66-149263DB8309}"/>
              </a:ext>
            </a:extLst>
          </p:cNvPr>
          <p:cNvSpPr>
            <a:spLocks xmlns:a="http://schemas.openxmlformats.org/drawingml/2006/main" noGrp="1"/>
          </p:cNvSpPr>
          <p:nvPr/>
        </p:nvSpPr>
        <p:spPr>
          <a:xfrm xmlns:a="http://schemas.openxmlformats.org/drawingml/2006/main">
            <a:off x="6445648" y="3048000"/>
            <a:ext cx="4872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منشور</a:t>
            </a:r>
          </a:p>
        </p:txBody>
      </p:sp>
      <p:sp>
        <p:nvSpPr>
          <p:cNvPr id="54" name="">
            <a:extLst xmlns:a="http://schemas.openxmlformats.org/drawingml/2006/main">
              <a:ext uri="{FF2B5EF4-FFF2-40B4-BE49-F238E27FC236}">
                <a16:creationId xmlns:a16="http://schemas.microsoft.com/office/drawing/2014/main" id="{7995386C-177F-442C-85DE-7E1CE0B05609}"/>
              </a:ext>
            </a:extLst>
          </p:cNvPr>
          <p:cNvSpPr>
            <a:spLocks xmlns:a="http://schemas.openxmlformats.org/drawingml/2006/main" noGrp="1"/>
          </p:cNvSpPr>
          <p:nvPr/>
        </p:nvSpPr>
        <p:spPr>
          <a:xfrm xmlns:a="http://schemas.openxmlformats.org/drawingml/2006/main">
            <a:off x="6179110" y="3048000"/>
            <a:ext cx="20519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في</a:t>
            </a:r>
          </a:p>
        </p:txBody>
      </p:sp>
      <p:sp>
        <p:nvSpPr>
          <p:cNvPr id="55" name="">
            <a:extLst xmlns:a="http://schemas.openxmlformats.org/drawingml/2006/main">
              <a:ext uri="{FF2B5EF4-FFF2-40B4-BE49-F238E27FC236}">
                <a16:creationId xmlns:a16="http://schemas.microsoft.com/office/drawing/2014/main" id="{27CBC0A9-0E94-4AAB-9265-00A03351F7F9}"/>
              </a:ext>
            </a:extLst>
          </p:cNvPr>
          <p:cNvSpPr>
            <a:spLocks xmlns:a="http://schemas.openxmlformats.org/drawingml/2006/main" noGrp="1"/>
          </p:cNvSpPr>
          <p:nvPr/>
        </p:nvSpPr>
        <p:spPr>
          <a:xfrm xmlns:a="http://schemas.openxmlformats.org/drawingml/2006/main">
            <a:off x="5168059" y="3048000"/>
            <a:ext cx="94970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5A6A70"/>
                </a:solidFill>
                <a:latin typeface="Arial"/>
                <a:ea typeface="Arial"/>
                <a:cs typeface="Arial"/>
              </a:defRPr>
            </a:defPPr>
            <a:lvl1pPr algn="l">
              <a:defRPr sz="1800" b="0">
                <a:solidFill>
                  <a:srgbClr val="5A6A70"/>
                </a:solidFill>
                <a:latin typeface="Arial"/>
                <a:ea typeface="Arial"/>
                <a:cs typeface="Arial"/>
              </a:defRPr>
            </a:lvl1pPr>
            <a:lvl2pPr algn="l">
              <a:defRPr sz="1800" b="0">
                <a:solidFill>
                  <a:srgbClr val="5A6A70"/>
                </a:solidFill>
                <a:latin typeface="Arial"/>
                <a:ea typeface="Arial"/>
                <a:cs typeface="Arial"/>
              </a:defRPr>
            </a:lvl2pPr>
            <a:lvl3pPr algn="l">
              <a:defRPr sz="1800" b="0">
                <a:solidFill>
                  <a:srgbClr val="5A6A70"/>
                </a:solidFill>
                <a:latin typeface="Arial"/>
                <a:ea typeface="Arial"/>
                <a:cs typeface="Arial"/>
              </a:defRPr>
            </a:lvl3pPr>
            <a:lvl4pPr algn="l">
              <a:defRPr sz="1800" b="0">
                <a:solidFill>
                  <a:srgbClr val="5A6A70"/>
                </a:solidFill>
                <a:latin typeface="Arial"/>
                <a:ea typeface="Arial"/>
                <a:cs typeface="Arial"/>
              </a:defRPr>
            </a:lvl4pPr>
            <a:lvl5pPr algn="l">
              <a:defRPr sz="1800" b="0">
                <a:solidFill>
                  <a:srgbClr val="5A6A70"/>
                </a:solidFill>
                <a:latin typeface="Arial"/>
                <a:ea typeface="Arial"/>
                <a:cs typeface="Arial"/>
              </a:defRPr>
            </a:lvl5pPr>
            <a:lvl6pPr algn="l">
              <a:defRPr sz="1800" b="0">
                <a:solidFill>
                  <a:srgbClr val="5A6A70"/>
                </a:solidFill>
                <a:latin typeface="Arial"/>
                <a:ea typeface="Arial"/>
                <a:cs typeface="Arial"/>
              </a:defRPr>
            </a:lvl6pPr>
            <a:lvl7pPr algn="l">
              <a:defRPr sz="1800" b="0">
                <a:solidFill>
                  <a:srgbClr val="5A6A70"/>
                </a:solidFill>
                <a:latin typeface="Arial"/>
                <a:ea typeface="Arial"/>
                <a:cs typeface="Arial"/>
              </a:defRPr>
            </a:lvl7pPr>
            <a:lvl8pPr algn="l">
              <a:defRPr sz="1800" b="0">
                <a:solidFill>
                  <a:srgbClr val="5A6A70"/>
                </a:solidFill>
                <a:latin typeface="Arial"/>
                <a:ea typeface="Arial"/>
                <a:cs typeface="Arial"/>
              </a:defRPr>
            </a:lvl8pPr>
            <a:lvl9pPr algn="l">
              <a:defRPr sz="1800" b="0">
                <a:solidFill>
                  <a:srgbClr val="5A6A70"/>
                </a:solidFill>
                <a:latin typeface="Arial"/>
                <a:ea typeface="Arial"/>
                <a:cs typeface="Arial"/>
              </a:defRPr>
            </a:lvl9pPr>
          </a:lstStyle>
          <a:p xmlns:a="http://schemas.openxmlformats.org/drawingml/2006/main">
            <a:pPr algn="l">
              <a:defRPr sz="1800" b="0">
                <a:solidFill>
                  <a:srgbClr val="5A6A70"/>
                </a:solidFill>
                <a:latin typeface="Arial"/>
                <a:ea typeface="Arial"/>
                <a:cs typeface="Arial"/>
              </a:defRPr>
            </a:pPr>
            <a:r>
              <a:rPr sz="1800" b="0">
                <a:solidFill>
                  <a:srgbClr val="5A6A70"/>
                </a:solidFill>
                <a:latin typeface="Arial"/>
                <a:ea typeface="Arial"/>
                <a:cs typeface="Arial"/>
              </a:rPr>
              <a:t>OOPSLA</a:t>
            </a:r>
          </a:p>
        </p:txBody>
      </p:sp>
      <p:sp>
        <p:nvSpPr>
          <p:cNvPr id="56" name="">
            <a:extLst xmlns:a="http://schemas.openxmlformats.org/drawingml/2006/main">
              <a:ext uri="{FF2B5EF4-FFF2-40B4-BE49-F238E27FC236}">
                <a16:creationId xmlns:a16="http://schemas.microsoft.com/office/drawing/2014/main" id="{6CB0E430-BD99-46BC-91A0-0F9658469C92}"/>
              </a:ext>
            </a:extLst>
          </p:cNvPr>
          <p:cNvSpPr>
            <a:spLocks xmlns:a="http://schemas.openxmlformats.org/drawingml/2006/main" noGrp="1"/>
          </p:cNvSpPr>
          <p:nvPr/>
        </p:nvSpPr>
        <p:spPr>
          <a:xfrm xmlns:a="http://schemas.openxmlformats.org/drawingml/2006/main">
            <a:off x="4715114" y="3048000"/>
            <a:ext cx="39160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لتقليل</a:t>
            </a:r>
          </a:p>
        </p:txBody>
      </p:sp>
      <p:sp>
        <p:nvSpPr>
          <p:cNvPr id="57" name="">
            <a:extLst xmlns:a="http://schemas.openxmlformats.org/drawingml/2006/main">
              <a:ext uri="{FF2B5EF4-FFF2-40B4-BE49-F238E27FC236}">
                <a16:creationId xmlns:a16="http://schemas.microsoft.com/office/drawing/2014/main" id="{DC43357D-B3FF-48A1-8FB3-BB144304EF96}"/>
              </a:ext>
            </a:extLst>
          </p:cNvPr>
          <p:cNvSpPr>
            <a:spLocks xmlns:a="http://schemas.openxmlformats.org/drawingml/2006/main" noGrp="1"/>
          </p:cNvSpPr>
          <p:nvPr/>
        </p:nvSpPr>
        <p:spPr>
          <a:xfrm xmlns:a="http://schemas.openxmlformats.org/drawingml/2006/main">
            <a:off x="3826401" y="3048000"/>
            <a:ext cx="82737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الصلاحيات</a:t>
            </a:r>
          </a:p>
        </p:txBody>
      </p:sp>
      <p:sp>
        <p:nvSpPr>
          <p:cNvPr id="58" name="">
            <a:extLst xmlns:a="http://schemas.openxmlformats.org/drawingml/2006/main">
              <a:ext uri="{FF2B5EF4-FFF2-40B4-BE49-F238E27FC236}">
                <a16:creationId xmlns:a16="http://schemas.microsoft.com/office/drawing/2014/main" id="{3EA05AC2-DE9D-40F2-A50B-69D300544C3E}"/>
              </a:ext>
            </a:extLst>
          </p:cNvPr>
          <p:cNvSpPr>
            <a:spLocks xmlns:a="http://schemas.openxmlformats.org/drawingml/2006/main" noGrp="1"/>
          </p:cNvSpPr>
          <p:nvPr/>
        </p:nvSpPr>
        <p:spPr>
          <a:xfrm xmlns:a="http://schemas.openxmlformats.org/drawingml/2006/main">
            <a:off x="6824811" y="3619500"/>
            <a:ext cx="51896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سياسة</a:t>
            </a:r>
          </a:p>
        </p:txBody>
      </p:sp>
      <p:sp>
        <p:nvSpPr>
          <p:cNvPr id="59" name="">
            <a:extLst xmlns:a="http://schemas.openxmlformats.org/drawingml/2006/main">
              <a:ext uri="{FF2B5EF4-FFF2-40B4-BE49-F238E27FC236}">
                <a16:creationId xmlns:a16="http://schemas.microsoft.com/office/drawing/2014/main" id="{F804BFE8-3A84-431D-8585-6EBC301E9042}"/>
              </a:ext>
            </a:extLst>
          </p:cNvPr>
          <p:cNvSpPr>
            <a:spLocks xmlns:a="http://schemas.openxmlformats.org/drawingml/2006/main" noGrp="1"/>
          </p:cNvSpPr>
          <p:nvPr/>
        </p:nvSpPr>
        <p:spPr>
          <a:xfrm xmlns:a="http://schemas.openxmlformats.org/drawingml/2006/main">
            <a:off x="6134637" y="3619500"/>
            <a:ext cx="61702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42B36"/>
                </a:solidFill>
                <a:latin typeface="Arial"/>
                <a:ea typeface="Arial"/>
                <a:cs typeface="Arial"/>
              </a:defRPr>
            </a:defPPr>
            <a:lvl1pPr algn="l">
              <a:defRPr sz="2100" b="0">
                <a:solidFill>
                  <a:srgbClr val="142B36"/>
                </a:solidFill>
                <a:latin typeface="Arial"/>
                <a:ea typeface="Arial"/>
                <a:cs typeface="Arial"/>
              </a:defRPr>
            </a:lvl1pPr>
            <a:lvl2pPr algn="l">
              <a:defRPr sz="2100" b="0">
                <a:solidFill>
                  <a:srgbClr val="142B36"/>
                </a:solidFill>
                <a:latin typeface="Arial"/>
                <a:ea typeface="Arial"/>
                <a:cs typeface="Arial"/>
              </a:defRPr>
            </a:lvl2pPr>
            <a:lvl3pPr algn="l">
              <a:defRPr sz="2100" b="0">
                <a:solidFill>
                  <a:srgbClr val="142B36"/>
                </a:solidFill>
                <a:latin typeface="Arial"/>
                <a:ea typeface="Arial"/>
                <a:cs typeface="Arial"/>
              </a:defRPr>
            </a:lvl3pPr>
            <a:lvl4pPr algn="l">
              <a:defRPr sz="2100" b="0">
                <a:solidFill>
                  <a:srgbClr val="142B36"/>
                </a:solidFill>
                <a:latin typeface="Arial"/>
                <a:ea typeface="Arial"/>
                <a:cs typeface="Arial"/>
              </a:defRPr>
            </a:lvl4pPr>
            <a:lvl5pPr algn="l">
              <a:defRPr sz="2100" b="0">
                <a:solidFill>
                  <a:srgbClr val="142B36"/>
                </a:solidFill>
                <a:latin typeface="Arial"/>
                <a:ea typeface="Arial"/>
                <a:cs typeface="Arial"/>
              </a:defRPr>
            </a:lvl5pPr>
            <a:lvl6pPr algn="l">
              <a:defRPr sz="2100" b="0">
                <a:solidFill>
                  <a:srgbClr val="142B36"/>
                </a:solidFill>
                <a:latin typeface="Arial"/>
                <a:ea typeface="Arial"/>
                <a:cs typeface="Arial"/>
              </a:defRPr>
            </a:lvl6pPr>
            <a:lvl7pPr algn="l">
              <a:defRPr sz="2100" b="0">
                <a:solidFill>
                  <a:srgbClr val="142B36"/>
                </a:solidFill>
                <a:latin typeface="Arial"/>
                <a:ea typeface="Arial"/>
                <a:cs typeface="Arial"/>
              </a:defRPr>
            </a:lvl7pPr>
            <a:lvl8pPr algn="l">
              <a:defRPr sz="2100" b="0">
                <a:solidFill>
                  <a:srgbClr val="142B36"/>
                </a:solidFill>
                <a:latin typeface="Arial"/>
                <a:ea typeface="Arial"/>
                <a:cs typeface="Arial"/>
              </a:defRPr>
            </a:lvl8pPr>
            <a:lvl9pPr algn="l">
              <a:defRPr sz="2100" b="0">
                <a:solidFill>
                  <a:srgbClr val="142B36"/>
                </a:solidFill>
                <a:latin typeface="Arial"/>
                <a:ea typeface="Arial"/>
                <a:cs typeface="Arial"/>
              </a:defRPr>
            </a:lvl9pPr>
          </a:lstStyle>
          <a:p xmlns:a="http://schemas.openxmlformats.org/drawingml/2006/main">
            <a:pPr algn="l">
              <a:defRPr sz="2100" b="0">
                <a:solidFill>
                  <a:srgbClr val="142B36"/>
                </a:solidFill>
                <a:latin typeface="Arial"/>
                <a:ea typeface="Arial"/>
                <a:cs typeface="Arial"/>
              </a:defRPr>
            </a:pPr>
            <a:r>
              <a:rPr sz="2100" b="0">
                <a:solidFill>
                  <a:srgbClr val="142B36"/>
                </a:solidFill>
                <a:latin typeface="Arial"/>
                <a:ea typeface="Arial"/>
                <a:cs typeface="Arial"/>
              </a:rPr>
              <a:t>AWS</a:t>
            </a:r>
          </a:p>
        </p:txBody>
      </p:sp>
      <p:sp>
        <p:nvSpPr>
          <p:cNvPr id="60" name="">
            <a:extLst xmlns:a="http://schemas.openxmlformats.org/drawingml/2006/main">
              <a:ext uri="{FF2B5EF4-FFF2-40B4-BE49-F238E27FC236}">
                <a16:creationId xmlns:a16="http://schemas.microsoft.com/office/drawing/2014/main" id="{BEA508F7-144B-4212-B447-296C0E381471}"/>
              </a:ext>
            </a:extLst>
          </p:cNvPr>
          <p:cNvSpPr>
            <a:spLocks xmlns:a="http://schemas.openxmlformats.org/drawingml/2006/main" noGrp="1"/>
          </p:cNvSpPr>
          <p:nvPr/>
        </p:nvSpPr>
        <p:spPr>
          <a:xfrm xmlns:a="http://schemas.openxmlformats.org/drawingml/2006/main">
            <a:off x="5518820" y="3619500"/>
            <a:ext cx="54266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وسجل</a:t>
            </a:r>
          </a:p>
        </p:txBody>
      </p:sp>
      <p:sp>
        <p:nvSpPr>
          <p:cNvPr id="61" name="">
            <a:extLst xmlns:a="http://schemas.openxmlformats.org/drawingml/2006/main">
              <a:ext uri="{FF2B5EF4-FFF2-40B4-BE49-F238E27FC236}">
                <a16:creationId xmlns:a16="http://schemas.microsoft.com/office/drawing/2014/main" id="{4C7D612C-9B93-4557-BA1B-A10F56178E94}"/>
              </a:ext>
            </a:extLst>
          </p:cNvPr>
          <p:cNvSpPr>
            <a:spLocks xmlns:a="http://schemas.openxmlformats.org/drawingml/2006/main" noGrp="1"/>
          </p:cNvSpPr>
          <p:nvPr/>
        </p:nvSpPr>
        <p:spPr>
          <a:xfrm xmlns:a="http://schemas.openxmlformats.org/drawingml/2006/main">
            <a:off x="4712615" y="3619500"/>
            <a:ext cx="73305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استخدام؛</a:t>
            </a:r>
          </a:p>
        </p:txBody>
      </p:sp>
      <p:sp>
        <p:nvSpPr>
          <p:cNvPr id="62" name="">
            <a:extLst xmlns:a="http://schemas.openxmlformats.org/drawingml/2006/main">
              <a:ext uri="{FF2B5EF4-FFF2-40B4-BE49-F238E27FC236}">
                <a16:creationId xmlns:a16="http://schemas.microsoft.com/office/drawing/2014/main" id="{9318394D-7FBE-4F06-8627-FD7D9D6686BC}"/>
              </a:ext>
            </a:extLst>
          </p:cNvPr>
          <p:cNvSpPr>
            <a:spLocks xmlns:a="http://schemas.openxmlformats.org/drawingml/2006/main" noGrp="1"/>
          </p:cNvSpPr>
          <p:nvPr/>
        </p:nvSpPr>
        <p:spPr>
          <a:xfrm xmlns:a="http://schemas.openxmlformats.org/drawingml/2006/main">
            <a:off x="4474710" y="3619500"/>
            <a:ext cx="16475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ثم</a:t>
            </a:r>
          </a:p>
        </p:txBody>
      </p:sp>
      <p:sp>
        <p:nvSpPr>
          <p:cNvPr id="63" name="">
            <a:extLst xmlns:a="http://schemas.openxmlformats.org/drawingml/2006/main">
              <a:ext uri="{FF2B5EF4-FFF2-40B4-BE49-F238E27FC236}">
                <a16:creationId xmlns:a16="http://schemas.microsoft.com/office/drawing/2014/main" id="{6E16813E-80B1-4EF0-8FEF-8885B14AE953}"/>
              </a:ext>
            </a:extLst>
          </p:cNvPr>
          <p:cNvSpPr>
            <a:spLocks xmlns:a="http://schemas.openxmlformats.org/drawingml/2006/main" noGrp="1"/>
          </p:cNvSpPr>
          <p:nvPr/>
        </p:nvSpPr>
        <p:spPr>
          <a:xfrm xmlns:a="http://schemas.openxmlformats.org/drawingml/2006/main">
            <a:off x="3716298" y="3619500"/>
            <a:ext cx="68526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تعديلات</a:t>
            </a:r>
          </a:p>
        </p:txBody>
      </p:sp>
      <p:sp>
        <p:nvSpPr>
          <p:cNvPr id="64" name="">
            <a:extLst xmlns:a="http://schemas.openxmlformats.org/drawingml/2006/main">
              <a:ext uri="{FF2B5EF4-FFF2-40B4-BE49-F238E27FC236}">
                <a16:creationId xmlns:a16="http://schemas.microsoft.com/office/drawing/2014/main" id="{01CB0219-6831-40F7-A7E5-6522A18CA3A0}"/>
              </a:ext>
            </a:extLst>
          </p:cNvPr>
          <p:cNvSpPr>
            <a:spLocks xmlns:a="http://schemas.openxmlformats.org/drawingml/2006/main" noGrp="1"/>
          </p:cNvSpPr>
          <p:nvPr/>
        </p:nvSpPr>
        <p:spPr>
          <a:xfrm xmlns:a="http://schemas.openxmlformats.org/drawingml/2006/main">
            <a:off x="3166896" y="3619500"/>
            <a:ext cx="47625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محلية</a:t>
            </a:r>
          </a:p>
        </p:txBody>
      </p:sp>
      <p:sp>
        <p:nvSpPr>
          <p:cNvPr id="65" name="">
            <a:extLst xmlns:a="http://schemas.openxmlformats.org/drawingml/2006/main">
              <a:ext uri="{FF2B5EF4-FFF2-40B4-BE49-F238E27FC236}">
                <a16:creationId xmlns:a16="http://schemas.microsoft.com/office/drawing/2014/main" id="{475BF2C8-AB33-4E38-AC53-2FF8E785FF3D}"/>
              </a:ext>
            </a:extLst>
          </p:cNvPr>
          <p:cNvSpPr>
            <a:spLocks xmlns:a="http://schemas.openxmlformats.org/drawingml/2006/main" noGrp="1"/>
          </p:cNvSpPr>
          <p:nvPr/>
        </p:nvSpPr>
        <p:spPr>
          <a:xfrm xmlns:a="http://schemas.openxmlformats.org/drawingml/2006/main">
            <a:off x="6877162" y="4196715"/>
            <a:ext cx="46661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اختبر</a:t>
            </a:r>
          </a:p>
        </p:txBody>
      </p:sp>
      <p:sp>
        <p:nvSpPr>
          <p:cNvPr id="66" name="">
            <a:extLst xmlns:a="http://schemas.openxmlformats.org/drawingml/2006/main">
              <a:ext uri="{FF2B5EF4-FFF2-40B4-BE49-F238E27FC236}">
                <a16:creationId xmlns:a16="http://schemas.microsoft.com/office/drawing/2014/main" id="{68831B54-FE41-4B07-B637-C5F0D49156D4}"/>
              </a:ext>
            </a:extLst>
          </p:cNvPr>
          <p:cNvSpPr>
            <a:spLocks xmlns:a="http://schemas.openxmlformats.org/drawingml/2006/main" noGrp="1"/>
          </p:cNvSpPr>
          <p:nvPr/>
        </p:nvSpPr>
        <p:spPr>
          <a:xfrm xmlns:a="http://schemas.openxmlformats.org/drawingml/2006/main">
            <a:off x="6497833" y="4196715"/>
            <a:ext cx="306177"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42B36"/>
                </a:solidFill>
                <a:latin typeface="Arial"/>
                <a:ea typeface="Arial"/>
                <a:cs typeface="Arial"/>
              </a:defRPr>
            </a:defPPr>
            <a:lvl1pPr algn="l">
              <a:defRPr sz="2100" b="0">
                <a:solidFill>
                  <a:srgbClr val="142B36"/>
                </a:solidFill>
                <a:latin typeface="Arial"/>
                <a:ea typeface="Arial"/>
                <a:cs typeface="Arial"/>
              </a:defRPr>
            </a:lvl1pPr>
            <a:lvl2pPr algn="l">
              <a:defRPr sz="2100" b="0">
                <a:solidFill>
                  <a:srgbClr val="142B36"/>
                </a:solidFill>
                <a:latin typeface="Arial"/>
                <a:ea typeface="Arial"/>
                <a:cs typeface="Arial"/>
              </a:defRPr>
            </a:lvl2pPr>
            <a:lvl3pPr algn="l">
              <a:defRPr sz="2100" b="0">
                <a:solidFill>
                  <a:srgbClr val="142B36"/>
                </a:solidFill>
                <a:latin typeface="Arial"/>
                <a:ea typeface="Arial"/>
                <a:cs typeface="Arial"/>
              </a:defRPr>
            </a:lvl3pPr>
            <a:lvl4pPr algn="l">
              <a:defRPr sz="2100" b="0">
                <a:solidFill>
                  <a:srgbClr val="142B36"/>
                </a:solidFill>
                <a:latin typeface="Arial"/>
                <a:ea typeface="Arial"/>
                <a:cs typeface="Arial"/>
              </a:defRPr>
            </a:lvl4pPr>
            <a:lvl5pPr algn="l">
              <a:defRPr sz="2100" b="0">
                <a:solidFill>
                  <a:srgbClr val="142B36"/>
                </a:solidFill>
                <a:latin typeface="Arial"/>
                <a:ea typeface="Arial"/>
                <a:cs typeface="Arial"/>
              </a:defRPr>
            </a:lvl5pPr>
            <a:lvl6pPr algn="l">
              <a:defRPr sz="2100" b="0">
                <a:solidFill>
                  <a:srgbClr val="142B36"/>
                </a:solidFill>
                <a:latin typeface="Arial"/>
                <a:ea typeface="Arial"/>
                <a:cs typeface="Arial"/>
              </a:defRPr>
            </a:lvl6pPr>
            <a:lvl7pPr algn="l">
              <a:defRPr sz="2100" b="0">
                <a:solidFill>
                  <a:srgbClr val="142B36"/>
                </a:solidFill>
                <a:latin typeface="Arial"/>
                <a:ea typeface="Arial"/>
                <a:cs typeface="Arial"/>
              </a:defRPr>
            </a:lvl7pPr>
            <a:lvl8pPr algn="l">
              <a:defRPr sz="2100" b="0">
                <a:solidFill>
                  <a:srgbClr val="142B36"/>
                </a:solidFill>
                <a:latin typeface="Arial"/>
                <a:ea typeface="Arial"/>
                <a:cs typeface="Arial"/>
              </a:defRPr>
            </a:lvl8pPr>
            <a:lvl9pPr algn="l">
              <a:defRPr sz="2100" b="0">
                <a:solidFill>
                  <a:srgbClr val="142B36"/>
                </a:solidFill>
                <a:latin typeface="Arial"/>
                <a:ea typeface="Arial"/>
                <a:cs typeface="Arial"/>
              </a:defRPr>
            </a:lvl9pPr>
          </a:lstStyle>
          <a:p xmlns:a="http://schemas.openxmlformats.org/drawingml/2006/main">
            <a:pPr algn="l">
              <a:defRPr sz="2100" b="0">
                <a:solidFill>
                  <a:srgbClr val="142B36"/>
                </a:solidFill>
                <a:latin typeface="Arial"/>
                <a:ea typeface="Arial"/>
                <a:cs typeface="Arial"/>
              </a:defRPr>
            </a:pPr>
            <a:r>
              <a:rPr sz="2100" b="0">
                <a:solidFill>
                  <a:srgbClr val="142B36"/>
                </a:solidFill>
                <a:latin typeface="Arial"/>
                <a:ea typeface="Arial"/>
                <a:cs typeface="Arial"/>
              </a:rPr>
              <a:t>11</a:t>
            </a:r>
          </a:p>
        </p:txBody>
      </p:sp>
      <p:sp>
        <p:nvSpPr>
          <p:cNvPr id="67" name="">
            <a:extLst xmlns:a="http://schemas.openxmlformats.org/drawingml/2006/main">
              <a:ext uri="{FF2B5EF4-FFF2-40B4-BE49-F238E27FC236}">
                <a16:creationId xmlns:a16="http://schemas.microsoft.com/office/drawing/2014/main" id="{DF759847-507B-4E46-BF35-77ACF7B1FF0C}"/>
              </a:ext>
            </a:extLst>
          </p:cNvPr>
          <p:cNvSpPr>
            <a:spLocks xmlns:a="http://schemas.openxmlformats.org/drawingml/2006/main" noGrp="1"/>
          </p:cNvSpPr>
          <p:nvPr/>
        </p:nvSpPr>
        <p:spPr>
          <a:xfrm xmlns:a="http://schemas.openxmlformats.org/drawingml/2006/main">
            <a:off x="6024352" y="4196715"/>
            <a:ext cx="400329"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دورًا</a:t>
            </a:r>
          </a:p>
        </p:txBody>
      </p:sp>
      <p:sp>
        <p:nvSpPr>
          <p:cNvPr id="68" name="">
            <a:extLst xmlns:a="http://schemas.openxmlformats.org/drawingml/2006/main">
              <a:ext uri="{FF2B5EF4-FFF2-40B4-BE49-F238E27FC236}">
                <a16:creationId xmlns:a16="http://schemas.microsoft.com/office/drawing/2014/main" id="{41CC0701-A083-49AA-931B-83BF3967AC23}"/>
              </a:ext>
            </a:extLst>
          </p:cNvPr>
          <p:cNvSpPr>
            <a:spLocks xmlns:a="http://schemas.openxmlformats.org/drawingml/2006/main" noGrp="1"/>
          </p:cNvSpPr>
          <p:nvPr/>
        </p:nvSpPr>
        <p:spPr>
          <a:xfrm xmlns:a="http://schemas.openxmlformats.org/drawingml/2006/main">
            <a:off x="5193144" y="4196715"/>
            <a:ext cx="758056"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وسجلات</a:t>
            </a:r>
          </a:p>
        </p:txBody>
      </p:sp>
      <p:sp>
        <p:nvSpPr>
          <p:cNvPr id="69" name="">
            <a:extLst xmlns:a="http://schemas.openxmlformats.org/drawingml/2006/main">
              <a:ext uri="{FF2B5EF4-FFF2-40B4-BE49-F238E27FC236}">
                <a16:creationId xmlns:a16="http://schemas.microsoft.com/office/drawing/2014/main" id="{E600CB84-14AF-4256-BE69-061DA846E55C}"/>
              </a:ext>
            </a:extLst>
          </p:cNvPr>
          <p:cNvSpPr>
            <a:spLocks xmlns:a="http://schemas.openxmlformats.org/drawingml/2006/main" noGrp="1"/>
          </p:cNvSpPr>
          <p:nvPr/>
        </p:nvSpPr>
        <p:spPr>
          <a:xfrm xmlns:a="http://schemas.openxmlformats.org/drawingml/2006/main">
            <a:off x="4720053" y="4196715"/>
            <a:ext cx="399938"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ثلاثة</a:t>
            </a:r>
          </a:p>
        </p:txBody>
      </p:sp>
      <p:sp>
        <p:nvSpPr>
          <p:cNvPr id="70" name="">
            <a:extLst xmlns:a="http://schemas.openxmlformats.org/drawingml/2006/main">
              <a:ext uri="{FF2B5EF4-FFF2-40B4-BE49-F238E27FC236}">
                <a16:creationId xmlns:a16="http://schemas.microsoft.com/office/drawing/2014/main" id="{1AFAED2F-2C1F-447F-81BC-7A8B03667962}"/>
              </a:ext>
            </a:extLst>
          </p:cNvPr>
          <p:cNvSpPr>
            <a:spLocks xmlns:a="http://schemas.openxmlformats.org/drawingml/2006/main" noGrp="1"/>
          </p:cNvSpPr>
          <p:nvPr/>
        </p:nvSpPr>
        <p:spPr>
          <a:xfrm xmlns:a="http://schemas.openxmlformats.org/drawingml/2006/main">
            <a:off x="4205161" y="4196715"/>
            <a:ext cx="44174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أشهر</a:t>
            </a:r>
          </a:p>
        </p:txBody>
      </p:sp>
      <p:sp>
        <p:nvSpPr>
          <p:cNvPr id="71" name="">
            <a:extLst xmlns:a="http://schemas.openxmlformats.org/drawingml/2006/main">
              <a:ext uri="{FF2B5EF4-FFF2-40B4-BE49-F238E27FC236}">
                <a16:creationId xmlns:a16="http://schemas.microsoft.com/office/drawing/2014/main" id="{3FE071FA-AF01-492D-A56C-CACE94C89A64}"/>
              </a:ext>
            </a:extLst>
          </p:cNvPr>
          <p:cNvSpPr>
            <a:spLocks xmlns:a="http://schemas.openxmlformats.org/drawingml/2006/main" noGrp="1"/>
          </p:cNvSpPr>
          <p:nvPr/>
        </p:nvSpPr>
        <p:spPr>
          <a:xfrm xmlns:a="http://schemas.openxmlformats.org/drawingml/2006/main">
            <a:off x="6823249" y="4773930"/>
            <a:ext cx="520526"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يضيق</a:t>
            </a:r>
          </a:p>
        </p:txBody>
      </p:sp>
      <p:sp>
        <p:nvSpPr>
          <p:cNvPr id="72" name="">
            <a:extLst xmlns:a="http://schemas.openxmlformats.org/drawingml/2006/main">
              <a:ext uri="{FF2B5EF4-FFF2-40B4-BE49-F238E27FC236}">
                <a16:creationId xmlns:a16="http://schemas.microsoft.com/office/drawing/2014/main" id="{21C0B029-F55F-4BF8-A410-3AD7A9F611A7}"/>
              </a:ext>
            </a:extLst>
          </p:cNvPr>
          <p:cNvSpPr>
            <a:spLocks xmlns:a="http://schemas.openxmlformats.org/drawingml/2006/main" noGrp="1"/>
          </p:cNvSpPr>
          <p:nvPr/>
        </p:nvSpPr>
        <p:spPr>
          <a:xfrm xmlns:a="http://schemas.openxmlformats.org/drawingml/2006/main">
            <a:off x="5786416" y="4773930"/>
            <a:ext cx="963681"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الصلاحيات</a:t>
            </a:r>
          </a:p>
        </p:txBody>
      </p:sp>
      <p:sp>
        <p:nvSpPr>
          <p:cNvPr id="73" name="">
            <a:extLst xmlns:a="http://schemas.openxmlformats.org/drawingml/2006/main">
              <a:ext uri="{FF2B5EF4-FFF2-40B4-BE49-F238E27FC236}">
                <a16:creationId xmlns:a16="http://schemas.microsoft.com/office/drawing/2014/main" id="{0EDD9626-9E6B-47B0-A42E-6D8259F15E4C}"/>
              </a:ext>
            </a:extLst>
          </p:cNvPr>
          <p:cNvSpPr>
            <a:spLocks xmlns:a="http://schemas.openxmlformats.org/drawingml/2006/main" noGrp="1"/>
          </p:cNvSpPr>
          <p:nvPr/>
        </p:nvSpPr>
        <p:spPr>
          <a:xfrm xmlns:a="http://schemas.openxmlformats.org/drawingml/2006/main">
            <a:off x="5478580" y="4773930"/>
            <a:ext cx="23468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مع</a:t>
            </a:r>
          </a:p>
        </p:txBody>
      </p:sp>
      <p:sp>
        <p:nvSpPr>
          <p:cNvPr id="74" name="">
            <a:extLst xmlns:a="http://schemas.openxmlformats.org/drawingml/2006/main">
              <a:ext uri="{FF2B5EF4-FFF2-40B4-BE49-F238E27FC236}">
                <a16:creationId xmlns:a16="http://schemas.microsoft.com/office/drawing/2014/main" id="{70FADDE9-2DD9-4428-91CC-6D02E5BE5931}"/>
              </a:ext>
            </a:extLst>
          </p:cNvPr>
          <p:cNvSpPr>
            <a:spLocks xmlns:a="http://schemas.openxmlformats.org/drawingml/2006/main" noGrp="1"/>
          </p:cNvSpPr>
          <p:nvPr/>
        </p:nvSpPr>
        <p:spPr>
          <a:xfrm xmlns:a="http://schemas.openxmlformats.org/drawingml/2006/main">
            <a:off x="5029452" y="4773930"/>
            <a:ext cx="375977"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حفظ</a:t>
            </a:r>
          </a:p>
        </p:txBody>
      </p:sp>
      <p:sp>
        <p:nvSpPr>
          <p:cNvPr id="75" name="">
            <a:extLst xmlns:a="http://schemas.openxmlformats.org/drawingml/2006/main">
              <a:ext uri="{FF2B5EF4-FFF2-40B4-BE49-F238E27FC236}">
                <a16:creationId xmlns:a16="http://schemas.microsoft.com/office/drawing/2014/main" id="{5F27F0BB-4EE4-4920-92D0-0976664E52FC}"/>
              </a:ext>
            </a:extLst>
          </p:cNvPr>
          <p:cNvSpPr>
            <a:spLocks xmlns:a="http://schemas.openxmlformats.org/drawingml/2006/main" noGrp="1"/>
          </p:cNvSpPr>
          <p:nvPr/>
        </p:nvSpPr>
        <p:spPr>
          <a:xfrm xmlns:a="http://schemas.openxmlformats.org/drawingml/2006/main">
            <a:off x="4245124" y="4773930"/>
            <a:ext cx="7111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الوصول</a:t>
            </a:r>
          </a:p>
        </p:txBody>
      </p:sp>
      <p:sp>
        <p:nvSpPr>
          <p:cNvPr id="76" name="">
            <a:extLst xmlns:a="http://schemas.openxmlformats.org/drawingml/2006/main">
              <a:ext uri="{FF2B5EF4-FFF2-40B4-BE49-F238E27FC236}">
                <a16:creationId xmlns:a16="http://schemas.microsoft.com/office/drawing/2014/main" id="{7AC66C72-4880-4C58-8795-0E6B15935F22}"/>
              </a:ext>
            </a:extLst>
          </p:cNvPr>
          <p:cNvSpPr>
            <a:spLocks xmlns:a="http://schemas.openxmlformats.org/drawingml/2006/main" noGrp="1"/>
          </p:cNvSpPr>
          <p:nvPr/>
        </p:nvSpPr>
        <p:spPr>
          <a:xfrm xmlns:a="http://schemas.openxmlformats.org/drawingml/2006/main">
            <a:off x="3385658" y="4773930"/>
            <a:ext cx="78631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المرصود</a:t>
            </a:r>
          </a:p>
        </p:txBody>
      </p:sp>
      <p:sp>
        <p:nvSpPr>
          <p:cNvPr id="77" name="">
            <a:extLst xmlns:a="http://schemas.openxmlformats.org/drawingml/2006/main">
              <a:ext uri="{FF2B5EF4-FFF2-40B4-BE49-F238E27FC236}">
                <a16:creationId xmlns:a16="http://schemas.microsoft.com/office/drawing/2014/main" id="{C2557129-F904-4AEE-AA40-913570FF1944}"/>
              </a:ext>
            </a:extLst>
          </p:cNvPr>
          <p:cNvSpPr>
            <a:spLocks xmlns:a="http://schemas.openxmlformats.org/drawingml/2006/main" noGrp="1"/>
          </p:cNvSpPr>
          <p:nvPr/>
        </p:nvSpPr>
        <p:spPr>
          <a:xfrm xmlns:a="http://schemas.openxmlformats.org/drawingml/2006/main">
            <a:off x="6916359" y="5351145"/>
            <a:ext cx="427416"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سجل</a:t>
            </a:r>
          </a:p>
        </p:txBody>
      </p:sp>
      <p:sp>
        <p:nvSpPr>
          <p:cNvPr id="78" name="">
            <a:extLst xmlns:a="http://schemas.openxmlformats.org/drawingml/2006/main">
              <a:ext uri="{FF2B5EF4-FFF2-40B4-BE49-F238E27FC236}">
                <a16:creationId xmlns:a16="http://schemas.microsoft.com/office/drawing/2014/main" id="{FFC1F708-BE9A-49D8-8CA9-1E3176CCB914}"/>
              </a:ext>
            </a:extLst>
          </p:cNvPr>
          <p:cNvSpPr>
            <a:spLocks xmlns:a="http://schemas.openxmlformats.org/drawingml/2006/main" noGrp="1"/>
          </p:cNvSpPr>
          <p:nvPr/>
        </p:nvSpPr>
        <p:spPr>
          <a:xfrm xmlns:a="http://schemas.openxmlformats.org/drawingml/2006/main">
            <a:off x="6341173" y="5351145"/>
            <a:ext cx="50203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قصير</a:t>
            </a:r>
          </a:p>
        </p:txBody>
      </p:sp>
      <p:sp>
        <p:nvSpPr>
          <p:cNvPr id="79" name="">
            <a:extLst xmlns:a="http://schemas.openxmlformats.org/drawingml/2006/main">
              <a:ext uri="{FF2B5EF4-FFF2-40B4-BE49-F238E27FC236}">
                <a16:creationId xmlns:a16="http://schemas.microsoft.com/office/drawing/2014/main" id="{5A7B2F35-295F-4A35-BA94-41E644162405}"/>
              </a:ext>
            </a:extLst>
          </p:cNvPr>
          <p:cNvSpPr>
            <a:spLocks xmlns:a="http://schemas.openxmlformats.org/drawingml/2006/main" noGrp="1"/>
          </p:cNvSpPr>
          <p:nvPr/>
        </p:nvSpPr>
        <p:spPr>
          <a:xfrm xmlns:a="http://schemas.openxmlformats.org/drawingml/2006/main">
            <a:off x="6097147" y="5351145"/>
            <a:ext cx="17087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قد</a:t>
            </a:r>
          </a:p>
        </p:txBody>
      </p:sp>
      <p:sp>
        <p:nvSpPr>
          <p:cNvPr id="80" name="">
            <a:extLst xmlns:a="http://schemas.openxmlformats.org/drawingml/2006/main">
              <a:ext uri="{FF2B5EF4-FFF2-40B4-BE49-F238E27FC236}">
                <a16:creationId xmlns:a16="http://schemas.microsoft.com/office/drawing/2014/main" id="{A6A5D974-C98E-463F-B7CF-03BF5D87CC8D}"/>
              </a:ext>
            </a:extLst>
          </p:cNvPr>
          <p:cNvSpPr>
            <a:spLocks xmlns:a="http://schemas.openxmlformats.org/drawingml/2006/main" noGrp="1"/>
          </p:cNvSpPr>
          <p:nvPr/>
        </p:nvSpPr>
        <p:spPr>
          <a:xfrm xmlns:a="http://schemas.openxmlformats.org/drawingml/2006/main">
            <a:off x="5659087" y="5351145"/>
            <a:ext cx="364908"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يمنع</a:t>
            </a:r>
          </a:p>
        </p:txBody>
      </p:sp>
      <p:sp>
        <p:nvSpPr>
          <p:cNvPr id="81" name="">
            <a:extLst xmlns:a="http://schemas.openxmlformats.org/drawingml/2006/main">
              <a:ext uri="{FF2B5EF4-FFF2-40B4-BE49-F238E27FC236}">
                <a16:creationId xmlns:a16="http://schemas.microsoft.com/office/drawing/2014/main" id="{CCFA109B-A817-492B-916C-91B021ABFE56}"/>
              </a:ext>
            </a:extLst>
          </p:cNvPr>
          <p:cNvSpPr>
            <a:spLocks xmlns:a="http://schemas.openxmlformats.org/drawingml/2006/main" noGrp="1"/>
          </p:cNvSpPr>
          <p:nvPr/>
        </p:nvSpPr>
        <p:spPr>
          <a:xfrm xmlns:a="http://schemas.openxmlformats.org/drawingml/2006/main">
            <a:off x="4959276" y="5351145"/>
            <a:ext cx="626659"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عمليات</a:t>
            </a:r>
          </a:p>
        </p:txBody>
      </p:sp>
      <p:sp>
        <p:nvSpPr>
          <p:cNvPr id="82" name="">
            <a:extLst xmlns:a="http://schemas.openxmlformats.org/drawingml/2006/main">
              <a:ext uri="{FF2B5EF4-FFF2-40B4-BE49-F238E27FC236}">
                <a16:creationId xmlns:a16="http://schemas.microsoft.com/office/drawing/2014/main" id="{01BDA05C-CF9A-42C9-99A6-B73C4A9830B8}"/>
              </a:ext>
            </a:extLst>
          </p:cNvPr>
          <p:cNvSpPr>
            <a:spLocks xmlns:a="http://schemas.openxmlformats.org/drawingml/2006/main" noGrp="1"/>
          </p:cNvSpPr>
          <p:nvPr/>
        </p:nvSpPr>
        <p:spPr>
          <a:xfrm xmlns:a="http://schemas.openxmlformats.org/drawingml/2006/main">
            <a:off x="4144085" y="5351145"/>
            <a:ext cx="742038"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مشروعة</a:t>
            </a:r>
          </a:p>
        </p:txBody>
      </p:sp>
      <p:sp>
        <p:nvSpPr>
          <p:cNvPr id="83" name="">
            <a:extLst xmlns:a="http://schemas.openxmlformats.org/drawingml/2006/main">
              <a:ext uri="{FF2B5EF4-FFF2-40B4-BE49-F238E27FC236}">
                <a16:creationId xmlns:a16="http://schemas.microsoft.com/office/drawing/2014/main" id="{FDD50D53-3973-43EE-83B3-6CC613FC373B}"/>
              </a:ext>
            </a:extLst>
          </p:cNvPr>
          <p:cNvSpPr>
            <a:spLocks xmlns:a="http://schemas.openxmlformats.org/drawingml/2006/main" noGrp="1"/>
          </p:cNvSpPr>
          <p:nvPr/>
        </p:nvSpPr>
        <p:spPr>
          <a:xfrm xmlns:a="http://schemas.openxmlformats.org/drawingml/2006/main">
            <a:off x="3604971" y="5351145"/>
            <a:ext cx="465962"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لاحقة</a:t>
            </a:r>
          </a:p>
        </p:txBody>
      </p:sp>
      <p:sp>
        <p:nvSpPr>
          <p:cNvPr id="84" name="">
            <a:extLst xmlns:a="http://schemas.openxmlformats.org/drawingml/2006/main">
              <a:ext uri="{FF2B5EF4-FFF2-40B4-BE49-F238E27FC236}">
                <a16:creationId xmlns:a16="http://schemas.microsoft.com/office/drawing/2014/main" id="{C1B67592-F54F-4EA0-8471-67854B5583FE}"/>
              </a:ext>
            </a:extLst>
          </p:cNvPr>
          <p:cNvSpPr>
            <a:spLocks xmlns:a="http://schemas.openxmlformats.org/drawingml/2006/main" noGrp="1"/>
          </p:cNvSpPr>
          <p:nvPr/>
        </p:nvSpPr>
        <p:spPr>
          <a:xfrm xmlns:a="http://schemas.openxmlformats.org/drawingml/2006/main">
            <a:off x="6873645" y="5928360"/>
            <a:ext cx="47013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امتداد</a:t>
            </a:r>
          </a:p>
        </p:txBody>
      </p:sp>
      <p:sp>
        <p:nvSpPr>
          <p:cNvPr id="85" name="">
            <a:extLst xmlns:a="http://schemas.openxmlformats.org/drawingml/2006/main">
              <a:ext uri="{FF2B5EF4-FFF2-40B4-BE49-F238E27FC236}">
                <a16:creationId xmlns:a16="http://schemas.microsoft.com/office/drawing/2014/main" id="{691F8F53-D9A1-4826-ABF2-FE311199A2D6}"/>
              </a:ext>
            </a:extLst>
          </p:cNvPr>
          <p:cNvSpPr>
            <a:spLocks xmlns:a="http://schemas.openxmlformats.org/drawingml/2006/main" noGrp="1"/>
          </p:cNvSpPr>
          <p:nvPr/>
        </p:nvSpPr>
        <p:spPr>
          <a:xfrm xmlns:a="http://schemas.openxmlformats.org/drawingml/2006/main">
            <a:off x="6153649" y="5928360"/>
            <a:ext cx="646844"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للطلبات</a:t>
            </a:r>
          </a:p>
        </p:txBody>
      </p:sp>
      <p:sp>
        <p:nvSpPr>
          <p:cNvPr id="86" name="">
            <a:extLst xmlns:a="http://schemas.openxmlformats.org/drawingml/2006/main">
              <a:ext uri="{FF2B5EF4-FFF2-40B4-BE49-F238E27FC236}">
                <a16:creationId xmlns:a16="http://schemas.microsoft.com/office/drawing/2014/main" id="{48319C5F-8DC6-4E93-8A9D-A49C5EB075B9}"/>
              </a:ext>
            </a:extLst>
          </p:cNvPr>
          <p:cNvSpPr>
            <a:spLocks xmlns:a="http://schemas.openxmlformats.org/drawingml/2006/main" noGrp="1"/>
          </p:cNvSpPr>
          <p:nvPr/>
        </p:nvSpPr>
        <p:spPr>
          <a:xfrm xmlns:a="http://schemas.openxmlformats.org/drawingml/2006/main">
            <a:off x="5244697" y="5928360"/>
            <a:ext cx="835800"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الممنوعة؛</a:t>
            </a:r>
          </a:p>
        </p:txBody>
      </p:sp>
      <p:sp>
        <p:nvSpPr>
          <p:cNvPr id="87" name="">
            <a:extLst xmlns:a="http://schemas.openxmlformats.org/drawingml/2006/main">
              <a:ext uri="{FF2B5EF4-FFF2-40B4-BE49-F238E27FC236}">
                <a16:creationId xmlns:a16="http://schemas.microsoft.com/office/drawing/2014/main" id="{B28BEF04-6C77-42F1-B240-CFB8BA06DA80}"/>
              </a:ext>
            </a:extLst>
          </p:cNvPr>
          <p:cNvSpPr>
            <a:spLocks xmlns:a="http://schemas.openxmlformats.org/drawingml/2006/main" noGrp="1"/>
          </p:cNvSpPr>
          <p:nvPr/>
        </p:nvSpPr>
        <p:spPr>
          <a:xfrm xmlns:a="http://schemas.openxmlformats.org/drawingml/2006/main">
            <a:off x="4500870" y="5928360"/>
            <a:ext cx="6706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والتمثيل</a:t>
            </a:r>
          </a:p>
        </p:txBody>
      </p:sp>
      <p:sp>
        <p:nvSpPr>
          <p:cNvPr id="88" name="">
            <a:extLst xmlns:a="http://schemas.openxmlformats.org/drawingml/2006/main">
              <a:ext uri="{FF2B5EF4-FFF2-40B4-BE49-F238E27FC236}">
                <a16:creationId xmlns:a16="http://schemas.microsoft.com/office/drawing/2014/main" id="{3B41EE18-19CB-401A-A051-014696A07832}"/>
              </a:ext>
            </a:extLst>
          </p:cNvPr>
          <p:cNvSpPr>
            <a:spLocks xmlns:a="http://schemas.openxmlformats.org/drawingml/2006/main" noGrp="1"/>
          </p:cNvSpPr>
          <p:nvPr/>
        </p:nvSpPr>
        <p:spPr>
          <a:xfrm xmlns:a="http://schemas.openxmlformats.org/drawingml/2006/main">
            <a:off x="4042364" y="5928360"/>
            <a:ext cx="38535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يؤثر</a:t>
            </a:r>
          </a:p>
        </p:txBody>
      </p:sp>
      <p:sp>
        <p:nvSpPr>
          <p:cNvPr id="89" name="">
            <a:extLst xmlns:a="http://schemas.openxmlformats.org/drawingml/2006/main">
              <a:ext uri="{FF2B5EF4-FFF2-40B4-BE49-F238E27FC236}">
                <a16:creationId xmlns:a16="http://schemas.microsoft.com/office/drawing/2014/main" id="{B45A488C-0A20-4DEF-ACFA-8DBD37C5632E}"/>
              </a:ext>
            </a:extLst>
          </p:cNvPr>
          <p:cNvSpPr>
            <a:spLocks xmlns:a="http://schemas.openxmlformats.org/drawingml/2006/main" noGrp="1"/>
          </p:cNvSpPr>
          <p:nvPr/>
        </p:nvSpPr>
        <p:spPr>
          <a:xfrm xmlns:a="http://schemas.openxmlformats.org/drawingml/2006/main">
            <a:off x="3731404" y="5928360"/>
            <a:ext cx="237809"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في</a:t>
            </a:r>
          </a:p>
        </p:txBody>
      </p:sp>
      <p:sp>
        <p:nvSpPr>
          <p:cNvPr id="90" name="">
            <a:extLst xmlns:a="http://schemas.openxmlformats.org/drawingml/2006/main">
              <a:ext uri="{FF2B5EF4-FFF2-40B4-BE49-F238E27FC236}">
                <a16:creationId xmlns:a16="http://schemas.microsoft.com/office/drawing/2014/main" id="{5EABC960-265D-4570-8FE5-08C23ACA7611}"/>
              </a:ext>
            </a:extLst>
          </p:cNvPr>
          <p:cNvSpPr>
            <a:spLocks xmlns:a="http://schemas.openxmlformats.org/drawingml/2006/main" noGrp="1"/>
          </p:cNvSpPr>
          <p:nvPr/>
        </p:nvSpPr>
        <p:spPr>
          <a:xfrm xmlns:a="http://schemas.openxmlformats.org/drawingml/2006/main">
            <a:off x="3101653" y="5928360"/>
            <a:ext cx="556599"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142B36"/>
                </a:solidFill>
                <a:latin typeface="Arial"/>
                <a:ea typeface="Arial"/>
                <a:cs typeface="Arial"/>
              </a:defRPr>
            </a:defPPr>
            <a:lvl1pPr algn="r">
              <a:defRPr sz="2100" b="0">
                <a:solidFill>
                  <a:srgbClr val="142B36"/>
                </a:solidFill>
                <a:latin typeface="Arial"/>
                <a:ea typeface="Arial"/>
                <a:cs typeface="Arial"/>
              </a:defRPr>
            </a:lvl1pPr>
            <a:lvl2pPr algn="r">
              <a:defRPr sz="2100" b="0">
                <a:solidFill>
                  <a:srgbClr val="142B36"/>
                </a:solidFill>
                <a:latin typeface="Arial"/>
                <a:ea typeface="Arial"/>
                <a:cs typeface="Arial"/>
              </a:defRPr>
            </a:lvl2pPr>
            <a:lvl3pPr algn="r">
              <a:defRPr sz="2100" b="0">
                <a:solidFill>
                  <a:srgbClr val="142B36"/>
                </a:solidFill>
                <a:latin typeface="Arial"/>
                <a:ea typeface="Arial"/>
                <a:cs typeface="Arial"/>
              </a:defRPr>
            </a:lvl3pPr>
            <a:lvl4pPr algn="r">
              <a:defRPr sz="2100" b="0">
                <a:solidFill>
                  <a:srgbClr val="142B36"/>
                </a:solidFill>
                <a:latin typeface="Arial"/>
                <a:ea typeface="Arial"/>
                <a:cs typeface="Arial"/>
              </a:defRPr>
            </a:lvl4pPr>
            <a:lvl5pPr algn="r">
              <a:defRPr sz="2100" b="0">
                <a:solidFill>
                  <a:srgbClr val="142B36"/>
                </a:solidFill>
                <a:latin typeface="Arial"/>
                <a:ea typeface="Arial"/>
                <a:cs typeface="Arial"/>
              </a:defRPr>
            </a:lvl5pPr>
            <a:lvl6pPr algn="r">
              <a:defRPr sz="2100" b="0">
                <a:solidFill>
                  <a:srgbClr val="142B36"/>
                </a:solidFill>
                <a:latin typeface="Arial"/>
                <a:ea typeface="Arial"/>
                <a:cs typeface="Arial"/>
              </a:defRPr>
            </a:lvl6pPr>
            <a:lvl7pPr algn="r">
              <a:defRPr sz="2100" b="0">
                <a:solidFill>
                  <a:srgbClr val="142B36"/>
                </a:solidFill>
                <a:latin typeface="Arial"/>
                <a:ea typeface="Arial"/>
                <a:cs typeface="Arial"/>
              </a:defRPr>
            </a:lvl7pPr>
            <a:lvl8pPr algn="r">
              <a:defRPr sz="2100" b="0">
                <a:solidFill>
                  <a:srgbClr val="142B36"/>
                </a:solidFill>
                <a:latin typeface="Arial"/>
                <a:ea typeface="Arial"/>
                <a:cs typeface="Arial"/>
              </a:defRPr>
            </a:lvl8pPr>
            <a:lvl9pPr algn="r">
              <a:defRPr sz="2100" b="0">
                <a:solidFill>
                  <a:srgbClr val="142B36"/>
                </a:solidFill>
                <a:latin typeface="Arial"/>
                <a:ea typeface="Arial"/>
                <a:cs typeface="Arial"/>
              </a:defRPr>
            </a:lvl9pPr>
          </a:lstStyle>
          <a:p xmlns:a="http://schemas.openxmlformats.org/drawingml/2006/main">
            <a:pPr algn="r">
              <a:defRPr sz="2100" b="0">
                <a:solidFill>
                  <a:srgbClr val="142B36"/>
                </a:solidFill>
                <a:latin typeface="Arial"/>
                <a:ea typeface="Arial"/>
                <a:cs typeface="Arial"/>
              </a:defRPr>
            </a:pPr>
            <a:r>
              <a:rPr sz="2100" b="0">
                <a:solidFill>
                  <a:srgbClr val="142B36"/>
                </a:solidFill>
                <a:latin typeface="Arial"/>
                <a:ea typeface="Arial"/>
                <a:cs typeface="Arial"/>
              </a:rPr>
              <a:t>النتيجة</a:t>
            </a:r>
          </a:p>
        </p:txBody>
      </p:sp>
      <p:sp>
        <p:nvSpPr>
          <p:cNvPr id="91" name="">
            <a:extLst xmlns:a="http://schemas.openxmlformats.org/drawingml/2006/main">
              <a:ext uri="{FF2B5EF4-FFF2-40B4-BE49-F238E27FC236}">
                <a16:creationId xmlns:a16="http://schemas.microsoft.com/office/drawing/2014/main" id="{8FEFD86A-B7F5-41C2-A4BA-76B4A107742C}"/>
              </a:ext>
            </a:extLst>
          </p:cNvPr>
          <p:cNvSpPr>
            <a:spLocks xmlns:a="http://schemas.openxmlformats.org/drawingml/2006/main" noGrp="1"/>
          </p:cNvSpPr>
          <p:nvPr/>
        </p:nvSpPr>
        <p:spPr>
          <a:xfrm xmlns:a="http://schemas.openxmlformats.org/drawingml/2006/main">
            <a:off x="14149392" y="6905625"/>
            <a:ext cx="24288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دقة</a:t>
            </a:r>
          </a:p>
        </p:txBody>
      </p:sp>
      <p:sp>
        <p:nvSpPr>
          <p:cNvPr id="92" name="">
            <a:extLst xmlns:a="http://schemas.openxmlformats.org/drawingml/2006/main">
              <a:ext uri="{FF2B5EF4-FFF2-40B4-BE49-F238E27FC236}">
                <a16:creationId xmlns:a16="http://schemas.microsoft.com/office/drawing/2014/main" id="{31D1AD62-1827-4A2C-9CCA-7B07CE18BD88}"/>
              </a:ext>
            </a:extLst>
          </p:cNvPr>
          <p:cNvSpPr>
            <a:spLocks xmlns:a="http://schemas.openxmlformats.org/drawingml/2006/main" noGrp="1"/>
          </p:cNvSpPr>
          <p:nvPr/>
        </p:nvSpPr>
        <p:spPr>
          <a:xfrm xmlns:a="http://schemas.openxmlformats.org/drawingml/2006/main">
            <a:off x="13511887" y="6905625"/>
            <a:ext cx="573212"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تصنيف</a:t>
            </a:r>
          </a:p>
        </p:txBody>
      </p:sp>
      <p:sp>
        <p:nvSpPr>
          <p:cNvPr id="93" name="">
            <a:extLst xmlns:a="http://schemas.openxmlformats.org/drawingml/2006/main">
              <a:ext uri="{FF2B5EF4-FFF2-40B4-BE49-F238E27FC236}">
                <a16:creationId xmlns:a16="http://schemas.microsoft.com/office/drawing/2014/main" id="{E677C5EA-3A7F-4C2B-8C6C-A0FEB1FE974B}"/>
              </a:ext>
            </a:extLst>
          </p:cNvPr>
          <p:cNvSpPr>
            <a:spLocks xmlns:a="http://schemas.openxmlformats.org/drawingml/2006/main" noGrp="1"/>
          </p:cNvSpPr>
          <p:nvPr/>
        </p:nvSpPr>
        <p:spPr>
          <a:xfrm xmlns:a="http://schemas.openxmlformats.org/drawingml/2006/main">
            <a:off x="12869033" y="6905625"/>
            <a:ext cx="57856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الطلبات</a:t>
            </a:r>
          </a:p>
        </p:txBody>
      </p:sp>
      <p:sp>
        <p:nvSpPr>
          <p:cNvPr id="94" name="">
            <a:extLst xmlns:a="http://schemas.openxmlformats.org/drawingml/2006/main">
              <a:ext uri="{FF2B5EF4-FFF2-40B4-BE49-F238E27FC236}">
                <a16:creationId xmlns:a16="http://schemas.microsoft.com/office/drawing/2014/main" id="{FD8CA15E-1CC3-4FBC-87BA-FADC82EBBB97}"/>
              </a:ext>
            </a:extLst>
          </p:cNvPr>
          <p:cNvSpPr>
            <a:spLocks xmlns:a="http://schemas.openxmlformats.org/drawingml/2006/main" noGrp="1"/>
          </p:cNvSpPr>
          <p:nvPr/>
        </p:nvSpPr>
        <p:spPr>
          <a:xfrm xmlns:a="http://schemas.openxmlformats.org/drawingml/2006/main">
            <a:off x="12315709" y="6905625"/>
            <a:ext cx="48903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تختلف</a:t>
            </a:r>
          </a:p>
        </p:txBody>
      </p:sp>
      <p:sp>
        <p:nvSpPr>
          <p:cNvPr id="95" name="">
            <a:extLst xmlns:a="http://schemas.openxmlformats.org/drawingml/2006/main">
              <a:ext uri="{FF2B5EF4-FFF2-40B4-BE49-F238E27FC236}">
                <a16:creationId xmlns:a16="http://schemas.microsoft.com/office/drawing/2014/main" id="{DE800143-E5A7-4CDE-A795-649C9377F536}"/>
              </a:ext>
            </a:extLst>
          </p:cNvPr>
          <p:cNvSpPr>
            <a:spLocks xmlns:a="http://schemas.openxmlformats.org/drawingml/2006/main" noGrp="1"/>
          </p:cNvSpPr>
          <p:nvPr/>
        </p:nvSpPr>
        <p:spPr>
          <a:xfrm xmlns:a="http://schemas.openxmlformats.org/drawingml/2006/main">
            <a:off x="11991440" y="6905625"/>
            <a:ext cx="25997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عن</a:t>
            </a:r>
          </a:p>
        </p:txBody>
      </p:sp>
      <p:sp>
        <p:nvSpPr>
          <p:cNvPr id="96" name="">
            <a:extLst xmlns:a="http://schemas.openxmlformats.org/drawingml/2006/main">
              <a:ext uri="{FF2B5EF4-FFF2-40B4-BE49-F238E27FC236}">
                <a16:creationId xmlns:a16="http://schemas.microsoft.com/office/drawing/2014/main" id="{152FE57B-BC3B-4A7B-AE40-DD3FD1C9EB4F}"/>
              </a:ext>
            </a:extLst>
          </p:cNvPr>
          <p:cNvSpPr>
            <a:spLocks xmlns:a="http://schemas.openxmlformats.org/drawingml/2006/main" noGrp="1"/>
          </p:cNvSpPr>
          <p:nvPr/>
        </p:nvSpPr>
        <p:spPr>
          <a:xfrm xmlns:a="http://schemas.openxmlformats.org/drawingml/2006/main">
            <a:off x="11585665" y="6905625"/>
            <a:ext cx="34148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نسبة</a:t>
            </a:r>
          </a:p>
        </p:txBody>
      </p:sp>
      <p:sp>
        <p:nvSpPr>
          <p:cNvPr id="97" name="">
            <a:extLst xmlns:a="http://schemas.openxmlformats.org/drawingml/2006/main">
              <a:ext uri="{FF2B5EF4-FFF2-40B4-BE49-F238E27FC236}">
                <a16:creationId xmlns:a16="http://schemas.microsoft.com/office/drawing/2014/main" id="{D7C8F9CD-9090-46D7-89F5-D878C04EA1EF}"/>
              </a:ext>
            </a:extLst>
          </p:cNvPr>
          <p:cNvSpPr>
            <a:spLocks xmlns:a="http://schemas.openxmlformats.org/drawingml/2006/main" noGrp="1"/>
          </p:cNvSpPr>
          <p:nvPr/>
        </p:nvSpPr>
        <p:spPr>
          <a:xfrm xmlns:a="http://schemas.openxmlformats.org/drawingml/2006/main">
            <a:off x="10854444" y="6905625"/>
            <a:ext cx="66692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الإصلاح</a:t>
            </a:r>
          </a:p>
        </p:txBody>
      </p:sp>
      <p:sp>
        <p:nvSpPr>
          <p:cNvPr id="98" name="">
            <a:extLst xmlns:a="http://schemas.openxmlformats.org/drawingml/2006/main">
              <a:ext uri="{FF2B5EF4-FFF2-40B4-BE49-F238E27FC236}">
                <a16:creationId xmlns:a16="http://schemas.microsoft.com/office/drawing/2014/main" id="{A5A83EA5-F9C1-426E-AE4B-9831FD21904C}"/>
              </a:ext>
            </a:extLst>
          </p:cNvPr>
          <p:cNvSpPr>
            <a:spLocks xmlns:a="http://schemas.openxmlformats.org/drawingml/2006/main" noGrp="1"/>
          </p:cNvSpPr>
          <p:nvPr/>
        </p:nvSpPr>
        <p:spPr>
          <a:xfrm xmlns:a="http://schemas.openxmlformats.org/drawingml/2006/main">
            <a:off x="10319142" y="6905625"/>
            <a:ext cx="471008"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الكامل</a:t>
            </a:r>
          </a:p>
        </p:txBody>
      </p:sp>
      <p:sp>
        <p:nvSpPr>
          <p:cNvPr id="99" name="">
            <a:extLst xmlns:a="http://schemas.openxmlformats.org/drawingml/2006/main">
              <a:ext uri="{FF2B5EF4-FFF2-40B4-BE49-F238E27FC236}">
                <a16:creationId xmlns:a16="http://schemas.microsoft.com/office/drawing/2014/main" id="{B182B0EF-9ED1-4BDB-A101-26CBB74281DB}"/>
              </a:ext>
            </a:extLst>
          </p:cNvPr>
          <p:cNvSpPr>
            <a:spLocks xmlns:a="http://schemas.openxmlformats.org/drawingml/2006/main" noGrp="1"/>
          </p:cNvSpPr>
          <p:nvPr/>
        </p:nvSpPr>
        <p:spPr>
          <a:xfrm xmlns:a="http://schemas.openxmlformats.org/drawingml/2006/main">
            <a:off x="6701614" y="6905625"/>
            <a:ext cx="64216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ضمانات</a:t>
            </a:r>
          </a:p>
        </p:txBody>
      </p:sp>
      <p:sp>
        <p:nvSpPr>
          <p:cNvPr id="100" name="">
            <a:extLst xmlns:a="http://schemas.openxmlformats.org/drawingml/2006/main">
              <a:ext uri="{FF2B5EF4-FFF2-40B4-BE49-F238E27FC236}">
                <a16:creationId xmlns:a16="http://schemas.microsoft.com/office/drawing/2014/main" id="{5B04157B-0B00-41AC-BA7A-7ED6C1625E08}"/>
              </a:ext>
            </a:extLst>
          </p:cNvPr>
          <p:cNvSpPr>
            <a:spLocks xmlns:a="http://schemas.openxmlformats.org/drawingml/2006/main" noGrp="1"/>
          </p:cNvSpPr>
          <p:nvPr/>
        </p:nvSpPr>
        <p:spPr>
          <a:xfrm xmlns:a="http://schemas.openxmlformats.org/drawingml/2006/main">
            <a:off x="6067481" y="6905625"/>
            <a:ext cx="56984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الدراسة</a:t>
            </a:r>
          </a:p>
        </p:txBody>
      </p:sp>
      <p:sp>
        <p:nvSpPr>
          <p:cNvPr id="101" name="">
            <a:extLst xmlns:a="http://schemas.openxmlformats.org/drawingml/2006/main">
              <a:ext uri="{FF2B5EF4-FFF2-40B4-BE49-F238E27FC236}">
                <a16:creationId xmlns:a16="http://schemas.microsoft.com/office/drawing/2014/main" id="{B69E40E0-E002-4044-BF31-B0F7CC7F9D18}"/>
              </a:ext>
            </a:extLst>
          </p:cNvPr>
          <p:cNvSpPr>
            <a:spLocks xmlns:a="http://schemas.openxmlformats.org/drawingml/2006/main" noGrp="1"/>
          </p:cNvSpPr>
          <p:nvPr/>
        </p:nvSpPr>
        <p:spPr>
          <a:xfrm xmlns:a="http://schemas.openxmlformats.org/drawingml/2006/main">
            <a:off x="5326377" y="6905625"/>
            <a:ext cx="67681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مشروطة</a:t>
            </a:r>
          </a:p>
        </p:txBody>
      </p:sp>
      <p:sp>
        <p:nvSpPr>
          <p:cNvPr id="102" name="">
            <a:extLst xmlns:a="http://schemas.openxmlformats.org/drawingml/2006/main">
              <a:ext uri="{FF2B5EF4-FFF2-40B4-BE49-F238E27FC236}">
                <a16:creationId xmlns:a16="http://schemas.microsoft.com/office/drawing/2014/main" id="{372F9FA3-5D06-4F7C-B3E5-2E764DA26F1B}"/>
              </a:ext>
            </a:extLst>
          </p:cNvPr>
          <p:cNvSpPr>
            <a:spLocks xmlns:a="http://schemas.openxmlformats.org/drawingml/2006/main" noGrp="1"/>
          </p:cNvSpPr>
          <p:nvPr/>
        </p:nvSpPr>
        <p:spPr>
          <a:xfrm xmlns:a="http://schemas.openxmlformats.org/drawingml/2006/main">
            <a:off x="4777471" y="6905625"/>
            <a:ext cx="484612"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بفضاء</a:t>
            </a:r>
          </a:p>
        </p:txBody>
      </p:sp>
      <p:sp>
        <p:nvSpPr>
          <p:cNvPr id="103" name="">
            <a:extLst xmlns:a="http://schemas.openxmlformats.org/drawingml/2006/main">
              <a:ext uri="{FF2B5EF4-FFF2-40B4-BE49-F238E27FC236}">
                <a16:creationId xmlns:a16="http://schemas.microsoft.com/office/drawing/2014/main" id="{F723F618-131E-4ADA-863A-A9C3688D8E68}"/>
              </a:ext>
            </a:extLst>
          </p:cNvPr>
          <p:cNvSpPr>
            <a:spLocks xmlns:a="http://schemas.openxmlformats.org/drawingml/2006/main" noGrp="1"/>
          </p:cNvSpPr>
          <p:nvPr/>
        </p:nvSpPr>
        <p:spPr>
          <a:xfrm xmlns:a="http://schemas.openxmlformats.org/drawingml/2006/main">
            <a:off x="4194033" y="6905625"/>
            <a:ext cx="51914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التعديل</a:t>
            </a:r>
          </a:p>
        </p:txBody>
      </p:sp>
      <p:sp>
        <p:nvSpPr>
          <p:cNvPr id="104" name="">
            <a:extLst xmlns:a="http://schemas.openxmlformats.org/drawingml/2006/main">
              <a:ext uri="{FF2B5EF4-FFF2-40B4-BE49-F238E27FC236}">
                <a16:creationId xmlns:a16="http://schemas.microsoft.com/office/drawing/2014/main" id="{F83E9A86-582D-4ADE-BDFB-1997F950838B}"/>
              </a:ext>
            </a:extLst>
          </p:cNvPr>
          <p:cNvSpPr>
            <a:spLocks xmlns:a="http://schemas.openxmlformats.org/drawingml/2006/main" noGrp="1"/>
          </p:cNvSpPr>
          <p:nvPr/>
        </p:nvSpPr>
        <p:spPr>
          <a:xfrm xmlns:a="http://schemas.openxmlformats.org/drawingml/2006/main">
            <a:off x="3124926" y="6905625"/>
            <a:ext cx="100481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DC6A43"/>
                </a:solidFill>
                <a:latin typeface="Arial"/>
                <a:ea typeface="Arial"/>
                <a:cs typeface="Arial"/>
              </a:defRPr>
            </a:defPPr>
            <a:lvl1pPr algn="r">
              <a:defRPr sz="1875" b="0">
                <a:solidFill>
                  <a:srgbClr val="DC6A43"/>
                </a:solidFill>
                <a:latin typeface="Arial"/>
                <a:ea typeface="Arial"/>
                <a:cs typeface="Arial"/>
              </a:defRPr>
            </a:lvl1pPr>
            <a:lvl2pPr algn="r">
              <a:defRPr sz="1875" b="0">
                <a:solidFill>
                  <a:srgbClr val="DC6A43"/>
                </a:solidFill>
                <a:latin typeface="Arial"/>
                <a:ea typeface="Arial"/>
                <a:cs typeface="Arial"/>
              </a:defRPr>
            </a:lvl2pPr>
            <a:lvl3pPr algn="r">
              <a:defRPr sz="1875" b="0">
                <a:solidFill>
                  <a:srgbClr val="DC6A43"/>
                </a:solidFill>
                <a:latin typeface="Arial"/>
                <a:ea typeface="Arial"/>
                <a:cs typeface="Arial"/>
              </a:defRPr>
            </a:lvl3pPr>
            <a:lvl4pPr algn="r">
              <a:defRPr sz="1875" b="0">
                <a:solidFill>
                  <a:srgbClr val="DC6A43"/>
                </a:solidFill>
                <a:latin typeface="Arial"/>
                <a:ea typeface="Arial"/>
                <a:cs typeface="Arial"/>
              </a:defRPr>
            </a:lvl4pPr>
            <a:lvl5pPr algn="r">
              <a:defRPr sz="1875" b="0">
                <a:solidFill>
                  <a:srgbClr val="DC6A43"/>
                </a:solidFill>
                <a:latin typeface="Arial"/>
                <a:ea typeface="Arial"/>
                <a:cs typeface="Arial"/>
              </a:defRPr>
            </a:lvl5pPr>
            <a:lvl6pPr algn="r">
              <a:defRPr sz="1875" b="0">
                <a:solidFill>
                  <a:srgbClr val="DC6A43"/>
                </a:solidFill>
                <a:latin typeface="Arial"/>
                <a:ea typeface="Arial"/>
                <a:cs typeface="Arial"/>
              </a:defRPr>
            </a:lvl6pPr>
            <a:lvl7pPr algn="r">
              <a:defRPr sz="1875" b="0">
                <a:solidFill>
                  <a:srgbClr val="DC6A43"/>
                </a:solidFill>
                <a:latin typeface="Arial"/>
                <a:ea typeface="Arial"/>
                <a:cs typeface="Arial"/>
              </a:defRPr>
            </a:lvl7pPr>
            <a:lvl8pPr algn="r">
              <a:defRPr sz="1875" b="0">
                <a:solidFill>
                  <a:srgbClr val="DC6A43"/>
                </a:solidFill>
                <a:latin typeface="Arial"/>
                <a:ea typeface="Arial"/>
                <a:cs typeface="Arial"/>
              </a:defRPr>
            </a:lvl8pPr>
            <a:lvl9pPr algn="r">
              <a:defRPr sz="1875" b="0">
                <a:solidFill>
                  <a:srgbClr val="DC6A43"/>
                </a:solidFill>
                <a:latin typeface="Arial"/>
                <a:ea typeface="Arial"/>
                <a:cs typeface="Arial"/>
              </a:defRPr>
            </a:lvl9pPr>
          </a:lstStyle>
          <a:p xmlns:a="http://schemas.openxmlformats.org/drawingml/2006/main">
            <a:pPr algn="r">
              <a:defRPr sz="1875" b="0">
                <a:solidFill>
                  <a:srgbClr val="DC6A43"/>
                </a:solidFill>
                <a:latin typeface="Arial"/>
                <a:ea typeface="Arial"/>
                <a:cs typeface="Arial"/>
              </a:defRPr>
            </a:pPr>
            <a:r>
              <a:rPr sz="1875" b="0">
                <a:solidFill>
                  <a:srgbClr val="DC6A43"/>
                </a:solidFill>
                <a:latin typeface="Arial"/>
                <a:ea typeface="Arial"/>
                <a:cs typeface="Arial"/>
              </a:rPr>
              <a:t>والافتراضات</a:t>
            </a:r>
          </a:p>
        </p:txBody>
      </p:sp>
      <p:sp>
        <p:nvSpPr>
          <p:cNvPr id="105" name="">
            <a:extLst xmlns:a="http://schemas.openxmlformats.org/drawingml/2006/main">
              <a:ext uri="{FF2B5EF4-FFF2-40B4-BE49-F238E27FC236}">
                <a16:creationId xmlns:a16="http://schemas.microsoft.com/office/drawing/2014/main" id="{54D1B04B-22C5-4CD9-A17A-071FC522FFA1}"/>
              </a:ext>
            </a:extLst>
          </p:cNvPr>
          <p:cNvSpPr>
            <a:spLocks xmlns:a="http://schemas.openxmlformats.org/drawingml/2006/main" noGrp="1"/>
          </p:cNvSpPr>
          <p:nvPr/>
        </p:nvSpPr>
        <p:spPr>
          <a:xfrm xmlns:a="http://schemas.openxmlformats.org/drawingml/2006/main">
            <a:off x="13672170" y="7524750"/>
            <a:ext cx="72010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67D8D"/>
                </a:solidFill>
                <a:latin typeface="Arial"/>
                <a:ea typeface="Arial"/>
                <a:cs typeface="Arial"/>
              </a:defRPr>
            </a:defPPr>
            <a:lvl1pPr algn="r">
              <a:defRPr sz="1800" b="1">
                <a:solidFill>
                  <a:srgbClr val="167D8D"/>
                </a:solidFill>
                <a:latin typeface="Arial"/>
                <a:ea typeface="Arial"/>
                <a:cs typeface="Arial"/>
              </a:defRPr>
            </a:lvl1pPr>
            <a:lvl2pPr algn="r">
              <a:defRPr sz="1800" b="1">
                <a:solidFill>
                  <a:srgbClr val="167D8D"/>
                </a:solidFill>
                <a:latin typeface="Arial"/>
                <a:ea typeface="Arial"/>
                <a:cs typeface="Arial"/>
              </a:defRPr>
            </a:lvl2pPr>
            <a:lvl3pPr algn="r">
              <a:defRPr sz="1800" b="1">
                <a:solidFill>
                  <a:srgbClr val="167D8D"/>
                </a:solidFill>
                <a:latin typeface="Arial"/>
                <a:ea typeface="Arial"/>
                <a:cs typeface="Arial"/>
              </a:defRPr>
            </a:lvl3pPr>
            <a:lvl4pPr algn="r">
              <a:defRPr sz="1800" b="1">
                <a:solidFill>
                  <a:srgbClr val="167D8D"/>
                </a:solidFill>
                <a:latin typeface="Arial"/>
                <a:ea typeface="Arial"/>
                <a:cs typeface="Arial"/>
              </a:defRPr>
            </a:lvl4pPr>
            <a:lvl5pPr algn="r">
              <a:defRPr sz="1800" b="1">
                <a:solidFill>
                  <a:srgbClr val="167D8D"/>
                </a:solidFill>
                <a:latin typeface="Arial"/>
                <a:ea typeface="Arial"/>
                <a:cs typeface="Arial"/>
              </a:defRPr>
            </a:lvl5pPr>
            <a:lvl6pPr algn="r">
              <a:defRPr sz="1800" b="1">
                <a:solidFill>
                  <a:srgbClr val="167D8D"/>
                </a:solidFill>
                <a:latin typeface="Arial"/>
                <a:ea typeface="Arial"/>
                <a:cs typeface="Arial"/>
              </a:defRPr>
            </a:lvl6pPr>
            <a:lvl7pPr algn="r">
              <a:defRPr sz="1800" b="1">
                <a:solidFill>
                  <a:srgbClr val="167D8D"/>
                </a:solidFill>
                <a:latin typeface="Arial"/>
                <a:ea typeface="Arial"/>
                <a:cs typeface="Arial"/>
              </a:defRPr>
            </a:lvl7pPr>
            <a:lvl8pPr algn="r">
              <a:defRPr sz="1800" b="1">
                <a:solidFill>
                  <a:srgbClr val="167D8D"/>
                </a:solidFill>
                <a:latin typeface="Arial"/>
                <a:ea typeface="Arial"/>
                <a:cs typeface="Arial"/>
              </a:defRPr>
            </a:lvl8pPr>
            <a:lvl9pPr algn="r">
              <a:defRPr sz="1800" b="1">
                <a:solidFill>
                  <a:srgbClr val="167D8D"/>
                </a:solidFill>
                <a:latin typeface="Arial"/>
                <a:ea typeface="Arial"/>
                <a:cs typeface="Arial"/>
              </a:defRPr>
            </a:lvl9pPr>
          </a:lstStyle>
          <a:p xmlns:a="http://schemas.openxmlformats.org/drawingml/2006/main">
            <a:pPr algn="r">
              <a:defRPr sz="1800" b="1">
                <a:solidFill>
                  <a:srgbClr val="167D8D"/>
                </a:solidFill>
                <a:latin typeface="Arial"/>
                <a:ea typeface="Arial"/>
                <a:cs typeface="Arial"/>
              </a:defRPr>
            </a:pPr>
            <a:r>
              <a:rPr sz="1800" b="1">
                <a:solidFill>
                  <a:srgbClr val="167D8D"/>
                </a:solidFill>
                <a:latin typeface="Arial"/>
                <a:ea typeface="Arial"/>
                <a:cs typeface="Arial"/>
              </a:rPr>
              <a:t>استفادتنا:</a:t>
            </a:r>
          </a:p>
        </p:txBody>
      </p:sp>
      <p:sp>
        <p:nvSpPr>
          <p:cNvPr id="106" name="">
            <a:extLst xmlns:a="http://schemas.openxmlformats.org/drawingml/2006/main">
              <a:ext uri="{FF2B5EF4-FFF2-40B4-BE49-F238E27FC236}">
                <a16:creationId xmlns:a16="http://schemas.microsoft.com/office/drawing/2014/main" id="{0687520F-EDC7-4EF2-9107-6927DA27048C}"/>
              </a:ext>
            </a:extLst>
          </p:cNvPr>
          <p:cNvSpPr>
            <a:spLocks xmlns:a="http://schemas.openxmlformats.org/drawingml/2006/main" noGrp="1"/>
          </p:cNvSpPr>
          <p:nvPr/>
        </p:nvSpPr>
        <p:spPr>
          <a:xfrm xmlns:a="http://schemas.openxmlformats.org/drawingml/2006/main">
            <a:off x="13262869" y="7524750"/>
            <a:ext cx="34796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67D8D"/>
                </a:solidFill>
                <a:latin typeface="Arial"/>
                <a:ea typeface="Arial"/>
                <a:cs typeface="Arial"/>
              </a:defRPr>
            </a:defPPr>
            <a:lvl1pPr algn="r">
              <a:defRPr sz="1800" b="1">
                <a:solidFill>
                  <a:srgbClr val="167D8D"/>
                </a:solidFill>
                <a:latin typeface="Arial"/>
                <a:ea typeface="Arial"/>
                <a:cs typeface="Arial"/>
              </a:defRPr>
            </a:lvl1pPr>
            <a:lvl2pPr algn="r">
              <a:defRPr sz="1800" b="1">
                <a:solidFill>
                  <a:srgbClr val="167D8D"/>
                </a:solidFill>
                <a:latin typeface="Arial"/>
                <a:ea typeface="Arial"/>
                <a:cs typeface="Arial"/>
              </a:defRPr>
            </a:lvl2pPr>
            <a:lvl3pPr algn="r">
              <a:defRPr sz="1800" b="1">
                <a:solidFill>
                  <a:srgbClr val="167D8D"/>
                </a:solidFill>
                <a:latin typeface="Arial"/>
                <a:ea typeface="Arial"/>
                <a:cs typeface="Arial"/>
              </a:defRPr>
            </a:lvl3pPr>
            <a:lvl4pPr algn="r">
              <a:defRPr sz="1800" b="1">
                <a:solidFill>
                  <a:srgbClr val="167D8D"/>
                </a:solidFill>
                <a:latin typeface="Arial"/>
                <a:ea typeface="Arial"/>
                <a:cs typeface="Arial"/>
              </a:defRPr>
            </a:lvl4pPr>
            <a:lvl5pPr algn="r">
              <a:defRPr sz="1800" b="1">
                <a:solidFill>
                  <a:srgbClr val="167D8D"/>
                </a:solidFill>
                <a:latin typeface="Arial"/>
                <a:ea typeface="Arial"/>
                <a:cs typeface="Arial"/>
              </a:defRPr>
            </a:lvl5pPr>
            <a:lvl6pPr algn="r">
              <a:defRPr sz="1800" b="1">
                <a:solidFill>
                  <a:srgbClr val="167D8D"/>
                </a:solidFill>
                <a:latin typeface="Arial"/>
                <a:ea typeface="Arial"/>
                <a:cs typeface="Arial"/>
              </a:defRPr>
            </a:lvl6pPr>
            <a:lvl7pPr algn="r">
              <a:defRPr sz="1800" b="1">
                <a:solidFill>
                  <a:srgbClr val="167D8D"/>
                </a:solidFill>
                <a:latin typeface="Arial"/>
                <a:ea typeface="Arial"/>
                <a:cs typeface="Arial"/>
              </a:defRPr>
            </a:lvl7pPr>
            <a:lvl8pPr algn="r">
              <a:defRPr sz="1800" b="1">
                <a:solidFill>
                  <a:srgbClr val="167D8D"/>
                </a:solidFill>
                <a:latin typeface="Arial"/>
                <a:ea typeface="Arial"/>
                <a:cs typeface="Arial"/>
              </a:defRPr>
            </a:lvl8pPr>
            <a:lvl9pPr algn="r">
              <a:defRPr sz="1800" b="1">
                <a:solidFill>
                  <a:srgbClr val="167D8D"/>
                </a:solidFill>
                <a:latin typeface="Arial"/>
                <a:ea typeface="Arial"/>
                <a:cs typeface="Arial"/>
              </a:defRPr>
            </a:lvl9pPr>
          </a:lstStyle>
          <a:p xmlns:a="http://schemas.openxmlformats.org/drawingml/2006/main">
            <a:pPr algn="r">
              <a:defRPr sz="1800" b="1">
                <a:solidFill>
                  <a:srgbClr val="167D8D"/>
                </a:solidFill>
                <a:latin typeface="Arial"/>
                <a:ea typeface="Arial"/>
                <a:cs typeface="Arial"/>
              </a:defRPr>
            </a:pPr>
            <a:r>
              <a:rPr sz="1800" b="1">
                <a:solidFill>
                  <a:srgbClr val="167D8D"/>
                </a:solidFill>
                <a:latin typeface="Arial"/>
                <a:ea typeface="Arial"/>
                <a:cs typeface="Arial"/>
              </a:rPr>
              <a:t>نحدد</a:t>
            </a:r>
          </a:p>
        </p:txBody>
      </p:sp>
      <p:sp>
        <p:nvSpPr>
          <p:cNvPr id="107" name="">
            <a:extLst xmlns:a="http://schemas.openxmlformats.org/drawingml/2006/main">
              <a:ext uri="{FF2B5EF4-FFF2-40B4-BE49-F238E27FC236}">
                <a16:creationId xmlns:a16="http://schemas.microsoft.com/office/drawing/2014/main" id="{44409B0C-264B-4966-9EA7-1027944265AC}"/>
              </a:ext>
            </a:extLst>
          </p:cNvPr>
          <p:cNvSpPr>
            <a:spLocks xmlns:a="http://schemas.openxmlformats.org/drawingml/2006/main" noGrp="1"/>
          </p:cNvSpPr>
          <p:nvPr/>
        </p:nvSpPr>
        <p:spPr>
          <a:xfrm xmlns:a="http://schemas.openxmlformats.org/drawingml/2006/main">
            <a:off x="12593937" y="7524750"/>
            <a:ext cx="60759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67D8D"/>
                </a:solidFill>
                <a:latin typeface="Arial"/>
                <a:ea typeface="Arial"/>
                <a:cs typeface="Arial"/>
              </a:defRPr>
            </a:defPPr>
            <a:lvl1pPr algn="r">
              <a:defRPr sz="1800" b="1">
                <a:solidFill>
                  <a:srgbClr val="167D8D"/>
                </a:solidFill>
                <a:latin typeface="Arial"/>
                <a:ea typeface="Arial"/>
                <a:cs typeface="Arial"/>
              </a:defRPr>
            </a:lvl1pPr>
            <a:lvl2pPr algn="r">
              <a:defRPr sz="1800" b="1">
                <a:solidFill>
                  <a:srgbClr val="167D8D"/>
                </a:solidFill>
                <a:latin typeface="Arial"/>
                <a:ea typeface="Arial"/>
                <a:cs typeface="Arial"/>
              </a:defRPr>
            </a:lvl2pPr>
            <a:lvl3pPr algn="r">
              <a:defRPr sz="1800" b="1">
                <a:solidFill>
                  <a:srgbClr val="167D8D"/>
                </a:solidFill>
                <a:latin typeface="Arial"/>
                <a:ea typeface="Arial"/>
                <a:cs typeface="Arial"/>
              </a:defRPr>
            </a:lvl3pPr>
            <a:lvl4pPr algn="r">
              <a:defRPr sz="1800" b="1">
                <a:solidFill>
                  <a:srgbClr val="167D8D"/>
                </a:solidFill>
                <a:latin typeface="Arial"/>
                <a:ea typeface="Arial"/>
                <a:cs typeface="Arial"/>
              </a:defRPr>
            </a:lvl4pPr>
            <a:lvl5pPr algn="r">
              <a:defRPr sz="1800" b="1">
                <a:solidFill>
                  <a:srgbClr val="167D8D"/>
                </a:solidFill>
                <a:latin typeface="Arial"/>
                <a:ea typeface="Arial"/>
                <a:cs typeface="Arial"/>
              </a:defRPr>
            </a:lvl5pPr>
            <a:lvl6pPr algn="r">
              <a:defRPr sz="1800" b="1">
                <a:solidFill>
                  <a:srgbClr val="167D8D"/>
                </a:solidFill>
                <a:latin typeface="Arial"/>
                <a:ea typeface="Arial"/>
                <a:cs typeface="Arial"/>
              </a:defRPr>
            </a:lvl6pPr>
            <a:lvl7pPr algn="r">
              <a:defRPr sz="1800" b="1">
                <a:solidFill>
                  <a:srgbClr val="167D8D"/>
                </a:solidFill>
                <a:latin typeface="Arial"/>
                <a:ea typeface="Arial"/>
                <a:cs typeface="Arial"/>
              </a:defRPr>
            </a:lvl7pPr>
            <a:lvl8pPr algn="r">
              <a:defRPr sz="1800" b="1">
                <a:solidFill>
                  <a:srgbClr val="167D8D"/>
                </a:solidFill>
                <a:latin typeface="Arial"/>
                <a:ea typeface="Arial"/>
                <a:cs typeface="Arial"/>
              </a:defRPr>
            </a:lvl8pPr>
            <a:lvl9pPr algn="r">
              <a:defRPr sz="1800" b="1">
                <a:solidFill>
                  <a:srgbClr val="167D8D"/>
                </a:solidFill>
                <a:latin typeface="Arial"/>
                <a:ea typeface="Arial"/>
                <a:cs typeface="Arial"/>
              </a:defRPr>
            </a:lvl9pPr>
          </a:lstStyle>
          <a:p xmlns:a="http://schemas.openxmlformats.org/drawingml/2006/main">
            <a:pPr algn="r">
              <a:defRPr sz="1800" b="1">
                <a:solidFill>
                  <a:srgbClr val="167D8D"/>
                </a:solidFill>
                <a:latin typeface="Arial"/>
                <a:ea typeface="Arial"/>
                <a:cs typeface="Arial"/>
              </a:defRPr>
            </a:pPr>
            <a:r>
              <a:rPr sz="1800" b="1">
                <a:solidFill>
                  <a:srgbClr val="167D8D"/>
                </a:solidFill>
                <a:latin typeface="Arial"/>
                <a:ea typeface="Arial"/>
                <a:cs typeface="Arial"/>
              </a:rPr>
              <a:t>العمليات</a:t>
            </a:r>
          </a:p>
        </p:txBody>
      </p:sp>
      <p:sp>
        <p:nvSpPr>
          <p:cNvPr id="108" name="">
            <a:extLst xmlns:a="http://schemas.openxmlformats.org/drawingml/2006/main">
              <a:ext uri="{FF2B5EF4-FFF2-40B4-BE49-F238E27FC236}">
                <a16:creationId xmlns:a16="http://schemas.microsoft.com/office/drawing/2014/main" id="{6E980F9A-31ED-4773-9FB6-8F84C975B18B}"/>
              </a:ext>
            </a:extLst>
          </p:cNvPr>
          <p:cNvSpPr>
            <a:spLocks xmlns:a="http://schemas.openxmlformats.org/drawingml/2006/main" noGrp="1"/>
          </p:cNvSpPr>
          <p:nvPr/>
        </p:nvSpPr>
        <p:spPr>
          <a:xfrm xmlns:a="http://schemas.openxmlformats.org/drawingml/2006/main">
            <a:off x="11759806" y="7524750"/>
            <a:ext cx="77279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67D8D"/>
                </a:solidFill>
                <a:latin typeface="Arial"/>
                <a:ea typeface="Arial"/>
                <a:cs typeface="Arial"/>
              </a:defRPr>
            </a:defPPr>
            <a:lvl1pPr algn="r">
              <a:defRPr sz="1800" b="1">
                <a:solidFill>
                  <a:srgbClr val="167D8D"/>
                </a:solidFill>
                <a:latin typeface="Arial"/>
                <a:ea typeface="Arial"/>
                <a:cs typeface="Arial"/>
              </a:defRPr>
            </a:lvl1pPr>
            <a:lvl2pPr algn="r">
              <a:defRPr sz="1800" b="1">
                <a:solidFill>
                  <a:srgbClr val="167D8D"/>
                </a:solidFill>
                <a:latin typeface="Arial"/>
                <a:ea typeface="Arial"/>
                <a:cs typeface="Arial"/>
              </a:defRPr>
            </a:lvl2pPr>
            <a:lvl3pPr algn="r">
              <a:defRPr sz="1800" b="1">
                <a:solidFill>
                  <a:srgbClr val="167D8D"/>
                </a:solidFill>
                <a:latin typeface="Arial"/>
                <a:ea typeface="Arial"/>
                <a:cs typeface="Arial"/>
              </a:defRPr>
            </a:lvl3pPr>
            <a:lvl4pPr algn="r">
              <a:defRPr sz="1800" b="1">
                <a:solidFill>
                  <a:srgbClr val="167D8D"/>
                </a:solidFill>
                <a:latin typeface="Arial"/>
                <a:ea typeface="Arial"/>
                <a:cs typeface="Arial"/>
              </a:defRPr>
            </a:lvl4pPr>
            <a:lvl5pPr algn="r">
              <a:defRPr sz="1800" b="1">
                <a:solidFill>
                  <a:srgbClr val="167D8D"/>
                </a:solidFill>
                <a:latin typeface="Arial"/>
                <a:ea typeface="Arial"/>
                <a:cs typeface="Arial"/>
              </a:defRPr>
            </a:lvl5pPr>
            <a:lvl6pPr algn="r">
              <a:defRPr sz="1800" b="1">
                <a:solidFill>
                  <a:srgbClr val="167D8D"/>
                </a:solidFill>
                <a:latin typeface="Arial"/>
                <a:ea typeface="Arial"/>
                <a:cs typeface="Arial"/>
              </a:defRPr>
            </a:lvl6pPr>
            <a:lvl7pPr algn="r">
              <a:defRPr sz="1800" b="1">
                <a:solidFill>
                  <a:srgbClr val="167D8D"/>
                </a:solidFill>
                <a:latin typeface="Arial"/>
                <a:ea typeface="Arial"/>
                <a:cs typeface="Arial"/>
              </a:defRPr>
            </a:lvl7pPr>
            <a:lvl8pPr algn="r">
              <a:defRPr sz="1800" b="1">
                <a:solidFill>
                  <a:srgbClr val="167D8D"/>
                </a:solidFill>
                <a:latin typeface="Arial"/>
                <a:ea typeface="Arial"/>
                <a:cs typeface="Arial"/>
              </a:defRPr>
            </a:lvl8pPr>
            <a:lvl9pPr algn="r">
              <a:defRPr sz="1800" b="1">
                <a:solidFill>
                  <a:srgbClr val="167D8D"/>
                </a:solidFill>
                <a:latin typeface="Arial"/>
                <a:ea typeface="Arial"/>
                <a:cs typeface="Arial"/>
              </a:defRPr>
            </a:lvl9pPr>
          </a:lstStyle>
          <a:p xmlns:a="http://schemas.openxmlformats.org/drawingml/2006/main">
            <a:pPr algn="r">
              <a:defRPr sz="1800" b="1">
                <a:solidFill>
                  <a:srgbClr val="167D8D"/>
                </a:solidFill>
                <a:latin typeface="Arial"/>
                <a:ea typeface="Arial"/>
                <a:cs typeface="Arial"/>
              </a:defRPr>
            </a:pPr>
            <a:r>
              <a:rPr sz="1800" b="1">
                <a:solidFill>
                  <a:srgbClr val="167D8D"/>
                </a:solidFill>
                <a:latin typeface="Arial"/>
                <a:ea typeface="Arial"/>
                <a:cs typeface="Arial"/>
              </a:rPr>
              <a:t>والتعديلات</a:t>
            </a:r>
          </a:p>
        </p:txBody>
      </p:sp>
      <p:sp>
        <p:nvSpPr>
          <p:cNvPr id="109" name="">
            <a:extLst xmlns:a="http://schemas.openxmlformats.org/drawingml/2006/main">
              <a:ext uri="{FF2B5EF4-FFF2-40B4-BE49-F238E27FC236}">
                <a16:creationId xmlns:a16="http://schemas.microsoft.com/office/drawing/2014/main" id="{E029F61C-C850-4033-A237-9E30C2662EDF}"/>
              </a:ext>
            </a:extLst>
          </p:cNvPr>
          <p:cNvSpPr>
            <a:spLocks xmlns:a="http://schemas.openxmlformats.org/drawingml/2006/main" noGrp="1"/>
          </p:cNvSpPr>
          <p:nvPr/>
        </p:nvSpPr>
        <p:spPr>
          <a:xfrm xmlns:a="http://schemas.openxmlformats.org/drawingml/2006/main">
            <a:off x="11181064" y="7524750"/>
            <a:ext cx="51740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67D8D"/>
                </a:solidFill>
                <a:latin typeface="Arial"/>
                <a:ea typeface="Arial"/>
                <a:cs typeface="Arial"/>
              </a:defRPr>
            </a:defPPr>
            <a:lvl1pPr algn="r">
              <a:defRPr sz="1800" b="1">
                <a:solidFill>
                  <a:srgbClr val="167D8D"/>
                </a:solidFill>
                <a:latin typeface="Arial"/>
                <a:ea typeface="Arial"/>
                <a:cs typeface="Arial"/>
              </a:defRPr>
            </a:lvl1pPr>
            <a:lvl2pPr algn="r">
              <a:defRPr sz="1800" b="1">
                <a:solidFill>
                  <a:srgbClr val="167D8D"/>
                </a:solidFill>
                <a:latin typeface="Arial"/>
                <a:ea typeface="Arial"/>
                <a:cs typeface="Arial"/>
              </a:defRPr>
            </a:lvl2pPr>
            <a:lvl3pPr algn="r">
              <a:defRPr sz="1800" b="1">
                <a:solidFill>
                  <a:srgbClr val="167D8D"/>
                </a:solidFill>
                <a:latin typeface="Arial"/>
                <a:ea typeface="Arial"/>
                <a:cs typeface="Arial"/>
              </a:defRPr>
            </a:lvl3pPr>
            <a:lvl4pPr algn="r">
              <a:defRPr sz="1800" b="1">
                <a:solidFill>
                  <a:srgbClr val="167D8D"/>
                </a:solidFill>
                <a:latin typeface="Arial"/>
                <a:ea typeface="Arial"/>
                <a:cs typeface="Arial"/>
              </a:defRPr>
            </a:lvl4pPr>
            <a:lvl5pPr algn="r">
              <a:defRPr sz="1800" b="1">
                <a:solidFill>
                  <a:srgbClr val="167D8D"/>
                </a:solidFill>
                <a:latin typeface="Arial"/>
                <a:ea typeface="Arial"/>
                <a:cs typeface="Arial"/>
              </a:defRPr>
            </a:lvl5pPr>
            <a:lvl6pPr algn="r">
              <a:defRPr sz="1800" b="1">
                <a:solidFill>
                  <a:srgbClr val="167D8D"/>
                </a:solidFill>
                <a:latin typeface="Arial"/>
                <a:ea typeface="Arial"/>
                <a:cs typeface="Arial"/>
              </a:defRPr>
            </a:lvl6pPr>
            <a:lvl7pPr algn="r">
              <a:defRPr sz="1800" b="1">
                <a:solidFill>
                  <a:srgbClr val="167D8D"/>
                </a:solidFill>
                <a:latin typeface="Arial"/>
                <a:ea typeface="Arial"/>
                <a:cs typeface="Arial"/>
              </a:defRPr>
            </a:lvl7pPr>
            <a:lvl8pPr algn="r">
              <a:defRPr sz="1800" b="1">
                <a:solidFill>
                  <a:srgbClr val="167D8D"/>
                </a:solidFill>
                <a:latin typeface="Arial"/>
                <a:ea typeface="Arial"/>
                <a:cs typeface="Arial"/>
              </a:defRPr>
            </a:lvl8pPr>
            <a:lvl9pPr algn="r">
              <a:defRPr sz="1800" b="1">
                <a:solidFill>
                  <a:srgbClr val="167D8D"/>
                </a:solidFill>
                <a:latin typeface="Arial"/>
                <a:ea typeface="Arial"/>
                <a:cs typeface="Arial"/>
              </a:defRPr>
            </a:lvl9pPr>
          </a:lstStyle>
          <a:p xmlns:a="http://schemas.openxmlformats.org/drawingml/2006/main">
            <a:pPr algn="r">
              <a:defRPr sz="1800" b="1">
                <a:solidFill>
                  <a:srgbClr val="167D8D"/>
                </a:solidFill>
                <a:latin typeface="Arial"/>
                <a:ea typeface="Arial"/>
                <a:cs typeface="Arial"/>
              </a:defRPr>
            </a:pPr>
            <a:r>
              <a:rPr sz="1800" b="1">
                <a:solidFill>
                  <a:srgbClr val="167D8D"/>
                </a:solidFill>
                <a:latin typeface="Arial"/>
                <a:ea typeface="Arial"/>
                <a:cs typeface="Arial"/>
              </a:rPr>
              <a:t>ونختبر</a:t>
            </a:r>
          </a:p>
        </p:txBody>
      </p:sp>
      <p:sp>
        <p:nvSpPr>
          <p:cNvPr id="110" name="">
            <a:extLst xmlns:a="http://schemas.openxmlformats.org/drawingml/2006/main">
              <a:ext uri="{FF2B5EF4-FFF2-40B4-BE49-F238E27FC236}">
                <a16:creationId xmlns:a16="http://schemas.microsoft.com/office/drawing/2014/main" id="{DA171EAD-F82D-40F3-9DCD-4B6892176DCA}"/>
              </a:ext>
            </a:extLst>
          </p:cNvPr>
          <p:cNvSpPr>
            <a:spLocks xmlns:a="http://schemas.openxmlformats.org/drawingml/2006/main" noGrp="1"/>
          </p:cNvSpPr>
          <p:nvPr/>
        </p:nvSpPr>
        <p:spPr>
          <a:xfrm xmlns:a="http://schemas.openxmlformats.org/drawingml/2006/main">
            <a:off x="10587588" y="7524750"/>
            <a:ext cx="53213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67D8D"/>
                </a:solidFill>
                <a:latin typeface="Arial"/>
                <a:ea typeface="Arial"/>
                <a:cs typeface="Arial"/>
              </a:defRPr>
            </a:defPPr>
            <a:lvl1pPr algn="r">
              <a:defRPr sz="1800" b="1">
                <a:solidFill>
                  <a:srgbClr val="167D8D"/>
                </a:solidFill>
                <a:latin typeface="Arial"/>
                <a:ea typeface="Arial"/>
                <a:cs typeface="Arial"/>
              </a:defRPr>
            </a:lvl1pPr>
            <a:lvl2pPr algn="r">
              <a:defRPr sz="1800" b="1">
                <a:solidFill>
                  <a:srgbClr val="167D8D"/>
                </a:solidFill>
                <a:latin typeface="Arial"/>
                <a:ea typeface="Arial"/>
                <a:cs typeface="Arial"/>
              </a:defRPr>
            </a:lvl2pPr>
            <a:lvl3pPr algn="r">
              <a:defRPr sz="1800" b="1">
                <a:solidFill>
                  <a:srgbClr val="167D8D"/>
                </a:solidFill>
                <a:latin typeface="Arial"/>
                <a:ea typeface="Arial"/>
                <a:cs typeface="Arial"/>
              </a:defRPr>
            </a:lvl3pPr>
            <a:lvl4pPr algn="r">
              <a:defRPr sz="1800" b="1">
                <a:solidFill>
                  <a:srgbClr val="167D8D"/>
                </a:solidFill>
                <a:latin typeface="Arial"/>
                <a:ea typeface="Arial"/>
                <a:cs typeface="Arial"/>
              </a:defRPr>
            </a:lvl4pPr>
            <a:lvl5pPr algn="r">
              <a:defRPr sz="1800" b="1">
                <a:solidFill>
                  <a:srgbClr val="167D8D"/>
                </a:solidFill>
                <a:latin typeface="Arial"/>
                <a:ea typeface="Arial"/>
                <a:cs typeface="Arial"/>
              </a:defRPr>
            </a:lvl5pPr>
            <a:lvl6pPr algn="r">
              <a:defRPr sz="1800" b="1">
                <a:solidFill>
                  <a:srgbClr val="167D8D"/>
                </a:solidFill>
                <a:latin typeface="Arial"/>
                <a:ea typeface="Arial"/>
                <a:cs typeface="Arial"/>
              </a:defRPr>
            </a:lvl6pPr>
            <a:lvl7pPr algn="r">
              <a:defRPr sz="1800" b="1">
                <a:solidFill>
                  <a:srgbClr val="167D8D"/>
                </a:solidFill>
                <a:latin typeface="Arial"/>
                <a:ea typeface="Arial"/>
                <a:cs typeface="Arial"/>
              </a:defRPr>
            </a:lvl7pPr>
            <a:lvl8pPr algn="r">
              <a:defRPr sz="1800" b="1">
                <a:solidFill>
                  <a:srgbClr val="167D8D"/>
                </a:solidFill>
                <a:latin typeface="Arial"/>
                <a:ea typeface="Arial"/>
                <a:cs typeface="Arial"/>
              </a:defRPr>
            </a:lvl8pPr>
            <a:lvl9pPr algn="r">
              <a:defRPr sz="1800" b="1">
                <a:solidFill>
                  <a:srgbClr val="167D8D"/>
                </a:solidFill>
                <a:latin typeface="Arial"/>
                <a:ea typeface="Arial"/>
                <a:cs typeface="Arial"/>
              </a:defRPr>
            </a:lvl9pPr>
          </a:lstStyle>
          <a:p xmlns:a="http://schemas.openxmlformats.org/drawingml/2006/main">
            <a:pPr algn="r">
              <a:defRPr sz="1800" b="1">
                <a:solidFill>
                  <a:srgbClr val="167D8D"/>
                </a:solidFill>
                <a:latin typeface="Arial"/>
                <a:ea typeface="Arial"/>
                <a:cs typeface="Arial"/>
              </a:defRPr>
            </a:pPr>
            <a:r>
              <a:rPr sz="1800" b="1">
                <a:solidFill>
                  <a:srgbClr val="167D8D"/>
                </a:solidFill>
                <a:latin typeface="Arial"/>
                <a:ea typeface="Arial"/>
                <a:cs typeface="Arial"/>
              </a:rPr>
              <a:t>السماح</a:t>
            </a:r>
          </a:p>
        </p:txBody>
      </p:sp>
      <p:sp>
        <p:nvSpPr>
          <p:cNvPr id="111" name="">
            <a:extLst xmlns:a="http://schemas.openxmlformats.org/drawingml/2006/main">
              <a:ext uri="{FF2B5EF4-FFF2-40B4-BE49-F238E27FC236}">
                <a16:creationId xmlns:a16="http://schemas.microsoft.com/office/drawing/2014/main" id="{509CFECA-BBAF-46CF-BFD1-D3E0FDBFF285}"/>
              </a:ext>
            </a:extLst>
          </p:cNvPr>
          <p:cNvSpPr>
            <a:spLocks xmlns:a="http://schemas.openxmlformats.org/drawingml/2006/main" noGrp="1"/>
          </p:cNvSpPr>
          <p:nvPr/>
        </p:nvSpPr>
        <p:spPr>
          <a:xfrm xmlns:a="http://schemas.openxmlformats.org/drawingml/2006/main">
            <a:off x="10046351" y="7524750"/>
            <a:ext cx="47989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67D8D"/>
                </a:solidFill>
                <a:latin typeface="Arial"/>
                <a:ea typeface="Arial"/>
                <a:cs typeface="Arial"/>
              </a:defRPr>
            </a:defPPr>
            <a:lvl1pPr algn="r">
              <a:defRPr sz="1800" b="1">
                <a:solidFill>
                  <a:srgbClr val="167D8D"/>
                </a:solidFill>
                <a:latin typeface="Arial"/>
                <a:ea typeface="Arial"/>
                <a:cs typeface="Arial"/>
              </a:defRPr>
            </a:lvl1pPr>
            <a:lvl2pPr algn="r">
              <a:defRPr sz="1800" b="1">
                <a:solidFill>
                  <a:srgbClr val="167D8D"/>
                </a:solidFill>
                <a:latin typeface="Arial"/>
                <a:ea typeface="Arial"/>
                <a:cs typeface="Arial"/>
              </a:defRPr>
            </a:lvl2pPr>
            <a:lvl3pPr algn="r">
              <a:defRPr sz="1800" b="1">
                <a:solidFill>
                  <a:srgbClr val="167D8D"/>
                </a:solidFill>
                <a:latin typeface="Arial"/>
                <a:ea typeface="Arial"/>
                <a:cs typeface="Arial"/>
              </a:defRPr>
            </a:lvl3pPr>
            <a:lvl4pPr algn="r">
              <a:defRPr sz="1800" b="1">
                <a:solidFill>
                  <a:srgbClr val="167D8D"/>
                </a:solidFill>
                <a:latin typeface="Arial"/>
                <a:ea typeface="Arial"/>
                <a:cs typeface="Arial"/>
              </a:defRPr>
            </a:lvl4pPr>
            <a:lvl5pPr algn="r">
              <a:defRPr sz="1800" b="1">
                <a:solidFill>
                  <a:srgbClr val="167D8D"/>
                </a:solidFill>
                <a:latin typeface="Arial"/>
                <a:ea typeface="Arial"/>
                <a:cs typeface="Arial"/>
              </a:defRPr>
            </a:lvl5pPr>
            <a:lvl6pPr algn="r">
              <a:defRPr sz="1800" b="1">
                <a:solidFill>
                  <a:srgbClr val="167D8D"/>
                </a:solidFill>
                <a:latin typeface="Arial"/>
                <a:ea typeface="Arial"/>
                <a:cs typeface="Arial"/>
              </a:defRPr>
            </a:lvl6pPr>
            <a:lvl7pPr algn="r">
              <a:defRPr sz="1800" b="1">
                <a:solidFill>
                  <a:srgbClr val="167D8D"/>
                </a:solidFill>
                <a:latin typeface="Arial"/>
                <a:ea typeface="Arial"/>
                <a:cs typeface="Arial"/>
              </a:defRPr>
            </a:lvl7pPr>
            <a:lvl8pPr algn="r">
              <a:defRPr sz="1800" b="1">
                <a:solidFill>
                  <a:srgbClr val="167D8D"/>
                </a:solidFill>
                <a:latin typeface="Arial"/>
                <a:ea typeface="Arial"/>
                <a:cs typeface="Arial"/>
              </a:defRPr>
            </a:lvl8pPr>
            <a:lvl9pPr algn="r">
              <a:defRPr sz="1800" b="1">
                <a:solidFill>
                  <a:srgbClr val="167D8D"/>
                </a:solidFill>
                <a:latin typeface="Arial"/>
                <a:ea typeface="Arial"/>
                <a:cs typeface="Arial"/>
              </a:defRPr>
            </a:lvl9pPr>
          </a:lstStyle>
          <a:p xmlns:a="http://schemas.openxmlformats.org/drawingml/2006/main">
            <a:pPr algn="r">
              <a:defRPr sz="1800" b="1">
                <a:solidFill>
                  <a:srgbClr val="167D8D"/>
                </a:solidFill>
                <a:latin typeface="Arial"/>
                <a:ea typeface="Arial"/>
                <a:cs typeface="Arial"/>
              </a:defRPr>
            </a:pPr>
            <a:r>
              <a:rPr sz="1800" b="1">
                <a:solidFill>
                  <a:srgbClr val="167D8D"/>
                </a:solidFill>
                <a:latin typeface="Arial"/>
                <a:ea typeface="Arial"/>
                <a:cs typeface="Arial"/>
              </a:rPr>
              <a:t>والمنع</a:t>
            </a:r>
          </a:p>
        </p:txBody>
      </p:sp>
      <p:sp>
        <p:nvSpPr>
          <p:cNvPr id="112" name="">
            <a:extLst xmlns:a="http://schemas.openxmlformats.org/drawingml/2006/main">
              <a:ext uri="{FF2B5EF4-FFF2-40B4-BE49-F238E27FC236}">
                <a16:creationId xmlns:a16="http://schemas.microsoft.com/office/drawing/2014/main" id="{27D31147-16E5-4ACE-934D-DAC3DFB8389C}"/>
              </a:ext>
            </a:extLst>
          </p:cNvPr>
          <p:cNvSpPr>
            <a:spLocks xmlns:a="http://schemas.openxmlformats.org/drawingml/2006/main" noGrp="1"/>
          </p:cNvSpPr>
          <p:nvPr/>
        </p:nvSpPr>
        <p:spPr>
          <a:xfrm xmlns:a="http://schemas.openxmlformats.org/drawingml/2006/main">
            <a:off x="9740634" y="7524750"/>
            <a:ext cx="24437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67D8D"/>
                </a:solidFill>
                <a:latin typeface="Arial"/>
                <a:ea typeface="Arial"/>
                <a:cs typeface="Arial"/>
              </a:defRPr>
            </a:defPPr>
            <a:lvl1pPr algn="r">
              <a:defRPr sz="1800" b="1">
                <a:solidFill>
                  <a:srgbClr val="167D8D"/>
                </a:solidFill>
                <a:latin typeface="Arial"/>
                <a:ea typeface="Arial"/>
                <a:cs typeface="Arial"/>
              </a:defRPr>
            </a:lvl1pPr>
            <a:lvl2pPr algn="r">
              <a:defRPr sz="1800" b="1">
                <a:solidFill>
                  <a:srgbClr val="167D8D"/>
                </a:solidFill>
                <a:latin typeface="Arial"/>
                <a:ea typeface="Arial"/>
                <a:cs typeface="Arial"/>
              </a:defRPr>
            </a:lvl2pPr>
            <a:lvl3pPr algn="r">
              <a:defRPr sz="1800" b="1">
                <a:solidFill>
                  <a:srgbClr val="167D8D"/>
                </a:solidFill>
                <a:latin typeface="Arial"/>
                <a:ea typeface="Arial"/>
                <a:cs typeface="Arial"/>
              </a:defRPr>
            </a:lvl3pPr>
            <a:lvl4pPr algn="r">
              <a:defRPr sz="1800" b="1">
                <a:solidFill>
                  <a:srgbClr val="167D8D"/>
                </a:solidFill>
                <a:latin typeface="Arial"/>
                <a:ea typeface="Arial"/>
                <a:cs typeface="Arial"/>
              </a:defRPr>
            </a:lvl4pPr>
            <a:lvl5pPr algn="r">
              <a:defRPr sz="1800" b="1">
                <a:solidFill>
                  <a:srgbClr val="167D8D"/>
                </a:solidFill>
                <a:latin typeface="Arial"/>
                <a:ea typeface="Arial"/>
                <a:cs typeface="Arial"/>
              </a:defRPr>
            </a:lvl5pPr>
            <a:lvl6pPr algn="r">
              <a:defRPr sz="1800" b="1">
                <a:solidFill>
                  <a:srgbClr val="167D8D"/>
                </a:solidFill>
                <a:latin typeface="Arial"/>
                <a:ea typeface="Arial"/>
                <a:cs typeface="Arial"/>
              </a:defRPr>
            </a:lvl6pPr>
            <a:lvl7pPr algn="r">
              <a:defRPr sz="1800" b="1">
                <a:solidFill>
                  <a:srgbClr val="167D8D"/>
                </a:solidFill>
                <a:latin typeface="Arial"/>
                <a:ea typeface="Arial"/>
                <a:cs typeface="Arial"/>
              </a:defRPr>
            </a:lvl7pPr>
            <a:lvl8pPr algn="r">
              <a:defRPr sz="1800" b="1">
                <a:solidFill>
                  <a:srgbClr val="167D8D"/>
                </a:solidFill>
                <a:latin typeface="Arial"/>
                <a:ea typeface="Arial"/>
                <a:cs typeface="Arial"/>
              </a:defRPr>
            </a:lvl8pPr>
            <a:lvl9pPr algn="r">
              <a:defRPr sz="1800" b="1">
                <a:solidFill>
                  <a:srgbClr val="167D8D"/>
                </a:solidFill>
                <a:latin typeface="Arial"/>
                <a:ea typeface="Arial"/>
                <a:cs typeface="Arial"/>
              </a:defRPr>
            </a:lvl9pPr>
          </a:lstStyle>
          <a:p xmlns:a="http://schemas.openxmlformats.org/drawingml/2006/main">
            <a:pPr algn="r">
              <a:defRPr sz="1800" b="1">
                <a:solidFill>
                  <a:srgbClr val="167D8D"/>
                </a:solidFill>
                <a:latin typeface="Arial"/>
                <a:ea typeface="Arial"/>
                <a:cs typeface="Arial"/>
              </a:defRPr>
            </a:pPr>
            <a:r>
              <a:rPr sz="1800" b="1">
                <a:solidFill>
                  <a:srgbClr val="167D8D"/>
                </a:solidFill>
                <a:latin typeface="Arial"/>
                <a:ea typeface="Arial"/>
                <a:cs typeface="Arial"/>
              </a:rPr>
              <a:t>قبل</a:t>
            </a:r>
          </a:p>
        </p:txBody>
      </p:sp>
      <p:sp>
        <p:nvSpPr>
          <p:cNvPr id="113" name="">
            <a:extLst xmlns:a="http://schemas.openxmlformats.org/drawingml/2006/main">
              <a:ext uri="{FF2B5EF4-FFF2-40B4-BE49-F238E27FC236}">
                <a16:creationId xmlns:a16="http://schemas.microsoft.com/office/drawing/2014/main" id="{29D93580-5331-40B7-AA85-48433E9B29A0}"/>
              </a:ext>
            </a:extLst>
          </p:cNvPr>
          <p:cNvSpPr>
            <a:spLocks xmlns:a="http://schemas.openxmlformats.org/drawingml/2006/main" noGrp="1"/>
          </p:cNvSpPr>
          <p:nvPr/>
        </p:nvSpPr>
        <p:spPr>
          <a:xfrm xmlns:a="http://schemas.openxmlformats.org/drawingml/2006/main">
            <a:off x="9331779" y="7524750"/>
            <a:ext cx="34751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67D8D"/>
                </a:solidFill>
                <a:latin typeface="Arial"/>
                <a:ea typeface="Arial"/>
                <a:cs typeface="Arial"/>
              </a:defRPr>
            </a:defPPr>
            <a:lvl1pPr algn="r">
              <a:defRPr sz="1800" b="1">
                <a:solidFill>
                  <a:srgbClr val="167D8D"/>
                </a:solidFill>
                <a:latin typeface="Arial"/>
                <a:ea typeface="Arial"/>
                <a:cs typeface="Arial"/>
              </a:defRPr>
            </a:lvl1pPr>
            <a:lvl2pPr algn="r">
              <a:defRPr sz="1800" b="1">
                <a:solidFill>
                  <a:srgbClr val="167D8D"/>
                </a:solidFill>
                <a:latin typeface="Arial"/>
                <a:ea typeface="Arial"/>
                <a:cs typeface="Arial"/>
              </a:defRPr>
            </a:lvl2pPr>
            <a:lvl3pPr algn="r">
              <a:defRPr sz="1800" b="1">
                <a:solidFill>
                  <a:srgbClr val="167D8D"/>
                </a:solidFill>
                <a:latin typeface="Arial"/>
                <a:ea typeface="Arial"/>
                <a:cs typeface="Arial"/>
              </a:defRPr>
            </a:lvl3pPr>
            <a:lvl4pPr algn="r">
              <a:defRPr sz="1800" b="1">
                <a:solidFill>
                  <a:srgbClr val="167D8D"/>
                </a:solidFill>
                <a:latin typeface="Arial"/>
                <a:ea typeface="Arial"/>
                <a:cs typeface="Arial"/>
              </a:defRPr>
            </a:lvl4pPr>
            <a:lvl5pPr algn="r">
              <a:defRPr sz="1800" b="1">
                <a:solidFill>
                  <a:srgbClr val="167D8D"/>
                </a:solidFill>
                <a:latin typeface="Arial"/>
                <a:ea typeface="Arial"/>
                <a:cs typeface="Arial"/>
              </a:defRPr>
            </a:lvl5pPr>
            <a:lvl6pPr algn="r">
              <a:defRPr sz="1800" b="1">
                <a:solidFill>
                  <a:srgbClr val="167D8D"/>
                </a:solidFill>
                <a:latin typeface="Arial"/>
                <a:ea typeface="Arial"/>
                <a:cs typeface="Arial"/>
              </a:defRPr>
            </a:lvl6pPr>
            <a:lvl7pPr algn="r">
              <a:defRPr sz="1800" b="1">
                <a:solidFill>
                  <a:srgbClr val="167D8D"/>
                </a:solidFill>
                <a:latin typeface="Arial"/>
                <a:ea typeface="Arial"/>
                <a:cs typeface="Arial"/>
              </a:defRPr>
            </a:lvl7pPr>
            <a:lvl8pPr algn="r">
              <a:defRPr sz="1800" b="1">
                <a:solidFill>
                  <a:srgbClr val="167D8D"/>
                </a:solidFill>
                <a:latin typeface="Arial"/>
                <a:ea typeface="Arial"/>
                <a:cs typeface="Arial"/>
              </a:defRPr>
            </a:lvl8pPr>
            <a:lvl9pPr algn="r">
              <a:defRPr sz="1800" b="1">
                <a:solidFill>
                  <a:srgbClr val="167D8D"/>
                </a:solidFill>
                <a:latin typeface="Arial"/>
                <a:ea typeface="Arial"/>
                <a:cs typeface="Arial"/>
              </a:defRPr>
            </a:lvl9pPr>
          </a:lstStyle>
          <a:p xmlns:a="http://schemas.openxmlformats.org/drawingml/2006/main">
            <a:pPr algn="r">
              <a:defRPr sz="1800" b="1">
                <a:solidFill>
                  <a:srgbClr val="167D8D"/>
                </a:solidFill>
                <a:latin typeface="Arial"/>
                <a:ea typeface="Arial"/>
                <a:cs typeface="Arial"/>
              </a:defRPr>
            </a:pPr>
            <a:r>
              <a:rPr sz="1800" b="1">
                <a:solidFill>
                  <a:srgbClr val="167D8D"/>
                </a:solidFill>
                <a:latin typeface="Arial"/>
                <a:ea typeface="Arial"/>
                <a:cs typeface="Arial"/>
              </a:rPr>
              <a:t>قبول</a:t>
            </a:r>
          </a:p>
        </p:txBody>
      </p:sp>
      <p:sp>
        <p:nvSpPr>
          <p:cNvPr id="114" name="">
            <a:extLst xmlns:a="http://schemas.openxmlformats.org/drawingml/2006/main">
              <a:ext uri="{FF2B5EF4-FFF2-40B4-BE49-F238E27FC236}">
                <a16:creationId xmlns:a16="http://schemas.microsoft.com/office/drawing/2014/main" id="{E28623E4-0EE6-4878-8574-DCDB4D9AC215}"/>
              </a:ext>
            </a:extLst>
          </p:cNvPr>
          <p:cNvSpPr>
            <a:spLocks xmlns:a="http://schemas.openxmlformats.org/drawingml/2006/main" noGrp="1"/>
          </p:cNvSpPr>
          <p:nvPr/>
        </p:nvSpPr>
        <p:spPr>
          <a:xfrm xmlns:a="http://schemas.openxmlformats.org/drawingml/2006/main">
            <a:off x="8823582" y="7524750"/>
            <a:ext cx="44685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67D8D"/>
                </a:solidFill>
                <a:latin typeface="Arial"/>
                <a:ea typeface="Arial"/>
                <a:cs typeface="Arial"/>
              </a:defRPr>
            </a:defPPr>
            <a:lvl1pPr algn="r">
              <a:defRPr sz="1800" b="1">
                <a:solidFill>
                  <a:srgbClr val="167D8D"/>
                </a:solidFill>
                <a:latin typeface="Arial"/>
                <a:ea typeface="Arial"/>
                <a:cs typeface="Arial"/>
              </a:defRPr>
            </a:lvl1pPr>
            <a:lvl2pPr algn="r">
              <a:defRPr sz="1800" b="1">
                <a:solidFill>
                  <a:srgbClr val="167D8D"/>
                </a:solidFill>
                <a:latin typeface="Arial"/>
                <a:ea typeface="Arial"/>
                <a:cs typeface="Arial"/>
              </a:defRPr>
            </a:lvl2pPr>
            <a:lvl3pPr algn="r">
              <a:defRPr sz="1800" b="1">
                <a:solidFill>
                  <a:srgbClr val="167D8D"/>
                </a:solidFill>
                <a:latin typeface="Arial"/>
                <a:ea typeface="Arial"/>
                <a:cs typeface="Arial"/>
              </a:defRPr>
            </a:lvl3pPr>
            <a:lvl4pPr algn="r">
              <a:defRPr sz="1800" b="1">
                <a:solidFill>
                  <a:srgbClr val="167D8D"/>
                </a:solidFill>
                <a:latin typeface="Arial"/>
                <a:ea typeface="Arial"/>
                <a:cs typeface="Arial"/>
              </a:defRPr>
            </a:lvl4pPr>
            <a:lvl5pPr algn="r">
              <a:defRPr sz="1800" b="1">
                <a:solidFill>
                  <a:srgbClr val="167D8D"/>
                </a:solidFill>
                <a:latin typeface="Arial"/>
                <a:ea typeface="Arial"/>
                <a:cs typeface="Arial"/>
              </a:defRPr>
            </a:lvl5pPr>
            <a:lvl6pPr algn="r">
              <a:defRPr sz="1800" b="1">
                <a:solidFill>
                  <a:srgbClr val="167D8D"/>
                </a:solidFill>
                <a:latin typeface="Arial"/>
                <a:ea typeface="Arial"/>
                <a:cs typeface="Arial"/>
              </a:defRPr>
            </a:lvl6pPr>
            <a:lvl7pPr algn="r">
              <a:defRPr sz="1800" b="1">
                <a:solidFill>
                  <a:srgbClr val="167D8D"/>
                </a:solidFill>
                <a:latin typeface="Arial"/>
                <a:ea typeface="Arial"/>
                <a:cs typeface="Arial"/>
              </a:defRPr>
            </a:lvl7pPr>
            <a:lvl8pPr algn="r">
              <a:defRPr sz="1800" b="1">
                <a:solidFill>
                  <a:srgbClr val="167D8D"/>
                </a:solidFill>
                <a:latin typeface="Arial"/>
                <a:ea typeface="Arial"/>
                <a:cs typeface="Arial"/>
              </a:defRPr>
            </a:lvl8pPr>
            <a:lvl9pPr algn="r">
              <a:defRPr sz="1800" b="1">
                <a:solidFill>
                  <a:srgbClr val="167D8D"/>
                </a:solidFill>
                <a:latin typeface="Arial"/>
                <a:ea typeface="Arial"/>
                <a:cs typeface="Arial"/>
              </a:defRPr>
            </a:lvl9pPr>
          </a:lstStyle>
          <a:p xmlns:a="http://schemas.openxmlformats.org/drawingml/2006/main">
            <a:pPr algn="r">
              <a:defRPr sz="1800" b="1">
                <a:solidFill>
                  <a:srgbClr val="167D8D"/>
                </a:solidFill>
                <a:latin typeface="Arial"/>
                <a:ea typeface="Arial"/>
                <a:cs typeface="Arial"/>
              </a:defRPr>
            </a:pPr>
            <a:r>
              <a:rPr sz="1800" b="1">
                <a:solidFill>
                  <a:srgbClr val="167D8D"/>
                </a:solidFill>
                <a:latin typeface="Arial"/>
                <a:ea typeface="Arial"/>
                <a:cs typeface="Arial"/>
              </a:rPr>
              <a:t>الخطة</a:t>
            </a:r>
          </a:p>
        </p:txBody>
      </p:sp>
    </p:spTree>
    <p:extLst>
      <p:ext uri="{BB962C8B-B14F-4D97-AF65-F5344CB8AC3E}">
        <p14:creationId xmlns:p14="http://schemas.microsoft.com/office/powerpoint/2010/main" val="1928396756"/>
      </p:ext>
    </p:extLst>
  </p:cSld>
</p:sld>
</file>

<file path=ppt/slides/slide9.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2194917-B413-4A08-B3AD-2D282FE8AE1F}"/>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CCE049D5-9044-4740-A164-0944FAF927EA}"/>
              </a:ext>
            </a:extLst>
          </p:cNvPr>
          <p:cNvSpPr>
            <a:spLocks xmlns:a="http://schemas.openxmlformats.org/drawingml/2006/main" noGrp="1"/>
          </p:cNvSpPr>
          <p:nvPr/>
        </p:nvSpPr>
        <p:spPr>
          <a:xfrm xmlns:a="http://schemas.openxmlformats.org/drawingml/2006/main">
            <a:off x="13104912" y="1190625"/>
            <a:ext cx="128736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دراسات</a:t>
            </a:r>
          </a:p>
        </p:txBody>
      </p:sp>
      <p:sp>
        <p:nvSpPr>
          <p:cNvPr id="4" name="">
            <a:extLst xmlns:a="http://schemas.openxmlformats.org/drawingml/2006/main">
              <a:ext uri="{FF2B5EF4-FFF2-40B4-BE49-F238E27FC236}">
                <a16:creationId xmlns:a16="http://schemas.microsoft.com/office/drawing/2014/main" id="{A89986D7-0FD7-4FFC-A3EA-E9D9126E00AB}"/>
              </a:ext>
            </a:extLst>
          </p:cNvPr>
          <p:cNvSpPr>
            <a:spLocks xmlns:a="http://schemas.openxmlformats.org/drawingml/2006/main" noGrp="1"/>
          </p:cNvSpPr>
          <p:nvPr/>
        </p:nvSpPr>
        <p:spPr>
          <a:xfrm xmlns:a="http://schemas.openxmlformats.org/drawingml/2006/main">
            <a:off x="12147316" y="1190625"/>
            <a:ext cx="807672"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إدارة</a:t>
            </a:r>
          </a:p>
        </p:txBody>
      </p:sp>
      <p:sp>
        <p:nvSpPr>
          <p:cNvPr id="5" name="">
            <a:extLst xmlns:a="http://schemas.openxmlformats.org/drawingml/2006/main">
              <a:ext uri="{FF2B5EF4-FFF2-40B4-BE49-F238E27FC236}">
                <a16:creationId xmlns:a16="http://schemas.microsoft.com/office/drawing/2014/main" id="{E9CB8A9C-CC86-4C84-8580-39A8DF36370F}"/>
              </a:ext>
            </a:extLst>
          </p:cNvPr>
          <p:cNvSpPr>
            <a:spLocks xmlns:a="http://schemas.openxmlformats.org/drawingml/2006/main" noGrp="1"/>
          </p:cNvSpPr>
          <p:nvPr/>
        </p:nvSpPr>
        <p:spPr>
          <a:xfrm xmlns:a="http://schemas.openxmlformats.org/drawingml/2006/main">
            <a:off x="10929030" y="1190625"/>
            <a:ext cx="106836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النتائج</a:t>
            </a:r>
          </a:p>
        </p:txBody>
      </p:sp>
      <p:sp>
        <p:nvSpPr>
          <p:cNvPr id="6" name="">
            <a:extLst xmlns:a="http://schemas.openxmlformats.org/drawingml/2006/main">
              <a:ext uri="{FF2B5EF4-FFF2-40B4-BE49-F238E27FC236}">
                <a16:creationId xmlns:a16="http://schemas.microsoft.com/office/drawing/2014/main" id="{876A478B-FC4E-443F-9D88-9439F7184572}"/>
              </a:ext>
            </a:extLst>
          </p:cNvPr>
          <p:cNvSpPr>
            <a:spLocks xmlns:a="http://schemas.openxmlformats.org/drawingml/2006/main" noGrp="1"/>
          </p:cNvSpPr>
          <p:nvPr/>
        </p:nvSpPr>
        <p:spPr>
          <a:xfrm xmlns:a="http://schemas.openxmlformats.org/drawingml/2006/main">
            <a:off x="9665538" y="1190625"/>
            <a:ext cx="1113569"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والأدلة</a:t>
            </a:r>
          </a:p>
        </p:txBody>
      </p:sp>
      <p:sp>
        <p:nvSpPr>
          <p:cNvPr id="7" name="">
            <a:extLst xmlns:a="http://schemas.openxmlformats.org/drawingml/2006/main">
              <a:ext uri="{FF2B5EF4-FFF2-40B4-BE49-F238E27FC236}">
                <a16:creationId xmlns:a16="http://schemas.microsoft.com/office/drawing/2014/main" id="{6862D78B-8A53-4D44-8B21-AD454591C091}"/>
              </a:ext>
            </a:extLst>
          </p:cNvPr>
          <p:cNvSpPr>
            <a:spLocks xmlns:a="http://schemas.openxmlformats.org/drawingml/2006/main" noGrp="1"/>
          </p:cNvSpPr>
          <p:nvPr/>
        </p:nvSpPr>
        <p:spPr>
          <a:xfrm xmlns:a="http://schemas.openxmlformats.org/drawingml/2006/main">
            <a:off x="8670773" y="1190625"/>
            <a:ext cx="844841"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وأمن</a:t>
            </a:r>
          </a:p>
        </p:txBody>
      </p:sp>
      <p:sp>
        <p:nvSpPr>
          <p:cNvPr id="8" name="">
            <a:extLst xmlns:a="http://schemas.openxmlformats.org/drawingml/2006/main">
              <a:ext uri="{FF2B5EF4-FFF2-40B4-BE49-F238E27FC236}">
                <a16:creationId xmlns:a16="http://schemas.microsoft.com/office/drawing/2014/main" id="{C581B91F-87C8-451F-85A3-DA628C1D325A}"/>
              </a:ext>
            </a:extLst>
          </p:cNvPr>
          <p:cNvSpPr>
            <a:spLocks xmlns:a="http://schemas.openxmlformats.org/drawingml/2006/main" noGrp="1"/>
          </p:cNvSpPr>
          <p:nvPr/>
        </p:nvSpPr>
        <p:spPr>
          <a:xfrm xmlns:a="http://schemas.openxmlformats.org/drawingml/2006/main">
            <a:off x="7443445" y="1190625"/>
            <a:ext cx="1077404"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الأتمتة</a:t>
            </a:r>
          </a:p>
        </p:txBody>
      </p:sp>
      <p:sp>
        <p:nvSpPr>
          <p:cNvPr id="9" name="">
            <a:extLst xmlns:a="http://schemas.openxmlformats.org/drawingml/2006/main">
              <a:ext uri="{FF2B5EF4-FFF2-40B4-BE49-F238E27FC236}">
                <a16:creationId xmlns:a16="http://schemas.microsoft.com/office/drawing/2014/main" id="{F055DE9B-42BB-4CE2-8E64-FC98D89261A4}"/>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09 / 21</a:t>
            </a:r>
          </a:p>
        </p:txBody>
      </p:sp>
      <p:graphicFrame>
        <p:nvGraphicFramePr>
          <p:cNvPr id="10" name="">
            <a:extLst xmlns:a="http://schemas.openxmlformats.org/drawingml/2006/main">
              <a:ext uri="{FF2B5EF4-FFF2-40B4-BE49-F238E27FC236}">
                <a16:creationId xmlns:a16="http://schemas.microsoft.com/office/drawing/2014/main" id="{4C419480-2241-42D7-9358-CA66384D58D5}"/>
              </a:ext>
            </a:extLst>
          </p:cNvPr>
          <p:cNvGraphicFramePr/>
          <p:nvPr/>
        </p:nvGraphicFramePr>
        <p:xfrm>
          <a:off xmlns:a="http://schemas.openxmlformats.org/drawingml/2006/main" x="762000" y="2857500"/>
          <a:ext xmlns:a="http://schemas.openxmlformats.org/drawingml/2006/main" cx="13620750" cy="4286250"/>
        </p:xfrm>
        <a:graphic xmlns:a="http://schemas.openxmlformats.org/drawingml/2006/main">
          <a:graphicData uri="http://schemas.openxmlformats.org/drawingml/2006/table">
            <a:tbl>
              <a:tblPr/>
              <a:tblGrid>
                <a:gridCol w="4857750"/>
                <a:gridCol w="5715000"/>
                <a:gridCol w="3048000"/>
              </a:tblGrid>
              <a:tr h="552450">
                <a:tc>
                  <a:txBody>
                    <a:bodyPr wrap="square" lIns="114300" tIns="114300" rIns="114300" bIns="114300">
                      <a:noAutofit/>
                    </a:bodyPr>
                    <a:lstStyle/>
                    <a:p>
                      <a:pPr algn="r"/>
                      <a:r>
                        <a:rPr sz="1950" b="1">
                          <a:solidFill>
                            <a:srgbClr val="167D8D"/>
                          </a:solidFill>
                          <a:latin typeface="Arial"/>
                          <a:ea typeface="Arial"/>
                          <a:cs typeface="Arial"/>
                        </a:rPr>
                        <a:t>التجربة والنتيجة</a:t>
                      </a:r>
                    </a:p>
                  </a:txBody>
                  <a:tcPr marL="91440" marR="91440" marT="45720" marB="45720" anchor="ctr">
                    <a:lnL w="9525">
                      <a:solidFill>
                        <a:srgbClr val="D3D6D2"/>
                      </a:solidFill>
                    </a:lnL>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1950" b="1">
                          <a:solidFill>
                            <a:srgbClr val="167D8D"/>
                          </a:solidFill>
                          <a:latin typeface="Arial"/>
                          <a:ea typeface="Arial"/>
                          <a:cs typeface="Arial"/>
                        </a:rPr>
                        <a:t>المشكلة وطريقة المعالجة</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1950" b="1">
                          <a:solidFill>
                            <a:srgbClr val="167D8D"/>
                          </a:solidFill>
                          <a:latin typeface="Arial"/>
                          <a:ea typeface="Arial"/>
                          <a:cs typeface="Arial"/>
                        </a:rPr>
                        <a:t>الدراسة والسنة</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r>
              <a:tr h="1190625">
                <a:tc>
                  <a:txBody>
                    <a:bodyPr wrap="square" lIns="114300" tIns="114300" rIns="114300" bIns="114300">
                      <a:noAutofit/>
                    </a:bodyPr>
                    <a:lstStyle/>
                    <a:p>
                      <a:pPr algn="r"/>
                      <a:r>
                        <a:rPr sz="1950" b="0">
                          <a:solidFill>
                            <a:srgbClr val="142B36"/>
                          </a:solidFill>
                          <a:latin typeface="Arial"/>
                          <a:ea typeface="Arial"/>
                          <a:cs typeface="Arial"/>
                        </a:rPr>
                        <a:t>ست عشرة نقطة جمع في مشروعين</a:t>
                      </a:r>
                    </a:p>
                    <a:p>
                      <a:pPr algn="r"/>
                      <a:r>
                        <a:rPr sz="1950" b="0">
                          <a:solidFill>
                            <a:srgbClr val="142B36"/>
                          </a:solidFill>
                          <a:latin typeface="Arial"/>
                          <a:ea typeface="Arial"/>
                          <a:cs typeface="Arial"/>
                        </a:rPr>
                        <a:t>تجميع خفّض العدد بثلثين على الأقل</a:t>
                      </a:r>
                    </a:p>
                    <a:p>
                      <a:pPr algn="r"/>
                      <a:r>
                        <a:rPr sz="1950" b="0">
                          <a:solidFill>
                            <a:srgbClr val="142B36"/>
                          </a:solidFill>
                          <a:latin typeface="Arial"/>
                          <a:ea typeface="Arial"/>
                          <a:cs typeface="Arial"/>
                        </a:rPr>
                        <a:t>أثر المعالجة اختلف بتبني الفريق</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950" b="0">
                          <a:solidFill>
                            <a:srgbClr val="142B36"/>
                          </a:solidFill>
                          <a:latin typeface="Arial"/>
                          <a:ea typeface="Arial"/>
                          <a:cs typeface="Arial"/>
                        </a:rPr>
                        <a:t>يوحد التقارير ويجمع المتشابه</a:t>
                      </a:r>
                    </a:p>
                    <a:p>
                      <a:pPr algn="r"/>
                      <a:r>
                        <a:rPr sz="1950" b="0">
                          <a:solidFill>
                            <a:srgbClr val="142B36"/>
                          </a:solidFill>
                          <a:latin typeface="Arial"/>
                          <a:ea typeface="Arial"/>
                          <a:cs typeface="Arial"/>
                        </a:rPr>
                        <a:t>يحفظ المصدر وتاريخ الظهور</a:t>
                      </a:r>
                    </a:p>
                    <a:p>
                      <a:pPr algn="r"/>
                      <a:r>
                        <a:rPr sz="1950" b="0">
                          <a:solidFill>
                            <a:srgbClr val="142B36"/>
                          </a:solidFill>
                          <a:latin typeface="Arial"/>
                          <a:ea typeface="Arial"/>
                          <a:cs typeface="Arial"/>
                        </a:rPr>
                        <a:t>يفصل اختفاء النتيجة عن حلها</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950" b="0">
                          <a:solidFill>
                            <a:srgbClr val="142B36"/>
                          </a:solidFill>
                          <a:latin typeface="Arial"/>
                          <a:ea typeface="Arial"/>
                          <a:cs typeface="Arial"/>
                        </a:rPr>
                        <a:t>Security Flama</a:t>
                      </a:r>
                    </a:p>
                    <a:p>
                      <a:pPr algn="ctr"/>
                      <a:r>
                        <a:rPr sz="1950" b="0">
                          <a:solidFill>
                            <a:srgbClr val="142B36"/>
                          </a:solidFill>
                          <a:latin typeface="Arial"/>
                          <a:ea typeface="Arial"/>
                          <a:cs typeface="Arial"/>
                        </a:rPr>
                        <a:t>2024 · ICSE-SEIP</a:t>
                      </a:r>
                    </a:p>
                  </a:txBody>
                  <a:tcPr marL="91440" marR="91440" marT="45720" marB="45720" anchor="ctr">
                    <a:lnR w="9525">
                      <a:solidFill>
                        <a:srgbClr val="D3D6D2"/>
                      </a:solidFill>
                    </a:lnR>
                    <a:lnB w="9525">
                      <a:solidFill>
                        <a:srgbClr val="D3D6D2"/>
                      </a:solidFill>
                    </a:lnB>
                    <a:solidFill>
                      <a:srgbClr val="F6F3EB"/>
                    </a:solidFill>
                  </a:tcPr>
                </a:tc>
              </a:tr>
              <a:tr h="1190625">
                <a:tc>
                  <a:txBody>
                    <a:bodyPr wrap="square" lIns="114300" tIns="114300" rIns="114300" bIns="114300">
                      <a:noAutofit/>
                    </a:bodyPr>
                    <a:lstStyle/>
                    <a:p>
                      <a:pPr algn="r"/>
                      <a:r>
                        <a:rPr sz="1950" b="0">
                          <a:solidFill>
                            <a:srgbClr val="142B36"/>
                          </a:solidFill>
                          <a:latin typeface="Arial"/>
                          <a:ea typeface="Arial"/>
                          <a:cs typeface="Arial"/>
                        </a:rPr>
                        <a:t>التغير قد يكسر المتطلبات الأمنية</a:t>
                      </a:r>
                    </a:p>
                    <a:p>
                      <a:pPr algn="r"/>
                      <a:r>
                        <a:rPr sz="1950" b="0">
                          <a:solidFill>
                            <a:srgbClr val="142B36"/>
                          </a:solidFill>
                          <a:latin typeface="Arial"/>
                          <a:ea typeface="Arial"/>
                          <a:cs typeface="Arial"/>
                        </a:rPr>
                        <a:t>توثيق الأدلة مكلف واختبارها محدود</a:t>
                      </a:r>
                    </a:p>
                    <a:p>
                      <a:pPr algn="r"/>
                      <a:r>
                        <a:rPr sz="1950" b="0">
                          <a:solidFill>
                            <a:srgbClr val="142B36"/>
                          </a:solidFill>
                          <a:latin typeface="Arial"/>
                          <a:ea typeface="Arial"/>
                          <a:cs typeface="Arial"/>
                        </a:rPr>
                        <a:t>لم يختبر أداء منتج مكتمل</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950" b="0">
                          <a:solidFill>
                            <a:srgbClr val="142B36"/>
                          </a:solidFill>
                          <a:latin typeface="Arial"/>
                          <a:ea typeface="Arial"/>
                          <a:cs typeface="Arial"/>
                        </a:rPr>
                        <a:t>راجع تحديات أربع دراسات</a:t>
                      </a:r>
                    </a:p>
                    <a:p>
                      <a:pPr algn="r"/>
                      <a:r>
                        <a:rPr sz="1950" b="0">
                          <a:solidFill>
                            <a:srgbClr val="142B36"/>
                          </a:solidFill>
                          <a:latin typeface="Arial"/>
                          <a:ea typeface="Arial"/>
                          <a:cs typeface="Arial"/>
                        </a:rPr>
                        <a:t>صنف اثنين وستين تحديًا</a:t>
                      </a:r>
                    </a:p>
                    <a:p>
                      <a:pPr algn="r"/>
                      <a:r>
                        <a:rPr sz="1950" b="0">
                          <a:solidFill>
                            <a:srgbClr val="142B36"/>
                          </a:solidFill>
                          <a:latin typeface="Arial"/>
                          <a:ea typeface="Arial"/>
                          <a:cs typeface="Arial"/>
                        </a:rPr>
                        <a:t>وصاغ خريطة بحث للأتمتة</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950" b="0">
                          <a:solidFill>
                            <a:srgbClr val="142B36"/>
                          </a:solidFill>
                          <a:latin typeface="Arial"/>
                          <a:ea typeface="Arial"/>
                          <a:cs typeface="Arial"/>
                        </a:rPr>
                        <a:t>Continuous Security</a:t>
                      </a:r>
                    </a:p>
                    <a:p>
                      <a:pPr algn="ctr"/>
                      <a:r>
                        <a:rPr sz="1950" b="0">
                          <a:solidFill>
                            <a:srgbClr val="142B36"/>
                          </a:solidFill>
                          <a:latin typeface="Arial"/>
                          <a:ea typeface="Arial"/>
                          <a:cs typeface="Arial"/>
                        </a:rPr>
                        <a:t>Compliance</a:t>
                      </a:r>
                    </a:p>
                    <a:p>
                      <a:pPr algn="ctr"/>
                      <a:r>
                        <a:rPr sz="1950" b="0">
                          <a:solidFill>
                            <a:srgbClr val="142B36"/>
                          </a:solidFill>
                          <a:latin typeface="Arial"/>
                          <a:ea typeface="Arial"/>
                          <a:cs typeface="Arial"/>
                        </a:rPr>
                        <a:t>2024 · ESEM</a:t>
                      </a:r>
                    </a:p>
                  </a:txBody>
                  <a:tcPr marL="91440" marR="91440" marT="45720" marB="45720" anchor="ctr">
                    <a:lnR w="9525">
                      <a:solidFill>
                        <a:srgbClr val="D3D6D2"/>
                      </a:solidFill>
                    </a:lnR>
                    <a:lnB w="9525">
                      <a:solidFill>
                        <a:srgbClr val="D3D6D2"/>
                      </a:solidFill>
                    </a:lnB>
                    <a:solidFill>
                      <a:srgbClr val="F6F3EB"/>
                    </a:solidFill>
                  </a:tcPr>
                </a:tc>
              </a:tr>
              <a:tr h="1285875">
                <a:tc>
                  <a:txBody>
                    <a:bodyPr wrap="square" lIns="114300" tIns="114300" rIns="114300" bIns="114300">
                      <a:noAutofit/>
                    </a:bodyPr>
                    <a:lstStyle/>
                    <a:p>
                      <a:pPr algn="r"/>
                      <a:r>
                        <a:rPr sz="1950" b="0">
                          <a:solidFill>
                            <a:srgbClr val="142B36"/>
                          </a:solidFill>
                          <a:latin typeface="Arial"/>
                          <a:ea typeface="Arial"/>
                          <a:cs typeface="Arial"/>
                        </a:rPr>
                        <a:t>غياب التصريح بالصلاحيات تراجع</a:t>
                      </a:r>
                    </a:p>
                    <a:p>
                      <a:pPr algn="r"/>
                      <a:r>
                        <a:rPr sz="1950" b="0">
                          <a:solidFill>
                            <a:srgbClr val="142B36"/>
                          </a:solidFill>
                          <a:latin typeface="Arial"/>
                          <a:ea typeface="Arial"/>
                          <a:cs typeface="Arial"/>
                        </a:rPr>
                        <a:t>84.7% (2022) / 74.9% (2024)</a:t>
                      </a:r>
                    </a:p>
                    <a:p>
                      <a:pPr algn="r"/>
                      <a:r>
                        <a:rPr sz="1950" b="0">
                          <a:solidFill>
                            <a:srgbClr val="142B36"/>
                          </a:solidFill>
                          <a:latin typeface="Arial"/>
                          <a:ea typeface="Arial"/>
                          <a:cs typeface="Arial"/>
                        </a:rPr>
                        <a:t>33,362 findings / 2024</a:t>
                      </a:r>
                    </a:p>
                    <a:p>
                      <a:pPr algn="r"/>
                      <a:r>
                        <a:rPr sz="1950" b="0">
                          <a:solidFill>
                            <a:srgbClr val="142B36"/>
                          </a:solidFill>
                          <a:latin typeface="Arial"/>
                          <a:ea typeface="Arial"/>
                          <a:cs typeface="Arial"/>
                        </a:rPr>
                        <a:t>نتائج كاشف، وليست هجمات مثبتة</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950" b="0">
                          <a:solidFill>
                            <a:srgbClr val="142B36"/>
                          </a:solidFill>
                          <a:latin typeface="Arial"/>
                          <a:ea typeface="Arial"/>
                          <a:cs typeface="Arial"/>
                        </a:rPr>
                        <a:t>GHAST / 4 categories</a:t>
                      </a:r>
                    </a:p>
                    <a:p>
                      <a:pPr algn="r"/>
                      <a:r>
                        <a:rPr sz="1950" b="0">
                          <a:solidFill>
                            <a:srgbClr val="142B36"/>
                          </a:solidFill>
                          <a:latin typeface="Arial"/>
                          <a:ea typeface="Arial"/>
                          <a:cs typeface="Arial"/>
                        </a:rPr>
                        <a:t>18,938 Workflows / 5,246 Repos</a:t>
                      </a:r>
                    </a:p>
                    <a:p>
                      <a:pPr algn="r"/>
                      <a:r>
                        <a:rPr sz="1950" b="0">
                          <a:solidFill>
                            <a:srgbClr val="142B36"/>
                          </a:solidFill>
                          <a:latin typeface="Arial"/>
                          <a:ea typeface="Arial"/>
                          <a:cs typeface="Arial"/>
                        </a:rPr>
                        <a:t>نسختان زمنيتان للعينة نفسها</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950" b="0">
                          <a:solidFill>
                            <a:srgbClr val="142B36"/>
                          </a:solidFill>
                          <a:latin typeface="Arial"/>
                          <a:ea typeface="Arial"/>
                          <a:cs typeface="Arial"/>
                        </a:rPr>
                        <a:t>Revisiting Security</a:t>
                      </a:r>
                    </a:p>
                    <a:p>
                      <a:pPr algn="ctr"/>
                      <a:r>
                        <a:rPr sz="1950" b="0">
                          <a:solidFill>
                            <a:srgbClr val="142B36"/>
                          </a:solidFill>
                          <a:latin typeface="Arial"/>
                          <a:ea typeface="Arial"/>
                          <a:cs typeface="Arial"/>
                        </a:rPr>
                        <a:t>Practices</a:t>
                      </a:r>
                    </a:p>
                    <a:p>
                      <a:pPr algn="ctr"/>
                      <a:r>
                        <a:rPr sz="1950" b="0">
                          <a:solidFill>
                            <a:srgbClr val="142B36"/>
                          </a:solidFill>
                          <a:latin typeface="Arial"/>
                          <a:ea typeface="Arial"/>
                          <a:cs typeface="Arial"/>
                        </a:rPr>
                        <a:t>2025 · ICPC</a:t>
                      </a:r>
                    </a:p>
                  </a:txBody>
                  <a:tcPr marL="91440" marR="91440" marT="45720" marB="45720" anchor="ctr">
                    <a:lnR w="9525">
                      <a:solidFill>
                        <a:srgbClr val="D3D6D2"/>
                      </a:solidFill>
                    </a:lnR>
                    <a:lnB w="9525">
                      <a:solidFill>
                        <a:srgbClr val="D3D6D2"/>
                      </a:solidFill>
                    </a:lnB>
                    <a:solidFill>
                      <a:srgbClr val="F6F3EB"/>
                    </a:solidFill>
                  </a:tcPr>
                </a:tc>
              </a:tr>
            </a:tbl>
          </a:graphicData>
        </a:graphic>
      </p:graphicFrame>
      <p:sp>
        <p:nvSpPr>
          <p:cNvPr id="11" name="">
            <a:extLst xmlns:a="http://schemas.openxmlformats.org/drawingml/2006/main">
              <a:ext uri="{FF2B5EF4-FFF2-40B4-BE49-F238E27FC236}">
                <a16:creationId xmlns:a16="http://schemas.microsoft.com/office/drawing/2014/main" id="{A11F9E86-382A-47DF-990F-4E22B5AF6FAF}"/>
              </a:ext>
            </a:extLst>
          </p:cNvPr>
          <p:cNvSpPr>
            <a:spLocks xmlns:a="http://schemas.openxmlformats.org/drawingml/2006/main" noGrp="1"/>
          </p:cNvSpPr>
          <p:nvPr/>
        </p:nvSpPr>
        <p:spPr>
          <a:xfrm xmlns:a="http://schemas.openxmlformats.org/drawingml/2006/main">
            <a:off x="14034715" y="7524750"/>
            <a:ext cx="35756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إدارة</a:t>
            </a:r>
          </a:p>
        </p:txBody>
      </p:sp>
      <p:sp>
        <p:nvSpPr>
          <p:cNvPr id="12" name="">
            <a:extLst xmlns:a="http://schemas.openxmlformats.org/drawingml/2006/main">
              <a:ext uri="{FF2B5EF4-FFF2-40B4-BE49-F238E27FC236}">
                <a16:creationId xmlns:a16="http://schemas.microsoft.com/office/drawing/2014/main" id="{F2708DA1-7D44-49CE-8711-8802B290B58C}"/>
              </a:ext>
            </a:extLst>
          </p:cNvPr>
          <p:cNvSpPr>
            <a:spLocks xmlns:a="http://schemas.openxmlformats.org/drawingml/2006/main" noGrp="1"/>
          </p:cNvSpPr>
          <p:nvPr/>
        </p:nvSpPr>
        <p:spPr>
          <a:xfrm xmlns:a="http://schemas.openxmlformats.org/drawingml/2006/main">
            <a:off x="13529085" y="7524750"/>
            <a:ext cx="44428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النتائج</a:t>
            </a:r>
          </a:p>
        </p:txBody>
      </p:sp>
      <p:sp>
        <p:nvSpPr>
          <p:cNvPr id="13" name="">
            <a:extLst xmlns:a="http://schemas.openxmlformats.org/drawingml/2006/main">
              <a:ext uri="{FF2B5EF4-FFF2-40B4-BE49-F238E27FC236}">
                <a16:creationId xmlns:a16="http://schemas.microsoft.com/office/drawing/2014/main" id="{B95E52EE-3352-4738-A516-FB34F8C428B9}"/>
              </a:ext>
            </a:extLst>
          </p:cNvPr>
          <p:cNvSpPr>
            <a:spLocks xmlns:a="http://schemas.openxmlformats.org/drawingml/2006/main" noGrp="1"/>
          </p:cNvSpPr>
          <p:nvPr/>
        </p:nvSpPr>
        <p:spPr>
          <a:xfrm xmlns:a="http://schemas.openxmlformats.org/drawingml/2006/main">
            <a:off x="12977579" y="7524750"/>
            <a:ext cx="49016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والأدلة</a:t>
            </a:r>
          </a:p>
        </p:txBody>
      </p:sp>
      <p:sp>
        <p:nvSpPr>
          <p:cNvPr id="14" name="">
            <a:extLst xmlns:a="http://schemas.openxmlformats.org/drawingml/2006/main">
              <a:ext uri="{FF2B5EF4-FFF2-40B4-BE49-F238E27FC236}">
                <a16:creationId xmlns:a16="http://schemas.microsoft.com/office/drawing/2014/main" id="{8499A202-C566-4517-90B0-92ECD39F9F66}"/>
              </a:ext>
            </a:extLst>
          </p:cNvPr>
          <p:cNvSpPr>
            <a:spLocks xmlns:a="http://schemas.openxmlformats.org/drawingml/2006/main" noGrp="1"/>
          </p:cNvSpPr>
          <p:nvPr/>
        </p:nvSpPr>
        <p:spPr>
          <a:xfrm xmlns:a="http://schemas.openxmlformats.org/drawingml/2006/main">
            <a:off x="12497845" y="7524750"/>
            <a:ext cx="41839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أساس</a:t>
            </a:r>
          </a:p>
        </p:txBody>
      </p:sp>
      <p:sp>
        <p:nvSpPr>
          <p:cNvPr id="15" name="">
            <a:extLst xmlns:a="http://schemas.openxmlformats.org/drawingml/2006/main">
              <a:ext uri="{FF2B5EF4-FFF2-40B4-BE49-F238E27FC236}">
                <a16:creationId xmlns:a16="http://schemas.microsoft.com/office/drawing/2014/main" id="{A47507B6-F30E-4274-95DF-3D1006E0D3BE}"/>
              </a:ext>
            </a:extLst>
          </p:cNvPr>
          <p:cNvSpPr>
            <a:spLocks xmlns:a="http://schemas.openxmlformats.org/drawingml/2006/main" noGrp="1"/>
          </p:cNvSpPr>
          <p:nvPr/>
        </p:nvSpPr>
        <p:spPr>
          <a:xfrm xmlns:a="http://schemas.openxmlformats.org/drawingml/2006/main">
            <a:off x="11834383" y="7524750"/>
            <a:ext cx="60212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المنصة؛</a:t>
            </a:r>
          </a:p>
        </p:txBody>
      </p:sp>
      <p:sp>
        <p:nvSpPr>
          <p:cNvPr id="16" name="">
            <a:extLst xmlns:a="http://schemas.openxmlformats.org/drawingml/2006/main">
              <a:ext uri="{FF2B5EF4-FFF2-40B4-BE49-F238E27FC236}">
                <a16:creationId xmlns:a16="http://schemas.microsoft.com/office/drawing/2014/main" id="{EE27A67C-7232-4BF7-AFB1-17C793859C77}"/>
              </a:ext>
            </a:extLst>
          </p:cNvPr>
          <p:cNvSpPr>
            <a:spLocks xmlns:a="http://schemas.openxmlformats.org/drawingml/2006/main" noGrp="1"/>
          </p:cNvSpPr>
          <p:nvPr/>
        </p:nvSpPr>
        <p:spPr>
          <a:xfrm xmlns:a="http://schemas.openxmlformats.org/drawingml/2006/main">
            <a:off x="11027487" y="7524750"/>
            <a:ext cx="74555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والمساهمة</a:t>
            </a:r>
          </a:p>
        </p:txBody>
      </p:sp>
      <p:sp>
        <p:nvSpPr>
          <p:cNvPr id="17" name="">
            <a:extLst xmlns:a="http://schemas.openxmlformats.org/drawingml/2006/main">
              <a:ext uri="{FF2B5EF4-FFF2-40B4-BE49-F238E27FC236}">
                <a16:creationId xmlns:a16="http://schemas.microsoft.com/office/drawing/2014/main" id="{C727FF57-5D10-4BC9-89F8-6EAC89A41AD1}"/>
              </a:ext>
            </a:extLst>
          </p:cNvPr>
          <p:cNvSpPr>
            <a:spLocks xmlns:a="http://schemas.openxmlformats.org/drawingml/2006/main" noGrp="1"/>
          </p:cNvSpPr>
          <p:nvPr/>
        </p:nvSpPr>
        <p:spPr>
          <a:xfrm xmlns:a="http://schemas.openxmlformats.org/drawingml/2006/main">
            <a:off x="10122365" y="7524750"/>
            <a:ext cx="84378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المتخصصة</a:t>
            </a:r>
          </a:p>
        </p:txBody>
      </p:sp>
      <p:sp>
        <p:nvSpPr>
          <p:cNvPr id="18" name="">
            <a:extLst xmlns:a="http://schemas.openxmlformats.org/drawingml/2006/main">
              <a:ext uri="{FF2B5EF4-FFF2-40B4-BE49-F238E27FC236}">
                <a16:creationId xmlns:a16="http://schemas.microsoft.com/office/drawing/2014/main" id="{D748B9B3-1992-4407-AF2C-ABC4B871209B}"/>
              </a:ext>
            </a:extLst>
          </p:cNvPr>
          <p:cNvSpPr>
            <a:spLocks xmlns:a="http://schemas.openxmlformats.org/drawingml/2006/main" noGrp="1"/>
          </p:cNvSpPr>
          <p:nvPr/>
        </p:nvSpPr>
        <p:spPr>
          <a:xfrm xmlns:a="http://schemas.openxmlformats.org/drawingml/2006/main">
            <a:off x="9814081" y="7524750"/>
            <a:ext cx="24694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هي</a:t>
            </a:r>
          </a:p>
        </p:txBody>
      </p:sp>
      <p:sp>
        <p:nvSpPr>
          <p:cNvPr id="19" name="">
            <a:extLst xmlns:a="http://schemas.openxmlformats.org/drawingml/2006/main">
              <a:ext uri="{FF2B5EF4-FFF2-40B4-BE49-F238E27FC236}">
                <a16:creationId xmlns:a16="http://schemas.microsoft.com/office/drawing/2014/main" id="{55435C10-951F-4DA2-806C-CD60E627D8ED}"/>
              </a:ext>
            </a:extLst>
          </p:cNvPr>
          <p:cNvSpPr>
            <a:spLocks xmlns:a="http://schemas.openxmlformats.org/drawingml/2006/main" noGrp="1"/>
          </p:cNvSpPr>
          <p:nvPr/>
        </p:nvSpPr>
        <p:spPr>
          <a:xfrm xmlns:a="http://schemas.openxmlformats.org/drawingml/2006/main">
            <a:off x="9236455" y="7524750"/>
            <a:ext cx="51628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إصلاح</a:t>
            </a:r>
          </a:p>
        </p:txBody>
      </p:sp>
      <p:sp>
        <p:nvSpPr>
          <p:cNvPr id="20" name="">
            <a:extLst xmlns:a="http://schemas.openxmlformats.org/drawingml/2006/main">
              <a:ext uri="{FF2B5EF4-FFF2-40B4-BE49-F238E27FC236}">
                <a16:creationId xmlns:a16="http://schemas.microsoft.com/office/drawing/2014/main" id="{2CE2F670-4945-46B2-963F-EFC87E989D00}"/>
              </a:ext>
            </a:extLst>
          </p:cNvPr>
          <p:cNvSpPr>
            <a:spLocks xmlns:a="http://schemas.openxmlformats.org/drawingml/2006/main" noGrp="1"/>
          </p:cNvSpPr>
          <p:nvPr/>
        </p:nvSpPr>
        <p:spPr>
          <a:xfrm xmlns:a="http://schemas.openxmlformats.org/drawingml/2006/main">
            <a:off x="8760963" y="7524750"/>
            <a:ext cx="41415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قواعد</a:t>
            </a:r>
          </a:p>
        </p:txBody>
      </p:sp>
      <p:sp>
        <p:nvSpPr>
          <p:cNvPr id="21" name="">
            <a:extLst xmlns:a="http://schemas.openxmlformats.org/drawingml/2006/main">
              <a:ext uri="{FF2B5EF4-FFF2-40B4-BE49-F238E27FC236}">
                <a16:creationId xmlns:a16="http://schemas.microsoft.com/office/drawing/2014/main" id="{CF0C6B6C-6769-4CBA-8083-905D83D9F4BA}"/>
              </a:ext>
            </a:extLst>
          </p:cNvPr>
          <p:cNvSpPr>
            <a:spLocks xmlns:a="http://schemas.openxmlformats.org/drawingml/2006/main" noGrp="1"/>
          </p:cNvSpPr>
          <p:nvPr/>
        </p:nvSpPr>
        <p:spPr>
          <a:xfrm xmlns:a="http://schemas.openxmlformats.org/drawingml/2006/main">
            <a:off x="7978624" y="7524750"/>
            <a:ext cx="72099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5A6A70"/>
                </a:solidFill>
                <a:latin typeface="Arial"/>
                <a:ea typeface="Arial"/>
                <a:cs typeface="Arial"/>
              </a:defRPr>
            </a:defPPr>
            <a:lvl1pPr algn="l">
              <a:defRPr sz="1800" b="0">
                <a:solidFill>
                  <a:srgbClr val="5A6A70"/>
                </a:solidFill>
                <a:latin typeface="Arial"/>
                <a:ea typeface="Arial"/>
                <a:cs typeface="Arial"/>
              </a:defRPr>
            </a:lvl1pPr>
            <a:lvl2pPr algn="l">
              <a:defRPr sz="1800" b="0">
                <a:solidFill>
                  <a:srgbClr val="5A6A70"/>
                </a:solidFill>
                <a:latin typeface="Arial"/>
                <a:ea typeface="Arial"/>
                <a:cs typeface="Arial"/>
              </a:defRPr>
            </a:lvl2pPr>
            <a:lvl3pPr algn="l">
              <a:defRPr sz="1800" b="0">
                <a:solidFill>
                  <a:srgbClr val="5A6A70"/>
                </a:solidFill>
                <a:latin typeface="Arial"/>
                <a:ea typeface="Arial"/>
                <a:cs typeface="Arial"/>
              </a:defRPr>
            </a:lvl3pPr>
            <a:lvl4pPr algn="l">
              <a:defRPr sz="1800" b="0">
                <a:solidFill>
                  <a:srgbClr val="5A6A70"/>
                </a:solidFill>
                <a:latin typeface="Arial"/>
                <a:ea typeface="Arial"/>
                <a:cs typeface="Arial"/>
              </a:defRPr>
            </a:lvl4pPr>
            <a:lvl5pPr algn="l">
              <a:defRPr sz="1800" b="0">
                <a:solidFill>
                  <a:srgbClr val="5A6A70"/>
                </a:solidFill>
                <a:latin typeface="Arial"/>
                <a:ea typeface="Arial"/>
                <a:cs typeface="Arial"/>
              </a:defRPr>
            </a:lvl5pPr>
            <a:lvl6pPr algn="l">
              <a:defRPr sz="1800" b="0">
                <a:solidFill>
                  <a:srgbClr val="5A6A70"/>
                </a:solidFill>
                <a:latin typeface="Arial"/>
                <a:ea typeface="Arial"/>
                <a:cs typeface="Arial"/>
              </a:defRPr>
            </a:lvl6pPr>
            <a:lvl7pPr algn="l">
              <a:defRPr sz="1800" b="0">
                <a:solidFill>
                  <a:srgbClr val="5A6A70"/>
                </a:solidFill>
                <a:latin typeface="Arial"/>
                <a:ea typeface="Arial"/>
                <a:cs typeface="Arial"/>
              </a:defRPr>
            </a:lvl7pPr>
            <a:lvl8pPr algn="l">
              <a:defRPr sz="1800" b="0">
                <a:solidFill>
                  <a:srgbClr val="5A6A70"/>
                </a:solidFill>
                <a:latin typeface="Arial"/>
                <a:ea typeface="Arial"/>
                <a:cs typeface="Arial"/>
              </a:defRPr>
            </a:lvl8pPr>
            <a:lvl9pPr algn="l">
              <a:defRPr sz="1800" b="0">
                <a:solidFill>
                  <a:srgbClr val="5A6A70"/>
                </a:solidFill>
                <a:latin typeface="Arial"/>
                <a:ea typeface="Arial"/>
                <a:cs typeface="Arial"/>
              </a:defRPr>
            </a:lvl9pPr>
          </a:lstStyle>
          <a:p xmlns:a="http://schemas.openxmlformats.org/drawingml/2006/main">
            <a:pPr algn="l">
              <a:defRPr sz="1800" b="0">
                <a:solidFill>
                  <a:srgbClr val="5A6A70"/>
                </a:solidFill>
                <a:latin typeface="Arial"/>
                <a:ea typeface="Arial"/>
                <a:cs typeface="Arial"/>
              </a:defRPr>
            </a:pPr>
            <a:r>
              <a:rPr sz="1800" b="0">
                <a:solidFill>
                  <a:srgbClr val="5A6A70"/>
                </a:solidFill>
                <a:latin typeface="Arial"/>
                <a:ea typeface="Arial"/>
                <a:cs typeface="Arial"/>
              </a:rPr>
              <a:t>GitHub</a:t>
            </a:r>
          </a:p>
        </p:txBody>
      </p:sp>
    </p:spTree>
    <p:extLst>
      <p:ext uri="{BB962C8B-B14F-4D97-AF65-F5344CB8AC3E}">
        <p14:creationId xmlns:p14="http://schemas.microsoft.com/office/powerpoint/2010/main" val="1086026624"/>
      </p:ext>
    </p:extLst>
  </p:cSld>
</p:sld>
</file>

<file path=ppt/slides/slide1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7509289-5C41-402E-9987-78D9F7D7AC81}"/>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1262BC87-EE65-48C6-BD31-23E67589043C}"/>
              </a:ext>
            </a:extLst>
          </p:cNvPr>
          <p:cNvSpPr>
            <a:spLocks xmlns:a="http://schemas.openxmlformats.org/drawingml/2006/main" noGrp="1"/>
          </p:cNvSpPr>
          <p:nvPr/>
        </p:nvSpPr>
        <p:spPr>
          <a:xfrm xmlns:a="http://schemas.openxmlformats.org/drawingml/2006/main">
            <a:off x="13306332" y="1190625"/>
            <a:ext cx="108594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مقارنة</a:t>
            </a:r>
          </a:p>
        </p:txBody>
      </p:sp>
      <p:sp>
        <p:nvSpPr>
          <p:cNvPr id="4" name="">
            <a:extLst xmlns:a="http://schemas.openxmlformats.org/drawingml/2006/main">
              <a:ext uri="{FF2B5EF4-FFF2-40B4-BE49-F238E27FC236}">
                <a16:creationId xmlns:a16="http://schemas.microsoft.com/office/drawing/2014/main" id="{4BAE57D5-F24B-405A-914D-B4A7E16F7041}"/>
              </a:ext>
            </a:extLst>
          </p:cNvPr>
          <p:cNvSpPr>
            <a:spLocks xmlns:a="http://schemas.openxmlformats.org/drawingml/2006/main" noGrp="1"/>
          </p:cNvSpPr>
          <p:nvPr/>
        </p:nvSpPr>
        <p:spPr>
          <a:xfrm xmlns:a="http://schemas.openxmlformats.org/drawingml/2006/main">
            <a:off x="12033296" y="1190625"/>
            <a:ext cx="112311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خدمات</a:t>
            </a:r>
          </a:p>
        </p:txBody>
      </p:sp>
      <p:sp>
        <p:nvSpPr>
          <p:cNvPr id="5" name="">
            <a:extLst xmlns:a="http://schemas.openxmlformats.org/drawingml/2006/main">
              <a:ext uri="{FF2B5EF4-FFF2-40B4-BE49-F238E27FC236}">
                <a16:creationId xmlns:a16="http://schemas.microsoft.com/office/drawing/2014/main" id="{390DDED7-C7BD-4D34-B5FB-BFC1ED5F111E}"/>
              </a:ext>
            </a:extLst>
          </p:cNvPr>
          <p:cNvSpPr>
            <a:spLocks xmlns:a="http://schemas.openxmlformats.org/drawingml/2006/main" noGrp="1"/>
          </p:cNvSpPr>
          <p:nvPr/>
        </p:nvSpPr>
        <p:spPr>
          <a:xfrm xmlns:a="http://schemas.openxmlformats.org/drawingml/2006/main">
            <a:off x="10676376" y="1190625"/>
            <a:ext cx="1206996"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الأنظمة</a:t>
            </a:r>
          </a:p>
        </p:txBody>
      </p:sp>
      <p:sp>
        <p:nvSpPr>
          <p:cNvPr id="6" name="">
            <a:extLst xmlns:a="http://schemas.openxmlformats.org/drawingml/2006/main">
              <a:ext uri="{FF2B5EF4-FFF2-40B4-BE49-F238E27FC236}">
                <a16:creationId xmlns:a16="http://schemas.microsoft.com/office/drawing/2014/main" id="{A6C7D1DA-A988-4309-B381-B1CEDC64BE44}"/>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10 / 21</a:t>
            </a:r>
          </a:p>
        </p:txBody>
      </p:sp>
      <p:graphicFrame>
        <p:nvGraphicFramePr>
          <p:cNvPr id="7" name="">
            <a:extLst xmlns:a="http://schemas.openxmlformats.org/drawingml/2006/main">
              <a:ext uri="{FF2B5EF4-FFF2-40B4-BE49-F238E27FC236}">
                <a16:creationId xmlns:a16="http://schemas.microsoft.com/office/drawing/2014/main" id="{16DE50ED-BC8D-4776-B9AC-D736EE41E39D}"/>
              </a:ext>
            </a:extLst>
          </p:cNvPr>
          <p:cNvGraphicFramePr/>
          <p:nvPr/>
        </p:nvGraphicFramePr>
        <p:xfrm>
          <a:off xmlns:a="http://schemas.openxmlformats.org/drawingml/2006/main" x="762000" y="2762250"/>
          <a:ext xmlns:a="http://schemas.openxmlformats.org/drawingml/2006/main" cx="13620750" cy="4619625"/>
        </p:xfrm>
        <a:graphic xmlns:a="http://schemas.openxmlformats.org/drawingml/2006/main">
          <a:graphicData uri="http://schemas.openxmlformats.org/drawingml/2006/table">
            <a:tbl>
              <a:tblPr/>
              <a:tblGrid>
                <a:gridCol w="3714750"/>
                <a:gridCol w="3143250"/>
                <a:gridCol w="4286250"/>
                <a:gridCol w="2476500"/>
              </a:tblGrid>
              <a:tr h="552450">
                <a:tc>
                  <a:txBody>
                    <a:bodyPr wrap="square" lIns="114300" tIns="114300" rIns="114300" bIns="114300">
                      <a:noAutofit/>
                    </a:bodyPr>
                    <a:lstStyle/>
                    <a:p>
                      <a:pPr algn="r"/>
                      <a:r>
                        <a:rPr sz="1875" b="1">
                          <a:solidFill>
                            <a:srgbClr val="167D8D"/>
                          </a:solidFill>
                          <a:latin typeface="Arial"/>
                          <a:ea typeface="Arial"/>
                          <a:cs typeface="Arial"/>
                        </a:rPr>
                        <a:t>النتائج والمتابعة</a:t>
                      </a:r>
                    </a:p>
                  </a:txBody>
                  <a:tcPr marL="91440" marR="91440" marT="45720" marB="45720" anchor="ctr">
                    <a:lnL w="9525">
                      <a:solidFill>
                        <a:srgbClr val="D3D6D2"/>
                      </a:solidFill>
                    </a:lnL>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1875" b="1">
                          <a:solidFill>
                            <a:srgbClr val="167D8D"/>
                          </a:solidFill>
                          <a:latin typeface="Arial"/>
                          <a:ea typeface="Arial"/>
                          <a:cs typeface="Arial"/>
                        </a:rPr>
                        <a:t>تخصيص السياسة</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1875" b="1">
                          <a:solidFill>
                            <a:srgbClr val="167D8D"/>
                          </a:solidFill>
                          <a:latin typeface="Arial"/>
                          <a:ea typeface="Arial"/>
                          <a:cs typeface="Arial"/>
                        </a:rPr>
                        <a:t>نطاق العمل</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1875" b="1">
                          <a:solidFill>
                            <a:srgbClr val="167D8D"/>
                          </a:solidFill>
                          <a:latin typeface="Arial"/>
                          <a:ea typeface="Arial"/>
                          <a:cs typeface="Arial"/>
                        </a:rPr>
                        <a:t>النظام</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r>
              <a:tr h="0">
                <a:tc>
                  <a:txBody>
                    <a:bodyPr wrap="square" lIns="114300" tIns="114300" rIns="114300" bIns="114300">
                      <a:noAutofit/>
                    </a:bodyPr>
                    <a:lstStyle/>
                    <a:p>
                      <a:pPr algn="r"/>
                      <a:r>
                        <a:rPr sz="1875" b="0">
                          <a:solidFill>
                            <a:srgbClr val="142B36"/>
                          </a:solidFill>
                          <a:latin typeface="Arial"/>
                          <a:ea typeface="Arial"/>
                          <a:cs typeface="Arial"/>
                        </a:rPr>
                        <a:t>درجات وأسباب</a:t>
                      </a:r>
                    </a:p>
                    <a:p>
                      <a:pPr algn="r"/>
                      <a:r>
                        <a:rPr sz="1875" b="0">
                          <a:solidFill>
                            <a:srgbClr val="142B36"/>
                          </a:solidFill>
                          <a:latin typeface="Arial"/>
                          <a:ea typeface="Arial"/>
                          <a:cs typeface="Arial"/>
                        </a:rPr>
                        <a:t>JSON</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معايير وعتبات</a:t>
                      </a:r>
                    </a:p>
                    <a:p>
                      <a:pPr algn="r"/>
                      <a:r>
                        <a:rPr sz="1875" b="0">
                          <a:solidFill>
                            <a:srgbClr val="142B36"/>
                          </a:solidFill>
                          <a:latin typeface="Arial"/>
                          <a:ea typeface="Arial"/>
                          <a:cs typeface="Arial"/>
                        </a:rPr>
                        <a:t>قابلة للضبط</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الفروع والأتمتة</a:t>
                      </a:r>
                    </a:p>
                    <a:p>
                      <a:pPr algn="r"/>
                      <a:r>
                        <a:rPr sz="1875" b="0">
                          <a:solidFill>
                            <a:srgbClr val="142B36"/>
                          </a:solidFill>
                          <a:latin typeface="Arial"/>
                          <a:ea typeface="Arial"/>
                          <a:cs typeface="Arial"/>
                        </a:rPr>
                        <a:t>وممارسات المستودع</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75" b="0">
                          <a:solidFill>
                            <a:srgbClr val="142B36"/>
                          </a:solidFill>
                          <a:latin typeface="Arial"/>
                          <a:ea typeface="Arial"/>
                          <a:cs typeface="Arial"/>
                        </a:rPr>
                        <a:t>Scorecard</a:t>
                      </a:r>
                    </a:p>
                  </a:txBody>
                  <a:tcPr marL="91440" marR="91440" marT="45720" marB="45720" anchor="ctr">
                    <a:lnR w="9525">
                      <a:solidFill>
                        <a:srgbClr val="D3D6D2"/>
                      </a:solidFill>
                    </a:lnR>
                    <a:lnB w="9525">
                      <a:solidFill>
                        <a:srgbClr val="D3D6D2"/>
                      </a:solidFill>
                    </a:lnB>
                    <a:solidFill>
                      <a:srgbClr val="F6F3EB"/>
                    </a:solidFill>
                  </a:tcPr>
                </a:tc>
              </a:tr>
              <a:tr h="0">
                <a:tc>
                  <a:txBody>
                    <a:bodyPr wrap="square" lIns="114300" tIns="114300" rIns="114300" bIns="114300">
                      <a:noAutofit/>
                    </a:bodyPr>
                    <a:lstStyle/>
                    <a:p>
                      <a:pPr algn="r"/>
                      <a:r>
                        <a:rPr sz="1875" b="0">
                          <a:solidFill>
                            <a:srgbClr val="142B36"/>
                          </a:solidFill>
                          <a:latin typeface="Arial"/>
                          <a:ea typeface="Arial"/>
                          <a:cs typeface="Arial"/>
                        </a:rPr>
                        <a:t>تقارير فحص</a:t>
                      </a:r>
                    </a:p>
                    <a:p>
                      <a:pPr algn="r"/>
                      <a:r>
                        <a:rPr sz="1875" b="0">
                          <a:solidFill>
                            <a:srgbClr val="142B36"/>
                          </a:solidFill>
                          <a:latin typeface="Arial"/>
                          <a:ea typeface="Arial"/>
                          <a:cs typeface="Arial"/>
                        </a:rPr>
                        <a:t>SARIF</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سياسات مخصصة</a:t>
                      </a:r>
                    </a:p>
                    <a:p>
                      <a:pPr algn="r"/>
                      <a:r>
                        <a:rPr sz="1875" b="0">
                          <a:solidFill>
                            <a:srgbClr val="142B36"/>
                          </a:solidFill>
                          <a:latin typeface="Arial"/>
                          <a:ea typeface="Arial"/>
                          <a:cs typeface="Arial"/>
                        </a:rPr>
                        <a:t>Python / YAML</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إعدادات المستودع</a:t>
                      </a:r>
                    </a:p>
                    <a:p>
                      <a:pPr algn="r"/>
                      <a:r>
                        <a:rPr sz="1875" b="0">
                          <a:solidFill>
                            <a:srgbClr val="142B36"/>
                          </a:solidFill>
                          <a:latin typeface="Arial"/>
                          <a:ea typeface="Arial"/>
                          <a:cs typeface="Arial"/>
                        </a:rPr>
                        <a:t>وملفات الأتمتة</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75" b="0">
                          <a:solidFill>
                            <a:srgbClr val="142B36"/>
                          </a:solidFill>
                          <a:latin typeface="Arial"/>
                          <a:ea typeface="Arial"/>
                          <a:cs typeface="Arial"/>
                        </a:rPr>
                        <a:t>Checkov</a:t>
                      </a:r>
                    </a:p>
                  </a:txBody>
                  <a:tcPr marL="91440" marR="91440" marT="45720" marB="45720" anchor="ctr">
                    <a:lnR w="9525">
                      <a:solidFill>
                        <a:srgbClr val="D3D6D2"/>
                      </a:solidFill>
                    </a:lnR>
                    <a:lnB w="9525">
                      <a:solidFill>
                        <a:srgbClr val="D3D6D2"/>
                      </a:solidFill>
                    </a:lnB>
                    <a:solidFill>
                      <a:srgbClr val="F6F3EB"/>
                    </a:solidFill>
                  </a:tcPr>
                </a:tc>
              </a:tr>
              <a:tr h="0">
                <a:tc>
                  <a:txBody>
                    <a:bodyPr wrap="square" lIns="114300" tIns="114300" rIns="114300" bIns="114300">
                      <a:noAutofit/>
                    </a:bodyPr>
                    <a:lstStyle/>
                    <a:p>
                      <a:pPr algn="r"/>
                      <a:r>
                        <a:rPr sz="1875" b="0">
                          <a:solidFill>
                            <a:srgbClr val="142B36"/>
                          </a:solidFill>
                          <a:latin typeface="Arial"/>
                          <a:ea typeface="Arial"/>
                          <a:cs typeface="Arial"/>
                        </a:rPr>
                        <a:t>مخالفات حسب الشدة</a:t>
                      </a:r>
                    </a:p>
                    <a:p>
                      <a:pPr algn="r"/>
                      <a:r>
                        <a:rPr sz="1875" b="0">
                          <a:solidFill>
                            <a:srgbClr val="142B36"/>
                          </a:solidFill>
                          <a:latin typeface="Arial"/>
                          <a:ea typeface="Arial"/>
                          <a:cs typeface="Arial"/>
                        </a:rPr>
                        <a:t>JSON / SARIF</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سياسات مخصصة</a:t>
                      </a:r>
                    </a:p>
                    <a:p>
                      <a:pPr algn="r"/>
                      <a:r>
                        <a:rPr sz="1875" b="0">
                          <a:solidFill>
                            <a:srgbClr val="142B36"/>
                          </a:solidFill>
                          <a:latin typeface="Arial"/>
                          <a:ea typeface="Arial"/>
                          <a:cs typeface="Arial"/>
                        </a:rPr>
                        <a:t>OPA</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المؤسسة والأعضاء</a:t>
                      </a:r>
                    </a:p>
                    <a:p>
                      <a:pPr algn="r"/>
                      <a:r>
                        <a:rPr sz="1875" b="0">
                          <a:solidFill>
                            <a:srgbClr val="142B36"/>
                          </a:solidFill>
                          <a:latin typeface="Arial"/>
                          <a:ea typeface="Arial"/>
                          <a:cs typeface="Arial"/>
                        </a:rPr>
                        <a:t>والمستودعات والأتمتة</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75" b="0">
                          <a:solidFill>
                            <a:srgbClr val="142B36"/>
                          </a:solidFill>
                          <a:latin typeface="Arial"/>
                          <a:ea typeface="Arial"/>
                          <a:cs typeface="Arial"/>
                        </a:rPr>
                        <a:t>Legitify</a:t>
                      </a:r>
                    </a:p>
                  </a:txBody>
                  <a:tcPr marL="91440" marR="91440" marT="45720" marB="45720" anchor="ctr">
                    <a:lnR w="9525">
                      <a:solidFill>
                        <a:srgbClr val="D3D6D2"/>
                      </a:solidFill>
                    </a:lnR>
                    <a:lnB w="9525">
                      <a:solidFill>
                        <a:srgbClr val="D3D6D2"/>
                      </a:solidFill>
                    </a:lnB>
                    <a:solidFill>
                      <a:srgbClr val="F6F3EB"/>
                    </a:solidFill>
                  </a:tcPr>
                </a:tc>
              </a:tr>
              <a:tr h="0">
                <a:tc>
                  <a:txBody>
                    <a:bodyPr wrap="square" lIns="114300" tIns="114300" rIns="114300" bIns="114300">
                      <a:noAutofit/>
                    </a:bodyPr>
                    <a:lstStyle/>
                    <a:p>
                      <a:pPr algn="r"/>
                      <a:r>
                        <a:rPr sz="1875" b="0">
                          <a:solidFill>
                            <a:srgbClr val="142B36"/>
                          </a:solidFill>
                          <a:latin typeface="Arial"/>
                          <a:ea typeface="Arial"/>
                          <a:cs typeface="Arial"/>
                        </a:rPr>
                        <a:t>حالة السياسة</a:t>
                      </a:r>
                    </a:p>
                    <a:p>
                      <a:pPr algn="r"/>
                      <a:r>
                        <a:rPr sz="1875" b="0">
                          <a:solidFill>
                            <a:srgbClr val="142B36"/>
                          </a:solidFill>
                          <a:latin typeface="Arial"/>
                          <a:ea typeface="Arial"/>
                          <a:cs typeface="Arial"/>
                        </a:rPr>
                        <a:t>وتنبيه وإصلاح</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75" b="0">
                          <a:solidFill>
                            <a:srgbClr val="142B36"/>
                          </a:solidFill>
                          <a:latin typeface="Arial"/>
                          <a:ea typeface="Arial"/>
                          <a:cs typeface="Arial"/>
                        </a:rPr>
                        <a:t>Profiles</a:t>
                      </a:r>
                    </a:p>
                    <a:p>
                      <a:pPr algn="ctr"/>
                      <a:r>
                        <a:rPr sz="1875" b="0">
                          <a:solidFill>
                            <a:srgbClr val="142B36"/>
                          </a:solidFill>
                          <a:latin typeface="Arial"/>
                          <a:ea typeface="Arial"/>
                          <a:cs typeface="Arial"/>
                        </a:rPr>
                        <a:t>Rego / JQ</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مستودعات واعتماديات</a:t>
                      </a:r>
                    </a:p>
                    <a:p>
                      <a:pPr algn="r"/>
                      <a:r>
                        <a:rPr sz="1875" b="0">
                          <a:solidFill>
                            <a:srgbClr val="142B36"/>
                          </a:solidFill>
                          <a:latin typeface="Arial"/>
                          <a:ea typeface="Arial"/>
                          <a:cs typeface="Arial"/>
                        </a:rPr>
                        <a:t>وطلبات دمج</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75" b="0">
                          <a:solidFill>
                            <a:srgbClr val="142B36"/>
                          </a:solidFill>
                          <a:latin typeface="Arial"/>
                          <a:ea typeface="Arial"/>
                          <a:cs typeface="Arial"/>
                        </a:rPr>
                        <a:t>Minder</a:t>
                      </a:r>
                    </a:p>
                  </a:txBody>
                  <a:tcPr marL="91440" marR="91440" marT="45720" marB="45720" anchor="ctr">
                    <a:lnR w="9525">
                      <a:solidFill>
                        <a:srgbClr val="D3D6D2"/>
                      </a:solidFill>
                    </a:lnR>
                    <a:lnB w="9525">
                      <a:solidFill>
                        <a:srgbClr val="D3D6D2"/>
                      </a:solidFill>
                    </a:lnB>
                    <a:solidFill>
                      <a:srgbClr val="F6F3EB"/>
                    </a:solidFill>
                  </a:tcPr>
                </a:tc>
              </a:tr>
              <a:tr h="0">
                <a:tc>
                  <a:txBody>
                    <a:bodyPr wrap="square" lIns="114300" tIns="114300" rIns="114300" bIns="114300">
                      <a:noAutofit/>
                    </a:bodyPr>
                    <a:lstStyle/>
                    <a:p>
                      <a:pPr algn="r"/>
                      <a:r>
                        <a:rPr sz="1875" b="0">
                          <a:solidFill>
                            <a:srgbClr val="142B36"/>
                          </a:solidFill>
                          <a:latin typeface="Arial"/>
                          <a:ea typeface="Arial"/>
                          <a:cs typeface="Arial"/>
                        </a:rPr>
                        <a:t>حالات معالجة ومرفقات</a:t>
                      </a:r>
                    </a:p>
                    <a:p>
                      <a:pPr algn="r"/>
                      <a:r>
                        <a:rPr sz="1875" b="0">
                          <a:solidFill>
                            <a:srgbClr val="142B36"/>
                          </a:solidFill>
                          <a:latin typeface="Arial"/>
                          <a:ea typeface="Arial"/>
                          <a:cs typeface="Arial"/>
                        </a:rPr>
                        <a:t>وتقارير وتاريخ نتائج</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تهيئة إدارة النتائج</a:t>
                      </a:r>
                    </a:p>
                    <a:p>
                      <a:pPr algn="r"/>
                      <a:r>
                        <a:rPr sz="1875" b="0">
                          <a:solidFill>
                            <a:srgbClr val="142B36"/>
                          </a:solidFill>
                          <a:latin typeface="Arial"/>
                          <a:ea typeface="Arial"/>
                          <a:cs typeface="Arial"/>
                        </a:rPr>
                        <a:t>وقبول المخاطر</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نتائج أدوات الفحص</a:t>
                      </a:r>
                    </a:p>
                    <a:p>
                      <a:pPr algn="r"/>
                      <a:r>
                        <a:rPr sz="1875" b="0">
                          <a:solidFill>
                            <a:srgbClr val="142B36"/>
                          </a:solidFill>
                          <a:latin typeface="Arial"/>
                          <a:ea typeface="Arial"/>
                          <a:cs typeface="Arial"/>
                        </a:rPr>
                        <a:t>المستوردة</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75" b="0">
                          <a:solidFill>
                            <a:srgbClr val="142B36"/>
                          </a:solidFill>
                          <a:latin typeface="Arial"/>
                          <a:ea typeface="Arial"/>
                          <a:cs typeface="Arial"/>
                        </a:rPr>
                        <a:t>DefectDojo OSS</a:t>
                      </a:r>
                    </a:p>
                  </a:txBody>
                  <a:tcPr marL="91440" marR="91440" marT="45720" marB="45720" anchor="ctr">
                    <a:lnR w="9525">
                      <a:solidFill>
                        <a:srgbClr val="D3D6D2"/>
                      </a:solidFill>
                    </a:lnR>
                    <a:lnB w="9525">
                      <a:solidFill>
                        <a:srgbClr val="D3D6D2"/>
                      </a:solidFill>
                    </a:lnB>
                    <a:solidFill>
                      <a:srgbClr val="F6F3EB"/>
                    </a:solidFill>
                  </a:tcPr>
                </a:tc>
              </a:tr>
              <a:tr h="0">
                <a:tc>
                  <a:txBody>
                    <a:bodyPr wrap="square" lIns="114300" tIns="114300" rIns="114300" bIns="114300">
                      <a:noAutofit/>
                    </a:bodyPr>
                    <a:lstStyle/>
                    <a:p>
                      <a:pPr algn="r"/>
                      <a:r>
                        <a:rPr sz="1875" b="0">
                          <a:solidFill>
                            <a:srgbClr val="142B36"/>
                          </a:solidFill>
                          <a:latin typeface="Arial"/>
                          <a:ea typeface="Arial"/>
                          <a:cs typeface="Arial"/>
                        </a:rPr>
                        <a:t>دليل وتاريخ وإعادة تحقق</a:t>
                      </a:r>
                    </a:p>
                    <a:p>
                      <a:pPr algn="r"/>
                      <a:r>
                        <a:rPr sz="1875" b="0">
                          <a:solidFill>
                            <a:srgbClr val="142B36"/>
                          </a:solidFill>
                          <a:latin typeface="Arial"/>
                          <a:ea typeface="Arial"/>
                          <a:cs typeface="Arial"/>
                        </a:rPr>
                        <a:t>وتقرير مراجعة</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سياسة المؤسسة</a:t>
                      </a:r>
                    </a:p>
                    <a:p>
                      <a:pPr algn="r"/>
                      <a:r>
                        <a:rPr sz="1875" b="0">
                          <a:solidFill>
                            <a:srgbClr val="142B36"/>
                          </a:solidFill>
                          <a:latin typeface="Arial"/>
                          <a:ea typeface="Arial"/>
                          <a:cs typeface="Arial"/>
                        </a:rPr>
                        <a:t>وأهداف الأطراف</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أربعة وعشرون فحصًا</a:t>
                      </a:r>
                    </a:p>
                    <a:p>
                      <a:pPr algn="r"/>
                      <a:r>
                        <a:rPr sz="1875" b="0">
                          <a:solidFill>
                            <a:srgbClr val="142B36"/>
                          </a:solidFill>
                          <a:latin typeface="Arial"/>
                          <a:ea typeface="Arial"/>
                          <a:cs typeface="Arial"/>
                        </a:rPr>
                        <a:t>وتحليل وإصلاح محدود</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75" b="0">
                          <a:solidFill>
                            <a:srgbClr val="142B36"/>
                          </a:solidFill>
                          <a:latin typeface="Arial"/>
                          <a:ea typeface="Arial"/>
                          <a:cs typeface="Arial"/>
                        </a:rPr>
                        <a:t>مشروعنا</a:t>
                      </a:r>
                    </a:p>
                    <a:p>
                      <a:pPr algn="r"/>
                      <a:r>
                        <a:rPr sz="1875" b="0">
                          <a:solidFill>
                            <a:srgbClr val="142B36"/>
                          </a:solidFill>
                          <a:latin typeface="Arial"/>
                          <a:ea typeface="Arial"/>
                          <a:cs typeface="Arial"/>
                        </a:rPr>
                        <a:t>مستهدف</a:t>
                      </a:r>
                    </a:p>
                  </a:txBody>
                  <a:tcPr marL="91440" marR="91440" marT="45720" marB="45720" anchor="ctr">
                    <a:lnR w="9525">
                      <a:solidFill>
                        <a:srgbClr val="D3D6D2"/>
                      </a:solidFill>
                    </a:lnR>
                    <a:lnB w="9525">
                      <a:solidFill>
                        <a:srgbClr val="D3D6D2"/>
                      </a:solidFill>
                    </a:lnB>
                    <a:solidFill>
                      <a:srgbClr val="F6F3EB"/>
                    </a:solidFill>
                  </a:tcPr>
                </a:tc>
              </a:tr>
            </a:tbl>
          </a:graphicData>
        </a:graphic>
      </p:graphicFrame>
      <p:sp>
        <p:nvSpPr>
          <p:cNvPr id="8" name="">
            <a:extLst xmlns:a="http://schemas.openxmlformats.org/drawingml/2006/main">
              <a:ext uri="{FF2B5EF4-FFF2-40B4-BE49-F238E27FC236}">
                <a16:creationId xmlns:a16="http://schemas.microsoft.com/office/drawing/2014/main" id="{C3B4245B-43E1-498B-8314-7B64E90A97E6}"/>
              </a:ext>
            </a:extLst>
          </p:cNvPr>
          <p:cNvSpPr>
            <a:spLocks xmlns:a="http://schemas.openxmlformats.org/drawingml/2006/main" noGrp="1"/>
          </p:cNvSpPr>
          <p:nvPr/>
        </p:nvSpPr>
        <p:spPr>
          <a:xfrm xmlns:a="http://schemas.openxmlformats.org/drawingml/2006/main">
            <a:off x="13922313" y="7581900"/>
            <a:ext cx="46996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قدرات</a:t>
            </a:r>
          </a:p>
        </p:txBody>
      </p:sp>
      <p:sp>
        <p:nvSpPr>
          <p:cNvPr id="9" name="">
            <a:extLst xmlns:a="http://schemas.openxmlformats.org/drawingml/2006/main">
              <a:ext uri="{FF2B5EF4-FFF2-40B4-BE49-F238E27FC236}">
                <a16:creationId xmlns:a16="http://schemas.microsoft.com/office/drawing/2014/main" id="{249FA2A3-E24E-4AE3-9F11-89F81C4DED73}"/>
              </a:ext>
            </a:extLst>
          </p:cNvPr>
          <p:cNvSpPr>
            <a:spLocks xmlns:a="http://schemas.openxmlformats.org/drawingml/2006/main" noGrp="1"/>
          </p:cNvSpPr>
          <p:nvPr/>
        </p:nvSpPr>
        <p:spPr>
          <a:xfrm xmlns:a="http://schemas.openxmlformats.org/drawingml/2006/main">
            <a:off x="13315219" y="7581900"/>
            <a:ext cx="54575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الأنظمة</a:t>
            </a:r>
          </a:p>
        </p:txBody>
      </p:sp>
      <p:sp>
        <p:nvSpPr>
          <p:cNvPr id="10" name="">
            <a:extLst xmlns:a="http://schemas.openxmlformats.org/drawingml/2006/main">
              <a:ext uri="{FF2B5EF4-FFF2-40B4-BE49-F238E27FC236}">
                <a16:creationId xmlns:a16="http://schemas.microsoft.com/office/drawing/2014/main" id="{8B21F05E-A381-4612-A83F-6C73A405EC66}"/>
              </a:ext>
            </a:extLst>
          </p:cNvPr>
          <p:cNvSpPr>
            <a:spLocks xmlns:a="http://schemas.openxmlformats.org/drawingml/2006/main" noGrp="1"/>
          </p:cNvSpPr>
          <p:nvPr/>
        </p:nvSpPr>
        <p:spPr>
          <a:xfrm xmlns:a="http://schemas.openxmlformats.org/drawingml/2006/main">
            <a:off x="13034059" y="7581900"/>
            <a:ext cx="21981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من</a:t>
            </a:r>
          </a:p>
        </p:txBody>
      </p:sp>
      <p:sp>
        <p:nvSpPr>
          <p:cNvPr id="11" name="">
            <a:extLst xmlns:a="http://schemas.openxmlformats.org/drawingml/2006/main">
              <a:ext uri="{FF2B5EF4-FFF2-40B4-BE49-F238E27FC236}">
                <a16:creationId xmlns:a16="http://schemas.microsoft.com/office/drawing/2014/main" id="{F7253484-10D8-45B2-931B-DDFCAB7D47AE}"/>
              </a:ext>
            </a:extLst>
          </p:cNvPr>
          <p:cNvSpPr>
            <a:spLocks xmlns:a="http://schemas.openxmlformats.org/drawingml/2006/main" noGrp="1"/>
          </p:cNvSpPr>
          <p:nvPr/>
        </p:nvSpPr>
        <p:spPr>
          <a:xfrm xmlns:a="http://schemas.openxmlformats.org/drawingml/2006/main">
            <a:off x="12399842" y="7581900"/>
            <a:ext cx="57287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الوثائق؛</a:t>
            </a:r>
          </a:p>
        </p:txBody>
      </p:sp>
      <p:sp>
        <p:nvSpPr>
          <p:cNvPr id="12" name="">
            <a:extLst xmlns:a="http://schemas.openxmlformats.org/drawingml/2006/main">
              <a:ext uri="{FF2B5EF4-FFF2-40B4-BE49-F238E27FC236}">
                <a16:creationId xmlns:a16="http://schemas.microsoft.com/office/drawing/2014/main" id="{FFE1BAAB-0539-49AE-8A9E-111866F20C17}"/>
              </a:ext>
            </a:extLst>
          </p:cNvPr>
          <p:cNvSpPr>
            <a:spLocks xmlns:a="http://schemas.openxmlformats.org/drawingml/2006/main" noGrp="1"/>
          </p:cNvSpPr>
          <p:nvPr/>
        </p:nvSpPr>
        <p:spPr>
          <a:xfrm xmlns:a="http://schemas.openxmlformats.org/drawingml/2006/main">
            <a:off x="11808710" y="7581900"/>
            <a:ext cx="52979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وظائف</a:t>
            </a:r>
          </a:p>
        </p:txBody>
      </p:sp>
      <p:sp>
        <p:nvSpPr>
          <p:cNvPr id="13" name="">
            <a:extLst xmlns:a="http://schemas.openxmlformats.org/drawingml/2006/main">
              <a:ext uri="{FF2B5EF4-FFF2-40B4-BE49-F238E27FC236}">
                <a16:creationId xmlns:a16="http://schemas.microsoft.com/office/drawing/2014/main" id="{F371B39F-8FD9-4862-8A37-B6D7D0BB1AA9}"/>
              </a:ext>
            </a:extLst>
          </p:cNvPr>
          <p:cNvSpPr>
            <a:spLocks xmlns:a="http://schemas.openxmlformats.org/drawingml/2006/main" noGrp="1"/>
          </p:cNvSpPr>
          <p:nvPr/>
        </p:nvSpPr>
        <p:spPr>
          <a:xfrm xmlns:a="http://schemas.openxmlformats.org/drawingml/2006/main">
            <a:off x="11234433" y="7581900"/>
            <a:ext cx="51293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منصتنا</a:t>
            </a:r>
          </a:p>
        </p:txBody>
      </p:sp>
      <p:sp>
        <p:nvSpPr>
          <p:cNvPr id="14" name="">
            <a:extLst xmlns:a="http://schemas.openxmlformats.org/drawingml/2006/main">
              <a:ext uri="{FF2B5EF4-FFF2-40B4-BE49-F238E27FC236}">
                <a16:creationId xmlns:a16="http://schemas.microsoft.com/office/drawing/2014/main" id="{B4E48C4A-D69C-40BB-ADDE-28D82577FB1F}"/>
              </a:ext>
            </a:extLst>
          </p:cNvPr>
          <p:cNvSpPr>
            <a:spLocks xmlns:a="http://schemas.openxmlformats.org/drawingml/2006/main" noGrp="1"/>
          </p:cNvSpPr>
          <p:nvPr/>
        </p:nvSpPr>
        <p:spPr>
          <a:xfrm xmlns:a="http://schemas.openxmlformats.org/drawingml/2006/main">
            <a:off x="10565166" y="7581900"/>
            <a:ext cx="60792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الإنتاجية</a:t>
            </a:r>
          </a:p>
        </p:txBody>
      </p:sp>
      <p:sp>
        <p:nvSpPr>
          <p:cNvPr id="15" name="">
            <a:extLst xmlns:a="http://schemas.openxmlformats.org/drawingml/2006/main">
              <a:ext uri="{FF2B5EF4-FFF2-40B4-BE49-F238E27FC236}">
                <a16:creationId xmlns:a16="http://schemas.microsoft.com/office/drawing/2014/main" id="{5D070089-1225-4D6A-A8B3-63A397458E9B}"/>
              </a:ext>
            </a:extLst>
          </p:cNvPr>
          <p:cNvSpPr>
            <a:spLocks xmlns:a="http://schemas.openxmlformats.org/drawingml/2006/main" noGrp="1"/>
          </p:cNvSpPr>
          <p:nvPr/>
        </p:nvSpPr>
        <p:spPr>
          <a:xfrm xmlns:a="http://schemas.openxmlformats.org/drawingml/2006/main">
            <a:off x="10351760" y="7581900"/>
            <a:ext cx="15206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ما</a:t>
            </a:r>
          </a:p>
        </p:txBody>
      </p:sp>
      <p:sp>
        <p:nvSpPr>
          <p:cNvPr id="16" name="">
            <a:extLst xmlns:a="http://schemas.openxmlformats.org/drawingml/2006/main">
              <a:ext uri="{FF2B5EF4-FFF2-40B4-BE49-F238E27FC236}">
                <a16:creationId xmlns:a16="http://schemas.microsoft.com/office/drawing/2014/main" id="{71558A6C-E337-4968-BF2F-7C3609A202B9}"/>
              </a:ext>
            </a:extLst>
          </p:cNvPr>
          <p:cNvSpPr>
            <a:spLocks xmlns:a="http://schemas.openxmlformats.org/drawingml/2006/main" noGrp="1"/>
          </p:cNvSpPr>
          <p:nvPr/>
        </p:nvSpPr>
        <p:spPr>
          <a:xfrm xmlns:a="http://schemas.openxmlformats.org/drawingml/2006/main">
            <a:off x="9911428" y="7581900"/>
            <a:ext cx="37899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زالت</a:t>
            </a:r>
          </a:p>
        </p:txBody>
      </p:sp>
      <p:sp>
        <p:nvSpPr>
          <p:cNvPr id="17" name="">
            <a:extLst xmlns:a="http://schemas.openxmlformats.org/drawingml/2006/main">
              <a:ext uri="{FF2B5EF4-FFF2-40B4-BE49-F238E27FC236}">
                <a16:creationId xmlns:a16="http://schemas.microsoft.com/office/drawing/2014/main" id="{2854EBEF-EC90-4065-9299-6A63C134E795}"/>
              </a:ext>
            </a:extLst>
          </p:cNvPr>
          <p:cNvSpPr>
            <a:spLocks xmlns:a="http://schemas.openxmlformats.org/drawingml/2006/main" noGrp="1"/>
          </p:cNvSpPr>
          <p:nvPr/>
        </p:nvSpPr>
        <p:spPr>
          <a:xfrm xmlns:a="http://schemas.openxmlformats.org/drawingml/2006/main">
            <a:off x="9291163" y="7581900"/>
            <a:ext cx="55892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مصممة</a:t>
            </a:r>
          </a:p>
        </p:txBody>
      </p:sp>
    </p:spTree>
    <p:extLst>
      <p:ext uri="{BB962C8B-B14F-4D97-AF65-F5344CB8AC3E}">
        <p14:creationId xmlns:p14="http://schemas.microsoft.com/office/powerpoint/2010/main" val="701324697"/>
      </p:ext>
    </p:extLst>
  </p:cSld>
</p:sld>
</file>

<file path=ppt/slides/slide1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E486256-0AF6-4F07-BBFB-62E203A111FC}"/>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763C3366-CF46-445C-A2B2-BBDE913E5F71}"/>
              </a:ext>
            </a:extLst>
          </p:cNvPr>
          <p:cNvSpPr>
            <a:spLocks xmlns:a="http://schemas.openxmlformats.org/drawingml/2006/main" noGrp="1"/>
          </p:cNvSpPr>
          <p:nvPr/>
        </p:nvSpPr>
        <p:spPr>
          <a:xfrm xmlns:a="http://schemas.openxmlformats.org/drawingml/2006/main">
            <a:off x="13306332" y="1190625"/>
            <a:ext cx="108594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مقارنة</a:t>
            </a:r>
          </a:p>
        </p:txBody>
      </p:sp>
      <p:sp>
        <p:nvSpPr>
          <p:cNvPr id="4" name="">
            <a:extLst xmlns:a="http://schemas.openxmlformats.org/drawingml/2006/main">
              <a:ext uri="{FF2B5EF4-FFF2-40B4-BE49-F238E27FC236}">
                <a16:creationId xmlns:a16="http://schemas.microsoft.com/office/drawing/2014/main" id="{0A676912-4A3D-4113-A711-C4CC18CD67BB}"/>
              </a:ext>
            </a:extLst>
          </p:cNvPr>
          <p:cNvSpPr>
            <a:spLocks xmlns:a="http://schemas.openxmlformats.org/drawingml/2006/main" noGrp="1"/>
          </p:cNvSpPr>
          <p:nvPr/>
        </p:nvSpPr>
        <p:spPr>
          <a:xfrm xmlns:a="http://schemas.openxmlformats.org/drawingml/2006/main">
            <a:off x="12550659" y="1190625"/>
            <a:ext cx="605749"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آلية</a:t>
            </a:r>
          </a:p>
        </p:txBody>
      </p:sp>
      <p:sp>
        <p:nvSpPr>
          <p:cNvPr id="5" name="">
            <a:extLst xmlns:a="http://schemas.openxmlformats.org/drawingml/2006/main">
              <a:ext uri="{FF2B5EF4-FFF2-40B4-BE49-F238E27FC236}">
                <a16:creationId xmlns:a16="http://schemas.microsoft.com/office/drawing/2014/main" id="{CADC9241-C03A-4592-B587-9B1C681D29CE}"/>
              </a:ext>
            </a:extLst>
          </p:cNvPr>
          <p:cNvSpPr>
            <a:spLocks xmlns:a="http://schemas.openxmlformats.org/drawingml/2006/main" noGrp="1"/>
          </p:cNvSpPr>
          <p:nvPr/>
        </p:nvSpPr>
        <p:spPr>
          <a:xfrm xmlns:a="http://schemas.openxmlformats.org/drawingml/2006/main">
            <a:off x="11057618" y="1190625"/>
            <a:ext cx="1343118"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الإصلاح</a:t>
            </a:r>
          </a:p>
        </p:txBody>
      </p:sp>
      <p:sp>
        <p:nvSpPr>
          <p:cNvPr id="6" name="">
            <a:extLst xmlns:a="http://schemas.openxmlformats.org/drawingml/2006/main">
              <a:ext uri="{FF2B5EF4-FFF2-40B4-BE49-F238E27FC236}">
                <a16:creationId xmlns:a16="http://schemas.microsoft.com/office/drawing/2014/main" id="{95BCE47B-06EC-4941-B771-A50075D42E5F}"/>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11 / 21</a:t>
            </a:r>
          </a:p>
        </p:txBody>
      </p:sp>
      <p:graphicFrame>
        <p:nvGraphicFramePr>
          <p:cNvPr id="7" name="">
            <a:extLst xmlns:a="http://schemas.openxmlformats.org/drawingml/2006/main">
              <a:ext uri="{FF2B5EF4-FFF2-40B4-BE49-F238E27FC236}">
                <a16:creationId xmlns:a16="http://schemas.microsoft.com/office/drawing/2014/main" id="{D9AEB43D-33B3-4B84-87C7-BBFA6057E0C2}"/>
              </a:ext>
            </a:extLst>
          </p:cNvPr>
          <p:cNvGraphicFramePr/>
          <p:nvPr/>
        </p:nvGraphicFramePr>
        <p:xfrm>
          <a:off xmlns:a="http://schemas.openxmlformats.org/drawingml/2006/main" x="762000" y="2762250"/>
          <a:ext xmlns:a="http://schemas.openxmlformats.org/drawingml/2006/main" cx="13620750" cy="4619625"/>
        </p:xfrm>
        <a:graphic xmlns:a="http://schemas.openxmlformats.org/drawingml/2006/main">
          <a:graphicData uri="http://schemas.openxmlformats.org/drawingml/2006/table">
            <a:tbl>
              <a:tblPr/>
              <a:tblGrid>
                <a:gridCol w="2286000"/>
                <a:gridCol w="2952750"/>
                <a:gridCol w="3238500"/>
                <a:gridCol w="3048000"/>
                <a:gridCol w="2095500"/>
              </a:tblGrid>
              <a:tr h="552450">
                <a:tc>
                  <a:txBody>
                    <a:bodyPr wrap="square" lIns="114300" tIns="114300" rIns="114300" bIns="114300">
                      <a:noAutofit/>
                    </a:bodyPr>
                    <a:lstStyle/>
                    <a:p>
                      <a:pPr algn="r"/>
                      <a:r>
                        <a:rPr sz="1800" b="1">
                          <a:solidFill>
                            <a:srgbClr val="167D8D"/>
                          </a:solidFill>
                          <a:latin typeface="Arial"/>
                          <a:ea typeface="Arial"/>
                          <a:cs typeface="Arial"/>
                        </a:rPr>
                        <a:t>تنفيذ التعديل</a:t>
                      </a:r>
                    </a:p>
                  </a:txBody>
                  <a:tcPr marL="91440" marR="91440" marT="45720" marB="45720" anchor="ctr">
                    <a:lnL w="9525">
                      <a:solidFill>
                        <a:srgbClr val="D3D6D2"/>
                      </a:solidFill>
                    </a:lnL>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1800" b="1">
                          <a:solidFill>
                            <a:srgbClr val="167D8D"/>
                          </a:solidFill>
                          <a:latin typeface="Arial"/>
                          <a:ea typeface="Arial"/>
                          <a:cs typeface="Arial"/>
                        </a:rPr>
                        <a:t>ناتج المعالجة</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1800" b="1">
                          <a:solidFill>
                            <a:srgbClr val="167D8D"/>
                          </a:solidFill>
                          <a:latin typeface="Arial"/>
                          <a:ea typeface="Arial"/>
                          <a:cs typeface="Arial"/>
                        </a:rPr>
                        <a:t>مدخل السياسة أو الهدف</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1800" b="1">
                          <a:solidFill>
                            <a:srgbClr val="167D8D"/>
                          </a:solidFill>
                          <a:latin typeface="Arial"/>
                          <a:ea typeface="Arial"/>
                          <a:cs typeface="Arial"/>
                        </a:rPr>
                        <a:t>القواعد والاستثناءات</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1800" b="1">
                          <a:solidFill>
                            <a:srgbClr val="167D8D"/>
                          </a:solidFill>
                          <a:latin typeface="Arial"/>
                          <a:ea typeface="Arial"/>
                          <a:cs typeface="Arial"/>
                        </a:rPr>
                        <a:t>المسار</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r>
              <a:tr h="0">
                <a:tc>
                  <a:txBody>
                    <a:bodyPr wrap="square" lIns="114300" tIns="114300" rIns="114300" bIns="114300">
                      <a:noAutofit/>
                    </a:bodyPr>
                    <a:lstStyle/>
                    <a:p>
                      <a:pPr algn="r"/>
                      <a:r>
                        <a:rPr sz="1800" b="0">
                          <a:solidFill>
                            <a:srgbClr val="142B36"/>
                          </a:solidFill>
                          <a:latin typeface="Arial"/>
                          <a:ea typeface="Arial"/>
                          <a:cs typeface="Arial"/>
                        </a:rPr>
                        <a:t>إرشاد للمسؤول</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نتائج وإرشادات</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عتبات فحوص</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تجميع حماية الفرع</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00" b="0">
                          <a:solidFill>
                            <a:srgbClr val="142B36"/>
                          </a:solidFill>
                          <a:latin typeface="Arial"/>
                          <a:ea typeface="Arial"/>
                          <a:cs typeface="Arial"/>
                        </a:rPr>
                        <a:t>Scorecard</a:t>
                      </a:r>
                    </a:p>
                  </a:txBody>
                  <a:tcPr marL="91440" marR="91440" marT="45720" marB="45720" anchor="ctr">
                    <a:lnR w="9525">
                      <a:solidFill>
                        <a:srgbClr val="D3D6D2"/>
                      </a:solidFill>
                    </a:lnR>
                    <a:lnB w="9525">
                      <a:solidFill>
                        <a:srgbClr val="D3D6D2"/>
                      </a:solidFill>
                    </a:lnB>
                    <a:solidFill>
                      <a:srgbClr val="F6F3EB"/>
                    </a:solidFill>
                  </a:tcPr>
                </a:tc>
              </a:tr>
              <a:tr h="0">
                <a:tc>
                  <a:txBody>
                    <a:bodyPr wrap="square" lIns="114300" tIns="114300" rIns="114300" bIns="114300">
                      <a:noAutofit/>
                    </a:bodyPr>
                    <a:lstStyle/>
                    <a:p>
                      <a:pPr algn="r"/>
                      <a:r>
                        <a:rPr sz="1800" b="0">
                          <a:solidFill>
                            <a:srgbClr val="142B36"/>
                          </a:solidFill>
                          <a:latin typeface="Arial"/>
                          <a:ea typeface="Arial"/>
                          <a:cs typeface="Arial"/>
                        </a:rPr>
                        <a:t>إرشاد للمسؤول</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تقرير الفحص</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سياسات فحوص</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حماية تقليدية</a:t>
                      </a:r>
                    </a:p>
                    <a:p>
                      <a:pPr algn="r"/>
                      <a:r>
                        <a:rPr sz="1800" b="0">
                          <a:solidFill>
                            <a:srgbClr val="142B36"/>
                          </a:solidFill>
                          <a:latin typeface="Arial"/>
                          <a:ea typeface="Arial"/>
                          <a:cs typeface="Arial"/>
                        </a:rPr>
                        <a:t>في المسار المفحوص</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00" b="0">
                          <a:solidFill>
                            <a:srgbClr val="142B36"/>
                          </a:solidFill>
                          <a:latin typeface="Arial"/>
                          <a:ea typeface="Arial"/>
                          <a:cs typeface="Arial"/>
                        </a:rPr>
                        <a:t>Checkov</a:t>
                      </a:r>
                    </a:p>
                  </a:txBody>
                  <a:tcPr marL="91440" marR="91440" marT="45720" marB="45720" anchor="ctr">
                    <a:lnR w="9525">
                      <a:solidFill>
                        <a:srgbClr val="D3D6D2"/>
                      </a:solidFill>
                    </a:lnR>
                    <a:lnB w="9525">
                      <a:solidFill>
                        <a:srgbClr val="D3D6D2"/>
                      </a:solidFill>
                    </a:lnB>
                    <a:solidFill>
                      <a:srgbClr val="F6F3EB"/>
                    </a:solidFill>
                  </a:tcPr>
                </a:tc>
              </a:tr>
              <a:tr h="0">
                <a:tc>
                  <a:txBody>
                    <a:bodyPr wrap="square" lIns="114300" tIns="114300" rIns="114300" bIns="114300">
                      <a:noAutofit/>
                    </a:bodyPr>
                    <a:lstStyle/>
                    <a:p>
                      <a:pPr algn="r"/>
                      <a:r>
                        <a:rPr sz="1800" b="0">
                          <a:solidFill>
                            <a:srgbClr val="142B36"/>
                          </a:solidFill>
                          <a:latin typeface="Arial"/>
                          <a:ea typeface="Arial"/>
                          <a:cs typeface="Arial"/>
                        </a:rPr>
                        <a:t>إرشاد للمسؤول</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إرشاد للمخالفة</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سياسات مخصصة</a:t>
                      </a:r>
                    </a:p>
                    <a:p>
                      <a:pPr algn="r"/>
                      <a:r>
                        <a:rPr sz="1800" b="0">
                          <a:solidFill>
                            <a:srgbClr val="142B36"/>
                          </a:solidFill>
                          <a:latin typeface="Arial"/>
                          <a:ea typeface="Arial"/>
                          <a:cs typeface="Arial"/>
                        </a:rPr>
                        <a:t>Rego</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فحص القواعد</a:t>
                      </a:r>
                    </a:p>
                    <a:p>
                      <a:pPr algn="r"/>
                      <a:r>
                        <a:rPr sz="1800" b="0">
                          <a:solidFill>
                            <a:srgbClr val="142B36"/>
                          </a:solidFill>
                          <a:latin typeface="Arial"/>
                          <a:ea typeface="Arial"/>
                          <a:cs typeface="Arial"/>
                        </a:rPr>
                        <a:t>والاستثناءات</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00" b="0">
                          <a:solidFill>
                            <a:srgbClr val="142B36"/>
                          </a:solidFill>
                          <a:latin typeface="Arial"/>
                          <a:ea typeface="Arial"/>
                          <a:cs typeface="Arial"/>
                        </a:rPr>
                        <a:t>Legitify</a:t>
                      </a:r>
                    </a:p>
                  </a:txBody>
                  <a:tcPr marL="91440" marR="91440" marT="45720" marB="45720" anchor="ctr">
                    <a:lnR w="9525">
                      <a:solidFill>
                        <a:srgbClr val="D3D6D2"/>
                      </a:solidFill>
                    </a:lnR>
                    <a:lnB w="9525">
                      <a:solidFill>
                        <a:srgbClr val="D3D6D2"/>
                      </a:solidFill>
                    </a:lnB>
                    <a:solidFill>
                      <a:srgbClr val="F6F3EB"/>
                    </a:solidFill>
                  </a:tcPr>
                </a:tc>
              </a:tr>
              <a:tr h="0">
                <a:tc>
                  <a:txBody>
                    <a:bodyPr wrap="square" lIns="114300" tIns="114300" rIns="114300" bIns="114300">
                      <a:noAutofit/>
                    </a:bodyPr>
                    <a:lstStyle/>
                    <a:p>
                      <a:pPr algn="ctr"/>
                      <a:r>
                        <a:rPr sz="1800" b="0">
                          <a:solidFill>
                            <a:srgbClr val="142B36"/>
                          </a:solidFill>
                          <a:latin typeface="Arial"/>
                          <a:ea typeface="Arial"/>
                          <a:cs typeface="Arial"/>
                        </a:rPr>
                        <a:t>PR / REST</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قالب جاهز</a:t>
                      </a:r>
                    </a:p>
                    <a:p>
                      <a:pPr algn="r"/>
                      <a:r>
                        <a:rPr sz="1800" b="0">
                          <a:solidFill>
                            <a:srgbClr val="142B36"/>
                          </a:solidFill>
                          <a:latin typeface="Arial"/>
                          <a:ea typeface="Arial"/>
                          <a:cs typeface="Arial"/>
                        </a:rPr>
                        <a:t>وإصلاح قابل للتخصيص</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معاملات السياسة</a:t>
                      </a:r>
                    </a:p>
                    <a:p>
                      <a:pPr algn="r"/>
                      <a:r>
                        <a:rPr sz="1800" b="0">
                          <a:solidFill>
                            <a:srgbClr val="142B36"/>
                          </a:solidFill>
                          <a:latin typeface="Arial"/>
                          <a:ea typeface="Arial"/>
                          <a:cs typeface="Arial"/>
                        </a:rPr>
                        <a:t>Profile</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بحسب القاعدة</a:t>
                      </a:r>
                    </a:p>
                    <a:p>
                      <a:pPr algn="r"/>
                      <a:r>
                        <a:rPr sz="1800" b="0">
                          <a:solidFill>
                            <a:srgbClr val="142B36"/>
                          </a:solidFill>
                          <a:latin typeface="Arial"/>
                          <a:ea typeface="Arial"/>
                          <a:cs typeface="Arial"/>
                        </a:rPr>
                        <a:t>المعتمدة</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00" b="0">
                          <a:solidFill>
                            <a:srgbClr val="142B36"/>
                          </a:solidFill>
                          <a:latin typeface="Arial"/>
                          <a:ea typeface="Arial"/>
                          <a:cs typeface="Arial"/>
                        </a:rPr>
                        <a:t>Minder</a:t>
                      </a:r>
                    </a:p>
                    <a:p>
                      <a:pPr algn="ctr"/>
                      <a:r>
                        <a:rPr sz="1800" b="0">
                          <a:solidFill>
                            <a:srgbClr val="142B36"/>
                          </a:solidFill>
                          <a:latin typeface="Arial"/>
                          <a:ea typeface="Arial"/>
                          <a:cs typeface="Arial"/>
                        </a:rPr>
                        <a:t>OSPS-AC-03.01</a:t>
                      </a:r>
                    </a:p>
                  </a:txBody>
                  <a:tcPr marL="91440" marR="91440" marT="45720" marB="45720" anchor="ctr">
                    <a:lnR w="9525">
                      <a:solidFill>
                        <a:srgbClr val="D3D6D2"/>
                      </a:solidFill>
                    </a:lnR>
                    <a:lnB w="9525">
                      <a:solidFill>
                        <a:srgbClr val="D3D6D2"/>
                      </a:solidFill>
                    </a:lnB>
                    <a:solidFill>
                      <a:srgbClr val="F6F3EB"/>
                    </a:solidFill>
                  </a:tcPr>
                </a:tc>
              </a:tr>
              <a:tr h="0">
                <a:tc>
                  <a:txBody>
                    <a:bodyPr wrap="square" lIns="114300" tIns="114300" rIns="114300" bIns="114300">
                      <a:noAutofit/>
                    </a:bodyPr>
                    <a:lstStyle/>
                    <a:p>
                      <a:pPr algn="r"/>
                      <a:r>
                        <a:rPr sz="1800" b="0">
                          <a:solidFill>
                            <a:srgbClr val="142B36"/>
                          </a:solidFill>
                          <a:latin typeface="Arial"/>
                          <a:ea typeface="Arial"/>
                          <a:cs typeface="Arial"/>
                        </a:rPr>
                        <a:t>متابعة المعالجة</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إرشاد النتيجة</a:t>
                      </a:r>
                    </a:p>
                    <a:p>
                      <a:pPr algn="r"/>
                      <a:r>
                        <a:rPr sz="1800" b="0">
                          <a:solidFill>
                            <a:srgbClr val="142B36"/>
                          </a:solidFill>
                          <a:latin typeface="Arial"/>
                          <a:ea typeface="Arial"/>
                          <a:cs typeface="Arial"/>
                        </a:rPr>
                        <a:t>المستوردة</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عقد أهداف الأطراف</a:t>
                      </a:r>
                    </a:p>
                    <a:p>
                      <a:pPr algn="r"/>
                      <a:r>
                        <a:rPr sz="1800" b="0">
                          <a:solidFill>
                            <a:srgbClr val="142B36"/>
                          </a:solidFill>
                          <a:latin typeface="Arial"/>
                          <a:ea typeface="Arial"/>
                          <a:cs typeface="Arial"/>
                        </a:rPr>
                        <a:t>لم يُتحقق منه</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من أداة الفحص</a:t>
                      </a:r>
                    </a:p>
                    <a:p>
                      <a:pPr algn="r"/>
                      <a:r>
                        <a:rPr sz="1800" b="0">
                          <a:solidFill>
                            <a:srgbClr val="142B36"/>
                          </a:solidFill>
                          <a:latin typeface="Arial"/>
                          <a:ea typeface="Arial"/>
                          <a:cs typeface="Arial"/>
                        </a:rPr>
                        <a:t>المصدرة</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ctr"/>
                      <a:r>
                        <a:rPr sz="1800" b="0">
                          <a:solidFill>
                            <a:srgbClr val="142B36"/>
                          </a:solidFill>
                          <a:latin typeface="Arial"/>
                          <a:ea typeface="Arial"/>
                          <a:cs typeface="Arial"/>
                        </a:rPr>
                        <a:t>DefectDojo</a:t>
                      </a:r>
                    </a:p>
                    <a:p>
                      <a:pPr algn="ctr"/>
                      <a:r>
                        <a:rPr sz="1800" b="0">
                          <a:solidFill>
                            <a:srgbClr val="142B36"/>
                          </a:solidFill>
                          <a:latin typeface="Arial"/>
                          <a:ea typeface="Arial"/>
                          <a:cs typeface="Arial"/>
                        </a:rPr>
                        <a:t>OSS</a:t>
                      </a:r>
                    </a:p>
                  </a:txBody>
                  <a:tcPr marL="91440" marR="91440" marT="45720" marB="45720" anchor="ctr">
                    <a:lnR w="9525">
                      <a:solidFill>
                        <a:srgbClr val="D3D6D2"/>
                      </a:solidFill>
                    </a:lnR>
                    <a:lnB w="9525">
                      <a:solidFill>
                        <a:srgbClr val="D3D6D2"/>
                      </a:solidFill>
                    </a:lnB>
                    <a:solidFill>
                      <a:srgbClr val="F6F3EB"/>
                    </a:solidFill>
                  </a:tcPr>
                </a:tc>
              </a:tr>
              <a:tr h="0">
                <a:tc>
                  <a:txBody>
                    <a:bodyPr wrap="square" lIns="114300" tIns="114300" rIns="114300" bIns="114300">
                      <a:noAutofit/>
                    </a:bodyPr>
                    <a:lstStyle/>
                    <a:p>
                      <a:pPr algn="r"/>
                      <a:r>
                        <a:rPr sz="1800" b="0">
                          <a:solidFill>
                            <a:srgbClr val="142B36"/>
                          </a:solidFill>
                          <a:latin typeface="Arial"/>
                          <a:ea typeface="Arial"/>
                          <a:cs typeface="Arial"/>
                        </a:rPr>
                        <a:t>يدوي بعد المراجعة</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بحث محدود</a:t>
                      </a:r>
                    </a:p>
                    <a:p>
                      <a:pPr algn="r"/>
                      <a:r>
                        <a:rPr sz="1800" b="0">
                          <a:solidFill>
                            <a:srgbClr val="142B36"/>
                          </a:solidFill>
                          <a:latin typeface="Arial"/>
                          <a:ea typeface="Arial"/>
                          <a:cs typeface="Arial"/>
                        </a:rPr>
                        <a:t>وكلفة معلنة</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قائمة سماح ومنع</a:t>
                      </a:r>
                    </a:p>
                    <a:p>
                      <a:pPr algn="r"/>
                      <a:r>
                        <a:rPr sz="1800" b="0">
                          <a:solidFill>
                            <a:srgbClr val="142B36"/>
                          </a:solidFill>
                          <a:latin typeface="Arial"/>
                          <a:ea typeface="Arial"/>
                          <a:cs typeface="Arial"/>
                        </a:rPr>
                        <a:t>لكل طرف</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نموذج محلي</a:t>
                      </a:r>
                    </a:p>
                    <a:p>
                      <a:pPr algn="r"/>
                      <a:r>
                        <a:rPr sz="1800" b="0">
                          <a:solidFill>
                            <a:srgbClr val="142B36"/>
                          </a:solidFill>
                          <a:latin typeface="Arial"/>
                          <a:ea typeface="Arial"/>
                          <a:cs typeface="Arial"/>
                        </a:rPr>
                        <a:t>لتراكب الطبقات</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1800" b="0">
                          <a:solidFill>
                            <a:srgbClr val="142B36"/>
                          </a:solidFill>
                          <a:latin typeface="Arial"/>
                          <a:ea typeface="Arial"/>
                          <a:cs typeface="Arial"/>
                        </a:rPr>
                        <a:t>محركنا</a:t>
                      </a:r>
                    </a:p>
                    <a:p>
                      <a:pPr algn="r"/>
                      <a:r>
                        <a:rPr sz="1800" b="0">
                          <a:solidFill>
                            <a:srgbClr val="142B36"/>
                          </a:solidFill>
                          <a:latin typeface="Arial"/>
                          <a:ea typeface="Arial"/>
                          <a:cs typeface="Arial"/>
                        </a:rPr>
                        <a:t>نموذج محلي</a:t>
                      </a:r>
                    </a:p>
                  </a:txBody>
                  <a:tcPr marL="91440" marR="91440" marT="45720" marB="45720" anchor="ctr">
                    <a:lnR w="9525">
                      <a:solidFill>
                        <a:srgbClr val="D3D6D2"/>
                      </a:solidFill>
                    </a:lnR>
                    <a:lnB w="9525">
                      <a:solidFill>
                        <a:srgbClr val="D3D6D2"/>
                      </a:solidFill>
                    </a:lnB>
                    <a:solidFill>
                      <a:srgbClr val="F6F3EB"/>
                    </a:solidFill>
                  </a:tcPr>
                </a:tc>
              </a:tr>
            </a:tbl>
          </a:graphicData>
        </a:graphic>
      </p:graphicFrame>
      <p:sp>
        <p:nvSpPr>
          <p:cNvPr id="8" name="">
            <a:extLst xmlns:a="http://schemas.openxmlformats.org/drawingml/2006/main">
              <a:ext uri="{FF2B5EF4-FFF2-40B4-BE49-F238E27FC236}">
                <a16:creationId xmlns:a16="http://schemas.microsoft.com/office/drawing/2014/main" id="{79464AB1-53B6-40E9-ACA9-D970C11FA3D7}"/>
              </a:ext>
            </a:extLst>
          </p:cNvPr>
          <p:cNvSpPr>
            <a:spLocks xmlns:a="http://schemas.openxmlformats.org/drawingml/2006/main" noGrp="1"/>
          </p:cNvSpPr>
          <p:nvPr/>
        </p:nvSpPr>
        <p:spPr>
          <a:xfrm xmlns:a="http://schemas.openxmlformats.org/drawingml/2006/main">
            <a:off x="13832235" y="7581900"/>
            <a:ext cx="56004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المقارنة</a:t>
            </a:r>
          </a:p>
        </p:txBody>
      </p:sp>
      <p:sp>
        <p:nvSpPr>
          <p:cNvPr id="9" name="">
            <a:extLst xmlns:a="http://schemas.openxmlformats.org/drawingml/2006/main">
              <a:ext uri="{FF2B5EF4-FFF2-40B4-BE49-F238E27FC236}">
                <a16:creationId xmlns:a16="http://schemas.microsoft.com/office/drawing/2014/main" id="{D54A3505-A427-4B19-8C93-73A7EE13AC18}"/>
              </a:ext>
            </a:extLst>
          </p:cNvPr>
          <p:cNvSpPr>
            <a:spLocks xmlns:a="http://schemas.openxmlformats.org/drawingml/2006/main" noGrp="1"/>
          </p:cNvSpPr>
          <p:nvPr/>
        </p:nvSpPr>
        <p:spPr>
          <a:xfrm xmlns:a="http://schemas.openxmlformats.org/drawingml/2006/main">
            <a:off x="13080703" y="7581900"/>
            <a:ext cx="69019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للمسارات</a:t>
            </a:r>
          </a:p>
        </p:txBody>
      </p:sp>
      <p:sp>
        <p:nvSpPr>
          <p:cNvPr id="10" name="">
            <a:extLst xmlns:a="http://schemas.openxmlformats.org/drawingml/2006/main">
              <a:ext uri="{FF2B5EF4-FFF2-40B4-BE49-F238E27FC236}">
                <a16:creationId xmlns:a16="http://schemas.microsoft.com/office/drawing/2014/main" id="{A1FF5D99-17EE-4702-90BE-A47FD2C440D7}"/>
              </a:ext>
            </a:extLst>
          </p:cNvPr>
          <p:cNvSpPr>
            <a:spLocks xmlns:a="http://schemas.openxmlformats.org/drawingml/2006/main" noGrp="1"/>
          </p:cNvSpPr>
          <p:nvPr/>
        </p:nvSpPr>
        <p:spPr>
          <a:xfrm xmlns:a="http://schemas.openxmlformats.org/drawingml/2006/main">
            <a:off x="12296244" y="7581900"/>
            <a:ext cx="72311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المراجعة؛</a:t>
            </a:r>
          </a:p>
        </p:txBody>
      </p:sp>
      <p:sp>
        <p:nvSpPr>
          <p:cNvPr id="11" name="">
            <a:extLst xmlns:a="http://schemas.openxmlformats.org/drawingml/2006/main">
              <a:ext uri="{FF2B5EF4-FFF2-40B4-BE49-F238E27FC236}">
                <a16:creationId xmlns:a16="http://schemas.microsoft.com/office/drawing/2014/main" id="{E6D87F44-32E6-41CA-90C7-2E7A84578A79}"/>
              </a:ext>
            </a:extLst>
          </p:cNvPr>
          <p:cNvSpPr>
            <a:spLocks xmlns:a="http://schemas.openxmlformats.org/drawingml/2006/main" noGrp="1"/>
          </p:cNvSpPr>
          <p:nvPr/>
        </p:nvSpPr>
        <p:spPr>
          <a:xfrm xmlns:a="http://schemas.openxmlformats.org/drawingml/2006/main">
            <a:off x="11453518" y="7581900"/>
            <a:ext cx="78138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التخصيص</a:t>
            </a:r>
          </a:p>
        </p:txBody>
      </p:sp>
      <p:sp>
        <p:nvSpPr>
          <p:cNvPr id="12" name="">
            <a:extLst xmlns:a="http://schemas.openxmlformats.org/drawingml/2006/main">
              <a:ext uri="{FF2B5EF4-FFF2-40B4-BE49-F238E27FC236}">
                <a16:creationId xmlns:a16="http://schemas.microsoft.com/office/drawing/2014/main" id="{8D8E71D6-A808-47D4-BE76-0AD23F7226AC}"/>
              </a:ext>
            </a:extLst>
          </p:cNvPr>
          <p:cNvSpPr>
            <a:spLocks xmlns:a="http://schemas.openxmlformats.org/drawingml/2006/main" noGrp="1"/>
          </p:cNvSpPr>
          <p:nvPr/>
        </p:nvSpPr>
        <p:spPr>
          <a:xfrm xmlns:a="http://schemas.openxmlformats.org/drawingml/2006/main">
            <a:off x="10992201" y="7581900"/>
            <a:ext cx="39997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ممكن</a:t>
            </a:r>
          </a:p>
        </p:txBody>
      </p:sp>
      <p:sp>
        <p:nvSpPr>
          <p:cNvPr id="13" name="">
            <a:extLst xmlns:a="http://schemas.openxmlformats.org/drawingml/2006/main">
              <a:ext uri="{FF2B5EF4-FFF2-40B4-BE49-F238E27FC236}">
                <a16:creationId xmlns:a16="http://schemas.microsoft.com/office/drawing/2014/main" id="{D1CCA03D-3333-4775-8DD1-52DAB9A14B34}"/>
              </a:ext>
            </a:extLst>
          </p:cNvPr>
          <p:cNvSpPr>
            <a:spLocks xmlns:a="http://schemas.openxmlformats.org/drawingml/2006/main" noGrp="1"/>
          </p:cNvSpPr>
          <p:nvPr/>
        </p:nvSpPr>
        <p:spPr>
          <a:xfrm xmlns:a="http://schemas.openxmlformats.org/drawingml/2006/main">
            <a:off x="10380308" y="7581900"/>
            <a:ext cx="55055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والتفوق</a:t>
            </a:r>
          </a:p>
        </p:txBody>
      </p:sp>
      <p:sp>
        <p:nvSpPr>
          <p:cNvPr id="14" name="">
            <a:extLst xmlns:a="http://schemas.openxmlformats.org/drawingml/2006/main">
              <a:ext uri="{FF2B5EF4-FFF2-40B4-BE49-F238E27FC236}">
                <a16:creationId xmlns:a16="http://schemas.microsoft.com/office/drawing/2014/main" id="{65D0EB41-8F34-4E76-B550-68BAE2FD4FC6}"/>
              </a:ext>
            </a:extLst>
          </p:cNvPr>
          <p:cNvSpPr>
            <a:spLocks xmlns:a="http://schemas.openxmlformats.org/drawingml/2006/main" noGrp="1"/>
          </p:cNvSpPr>
          <p:nvPr/>
        </p:nvSpPr>
        <p:spPr>
          <a:xfrm xmlns:a="http://schemas.openxmlformats.org/drawingml/2006/main">
            <a:off x="9824448" y="7581900"/>
            <a:ext cx="49451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المقاس</a:t>
            </a:r>
          </a:p>
        </p:txBody>
      </p:sp>
      <p:sp>
        <p:nvSpPr>
          <p:cNvPr id="15" name="">
            <a:extLst xmlns:a="http://schemas.openxmlformats.org/drawingml/2006/main">
              <a:ext uri="{FF2B5EF4-FFF2-40B4-BE49-F238E27FC236}">
                <a16:creationId xmlns:a16="http://schemas.microsoft.com/office/drawing/2014/main" id="{E3892C40-E638-404D-BA24-C2630AC010AE}"/>
              </a:ext>
            </a:extLst>
          </p:cNvPr>
          <p:cNvSpPr>
            <a:spLocks xmlns:a="http://schemas.openxmlformats.org/drawingml/2006/main" noGrp="1"/>
          </p:cNvSpPr>
          <p:nvPr/>
        </p:nvSpPr>
        <p:spPr>
          <a:xfrm xmlns:a="http://schemas.openxmlformats.org/drawingml/2006/main">
            <a:off x="9629013" y="7581900"/>
            <a:ext cx="13409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لم</a:t>
            </a:r>
          </a:p>
        </p:txBody>
      </p:sp>
      <p:sp>
        <p:nvSpPr>
          <p:cNvPr id="16" name="">
            <a:extLst xmlns:a="http://schemas.openxmlformats.org/drawingml/2006/main">
              <a:ext uri="{FF2B5EF4-FFF2-40B4-BE49-F238E27FC236}">
                <a16:creationId xmlns:a16="http://schemas.microsoft.com/office/drawing/2014/main" id="{05FC3210-28D9-4383-A2B1-30C01FD3D45F}"/>
              </a:ext>
            </a:extLst>
          </p:cNvPr>
          <p:cNvSpPr>
            <a:spLocks xmlns:a="http://schemas.openxmlformats.org/drawingml/2006/main" noGrp="1"/>
          </p:cNvSpPr>
          <p:nvPr/>
        </p:nvSpPr>
        <p:spPr>
          <a:xfrm xmlns:a="http://schemas.openxmlformats.org/drawingml/2006/main">
            <a:off x="9227637" y="7581900"/>
            <a:ext cx="34003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يثبت</a:t>
            </a:r>
          </a:p>
        </p:txBody>
      </p:sp>
    </p:spTree>
    <p:extLst>
      <p:ext uri="{BB962C8B-B14F-4D97-AF65-F5344CB8AC3E}">
        <p14:creationId xmlns:p14="http://schemas.microsoft.com/office/powerpoint/2010/main" val="1077994306"/>
      </p:ext>
    </p:extLst>
  </p:cSld>
</p:sld>
</file>

<file path=ppt/slides/slide12.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9FA22FE-C6F8-4E8E-8199-D7CAA577418B}"/>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9A501F64-2F73-44D7-BF5B-DAEA72644687}"/>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12 / 21</a:t>
            </a:r>
          </a:p>
        </p:txBody>
      </p:sp>
      <p:pic>
        <p:nvPicPr>
          <p:cNvPr id="4" name="">
            <a:extLst xmlns:a="http://schemas.openxmlformats.org/drawingml/2006/main">
              <a:ext uri="{FF2B5EF4-FFF2-40B4-BE49-F238E27FC236}">
                <a16:creationId xmlns:a16="http://schemas.microsoft.com/office/drawing/2014/main" id="{CD7AE5D1-3082-4EC3-A76D-A542CD8AE706}"/>
              </a:ext>
            </a:extLst>
          </p:cNvPr>
          <p:cNvPicPr>
            <a:picLocks xmlns:a="http://schemas.openxmlformats.org/drawingml/2006/main" noChangeAspect="1"/>
          </p:cNvPicPr>
          <p:nvPr/>
        </p:nvPicPr>
        <p:blipFill>
          <a:blip xmlns:r="http://schemas.openxmlformats.org/officeDocument/2006/relationships" xmlns:a="http://schemas.openxmlformats.org/drawingml/2006/main" r:embed="R9c6e1c34c1564344"/>
          <a:stretch xmlns:a="http://schemas.openxmlformats.org/drawingml/2006/main"/>
        </p:blipFill>
        <p:spPr>
          <a:xfrm xmlns:a="http://schemas.openxmlformats.org/drawingml/2006/main">
            <a:off x="619125" y="2571750"/>
            <a:ext cx="4572000" cy="457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6C077E3-4B21-47AC-8C65-ED1A90FA7B17}"/>
              </a:ext>
            </a:extLst>
          </p:cNvPr>
          <p:cNvSpPr>
            <a:spLocks xmlns:a="http://schemas.openxmlformats.org/drawingml/2006/main" noGrp="1"/>
          </p:cNvSpPr>
          <p:nvPr/>
        </p:nvSpPr>
        <p:spPr>
          <a:xfrm xmlns:a="http://schemas.openxmlformats.org/drawingml/2006/main">
            <a:off x="4632210" y="7239000"/>
            <a:ext cx="31413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نمنع</a:t>
            </a:r>
          </a:p>
        </p:txBody>
      </p:sp>
      <p:sp>
        <p:nvSpPr>
          <p:cNvPr id="6" name="">
            <a:extLst xmlns:a="http://schemas.openxmlformats.org/drawingml/2006/main">
              <a:ext uri="{FF2B5EF4-FFF2-40B4-BE49-F238E27FC236}">
                <a16:creationId xmlns:a16="http://schemas.microsoft.com/office/drawing/2014/main" id="{DF4D615A-8F8C-4E94-BE8A-4F263EFA2815}"/>
              </a:ext>
            </a:extLst>
          </p:cNvPr>
          <p:cNvSpPr>
            <a:spLocks xmlns:a="http://schemas.openxmlformats.org/drawingml/2006/main" noGrp="1"/>
          </p:cNvSpPr>
          <p:nvPr/>
        </p:nvSpPr>
        <p:spPr>
          <a:xfrm xmlns:a="http://schemas.openxmlformats.org/drawingml/2006/main">
            <a:off x="4225476" y="7239000"/>
            <a:ext cx="34539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الدفع</a:t>
            </a:r>
          </a:p>
        </p:txBody>
      </p:sp>
      <p:sp>
        <p:nvSpPr>
          <p:cNvPr id="7" name="">
            <a:extLst xmlns:a="http://schemas.openxmlformats.org/drawingml/2006/main">
              <a:ext uri="{FF2B5EF4-FFF2-40B4-BE49-F238E27FC236}">
                <a16:creationId xmlns:a16="http://schemas.microsoft.com/office/drawing/2014/main" id="{2719A897-32B4-4819-B6B6-1E005A0BD267}"/>
              </a:ext>
            </a:extLst>
          </p:cNvPr>
          <p:cNvSpPr>
            <a:spLocks xmlns:a="http://schemas.openxmlformats.org/drawingml/2006/main" noGrp="1"/>
          </p:cNvSpPr>
          <p:nvPr/>
        </p:nvSpPr>
        <p:spPr>
          <a:xfrm xmlns:a="http://schemas.openxmlformats.org/drawingml/2006/main">
            <a:off x="3620950" y="7239000"/>
            <a:ext cx="54318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القسري</a:t>
            </a:r>
          </a:p>
        </p:txBody>
      </p:sp>
      <p:sp>
        <p:nvSpPr>
          <p:cNvPr id="8" name="">
            <a:extLst xmlns:a="http://schemas.openxmlformats.org/drawingml/2006/main">
              <a:ext uri="{FF2B5EF4-FFF2-40B4-BE49-F238E27FC236}">
                <a16:creationId xmlns:a16="http://schemas.microsoft.com/office/drawing/2014/main" id="{34266F04-B720-4BDA-9EEA-0EFA0E1435AC}"/>
              </a:ext>
            </a:extLst>
          </p:cNvPr>
          <p:cNvSpPr>
            <a:spLocks xmlns:a="http://schemas.openxmlformats.org/drawingml/2006/main" noGrp="1"/>
          </p:cNvSpPr>
          <p:nvPr/>
        </p:nvSpPr>
        <p:spPr>
          <a:xfrm xmlns:a="http://schemas.openxmlformats.org/drawingml/2006/main">
            <a:off x="3077815" y="7239000"/>
            <a:ext cx="48179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لطرف</a:t>
            </a:r>
          </a:p>
        </p:txBody>
      </p:sp>
      <p:sp>
        <p:nvSpPr>
          <p:cNvPr id="9" name="">
            <a:extLst xmlns:a="http://schemas.openxmlformats.org/drawingml/2006/main">
              <a:ext uri="{FF2B5EF4-FFF2-40B4-BE49-F238E27FC236}">
                <a16:creationId xmlns:a16="http://schemas.microsoft.com/office/drawing/2014/main" id="{97E57343-9B81-4F15-8530-E100811F7ECA}"/>
              </a:ext>
            </a:extLst>
          </p:cNvPr>
          <p:cNvSpPr>
            <a:spLocks xmlns:a="http://schemas.openxmlformats.org/drawingml/2006/main" noGrp="1"/>
          </p:cNvSpPr>
          <p:nvPr/>
        </p:nvSpPr>
        <p:spPr>
          <a:xfrm xmlns:a="http://schemas.openxmlformats.org/drawingml/2006/main">
            <a:off x="2452527" y="7239000"/>
            <a:ext cx="56394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ونحفظه</a:t>
            </a:r>
          </a:p>
        </p:txBody>
      </p:sp>
      <p:sp>
        <p:nvSpPr>
          <p:cNvPr id="10" name="">
            <a:extLst xmlns:a="http://schemas.openxmlformats.org/drawingml/2006/main">
              <a:ext uri="{FF2B5EF4-FFF2-40B4-BE49-F238E27FC236}">
                <a16:creationId xmlns:a16="http://schemas.microsoft.com/office/drawing/2014/main" id="{205B1B1E-82FD-45E0-BAA9-622DEB814485}"/>
              </a:ext>
            </a:extLst>
          </p:cNvPr>
          <p:cNvSpPr>
            <a:spLocks xmlns:a="http://schemas.openxmlformats.org/drawingml/2006/main" noGrp="1"/>
          </p:cNvSpPr>
          <p:nvPr/>
        </p:nvSpPr>
        <p:spPr>
          <a:xfrm xmlns:a="http://schemas.openxmlformats.org/drawingml/2006/main">
            <a:off x="1862065" y="7239000"/>
            <a:ext cx="52912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للطرف</a:t>
            </a:r>
          </a:p>
        </p:txBody>
      </p:sp>
      <p:sp>
        <p:nvSpPr>
          <p:cNvPr id="11" name="">
            <a:extLst xmlns:a="http://schemas.openxmlformats.org/drawingml/2006/main">
              <a:ext uri="{FF2B5EF4-FFF2-40B4-BE49-F238E27FC236}">
                <a16:creationId xmlns:a16="http://schemas.microsoft.com/office/drawing/2014/main" id="{BBAA5745-0FB6-4190-86E3-628249388ECE}"/>
              </a:ext>
            </a:extLst>
          </p:cNvPr>
          <p:cNvSpPr>
            <a:spLocks xmlns:a="http://schemas.openxmlformats.org/drawingml/2006/main" noGrp="1"/>
          </p:cNvSpPr>
          <p:nvPr/>
        </p:nvSpPr>
        <p:spPr>
          <a:xfrm xmlns:a="http://schemas.openxmlformats.org/drawingml/2006/main">
            <a:off x="1172594" y="7239000"/>
            <a:ext cx="62812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المصرح</a:t>
            </a:r>
          </a:p>
        </p:txBody>
      </p:sp>
      <p:sp>
        <p:nvSpPr>
          <p:cNvPr id="12" name="">
            <a:extLst xmlns:a="http://schemas.openxmlformats.org/drawingml/2006/main">
              <a:ext uri="{FF2B5EF4-FFF2-40B4-BE49-F238E27FC236}">
                <a16:creationId xmlns:a16="http://schemas.microsoft.com/office/drawing/2014/main" id="{ACDFE1A2-E0CC-4DD9-898C-ADF137DBC4A4}"/>
              </a:ext>
            </a:extLst>
          </p:cNvPr>
          <p:cNvSpPr>
            <a:spLocks xmlns:a="http://schemas.openxmlformats.org/drawingml/2006/main" noGrp="1"/>
          </p:cNvSpPr>
          <p:nvPr/>
        </p:nvSpPr>
        <p:spPr>
          <a:xfrm xmlns:a="http://schemas.openxmlformats.org/drawingml/2006/main">
            <a:off x="968676" y="7239000"/>
            <a:ext cx="14257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له</a:t>
            </a:r>
          </a:p>
        </p:txBody>
      </p:sp>
      <p:sp>
        <p:nvSpPr>
          <p:cNvPr id="13" name="">
            <a:extLst xmlns:a="http://schemas.openxmlformats.org/drawingml/2006/main">
              <a:ext uri="{FF2B5EF4-FFF2-40B4-BE49-F238E27FC236}">
                <a16:creationId xmlns:a16="http://schemas.microsoft.com/office/drawing/2014/main" id="{6DF1D2D1-4B90-4D22-9244-3BFAFAC3D88C}"/>
              </a:ext>
            </a:extLst>
          </p:cNvPr>
          <p:cNvSpPr>
            <a:spLocks xmlns:a="http://schemas.openxmlformats.org/drawingml/2006/main" noGrp="1"/>
          </p:cNvSpPr>
          <p:nvPr/>
        </p:nvSpPr>
        <p:spPr>
          <a:xfrm xmlns:a="http://schemas.openxmlformats.org/drawingml/2006/main">
            <a:off x="13617866" y="3857625"/>
            <a:ext cx="77440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المؤسسة</a:t>
            </a:r>
          </a:p>
        </p:txBody>
      </p:sp>
      <p:sp>
        <p:nvSpPr>
          <p:cNvPr id="14" name="">
            <a:extLst xmlns:a="http://schemas.openxmlformats.org/drawingml/2006/main">
              <a:ext uri="{FF2B5EF4-FFF2-40B4-BE49-F238E27FC236}">
                <a16:creationId xmlns:a16="http://schemas.microsoft.com/office/drawing/2014/main" id="{3E7C4652-5201-4860-8993-2348F4F80878}"/>
              </a:ext>
            </a:extLst>
          </p:cNvPr>
          <p:cNvSpPr>
            <a:spLocks xmlns:a="http://schemas.openxmlformats.org/drawingml/2006/main" noGrp="1"/>
          </p:cNvSpPr>
          <p:nvPr/>
        </p:nvSpPr>
        <p:spPr>
          <a:xfrm xmlns:a="http://schemas.openxmlformats.org/drawingml/2006/main">
            <a:off x="13115309" y="3857625"/>
            <a:ext cx="4235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تحدد</a:t>
            </a:r>
          </a:p>
        </p:txBody>
      </p:sp>
      <p:sp>
        <p:nvSpPr>
          <p:cNvPr id="15" name="">
            <a:extLst xmlns:a="http://schemas.openxmlformats.org/drawingml/2006/main">
              <a:ext uri="{FF2B5EF4-FFF2-40B4-BE49-F238E27FC236}">
                <a16:creationId xmlns:a16="http://schemas.microsoft.com/office/drawing/2014/main" id="{1BB4539A-45F9-4445-BFB3-498997A73FAB}"/>
              </a:ext>
            </a:extLst>
          </p:cNvPr>
          <p:cNvSpPr>
            <a:spLocks xmlns:a="http://schemas.openxmlformats.org/drawingml/2006/main" noGrp="1"/>
          </p:cNvSpPr>
          <p:nvPr/>
        </p:nvSpPr>
        <p:spPr>
          <a:xfrm xmlns:a="http://schemas.openxmlformats.org/drawingml/2006/main">
            <a:off x="12848552" y="3857625"/>
            <a:ext cx="1877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ما</a:t>
            </a:r>
          </a:p>
        </p:txBody>
      </p:sp>
      <p:sp>
        <p:nvSpPr>
          <p:cNvPr id="16" name="">
            <a:extLst xmlns:a="http://schemas.openxmlformats.org/drawingml/2006/main">
              <a:ext uri="{FF2B5EF4-FFF2-40B4-BE49-F238E27FC236}">
                <a16:creationId xmlns:a16="http://schemas.microsoft.com/office/drawing/2014/main" id="{13164A6D-AEB2-4A3E-8273-7BD5F5EA4B37}"/>
              </a:ext>
            </a:extLst>
          </p:cNvPr>
          <p:cNvSpPr>
            <a:spLocks xmlns:a="http://schemas.openxmlformats.org/drawingml/2006/main" noGrp="1"/>
          </p:cNvSpPr>
          <p:nvPr/>
        </p:nvSpPr>
        <p:spPr>
          <a:xfrm xmlns:a="http://schemas.openxmlformats.org/drawingml/2006/main">
            <a:off x="12275673" y="3857625"/>
            <a:ext cx="49382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يسمح</a:t>
            </a:r>
          </a:p>
        </p:txBody>
      </p:sp>
      <p:sp>
        <p:nvSpPr>
          <p:cNvPr id="17" name="">
            <a:extLst xmlns:a="http://schemas.openxmlformats.org/drawingml/2006/main">
              <a:ext uri="{FF2B5EF4-FFF2-40B4-BE49-F238E27FC236}">
                <a16:creationId xmlns:a16="http://schemas.microsoft.com/office/drawing/2014/main" id="{24DED0CC-1960-4403-8E2D-E93E3A543927}"/>
              </a:ext>
            </a:extLst>
          </p:cNvPr>
          <p:cNvSpPr>
            <a:spLocks xmlns:a="http://schemas.openxmlformats.org/drawingml/2006/main" noGrp="1"/>
          </p:cNvSpPr>
          <p:nvPr/>
        </p:nvSpPr>
        <p:spPr>
          <a:xfrm xmlns:a="http://schemas.openxmlformats.org/drawingml/2006/main">
            <a:off x="12010171" y="3857625"/>
            <a:ext cx="18644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به</a:t>
            </a:r>
          </a:p>
        </p:txBody>
      </p:sp>
      <p:sp>
        <p:nvSpPr>
          <p:cNvPr id="18" name="">
            <a:extLst xmlns:a="http://schemas.openxmlformats.org/drawingml/2006/main">
              <a:ext uri="{FF2B5EF4-FFF2-40B4-BE49-F238E27FC236}">
                <a16:creationId xmlns:a16="http://schemas.microsoft.com/office/drawing/2014/main" id="{CCA1AA59-4CDE-4BEF-BA3C-E0E065A7F6F0}"/>
              </a:ext>
            </a:extLst>
          </p:cNvPr>
          <p:cNvSpPr>
            <a:spLocks xmlns:a="http://schemas.openxmlformats.org/drawingml/2006/main" noGrp="1"/>
          </p:cNvSpPr>
          <p:nvPr/>
        </p:nvSpPr>
        <p:spPr>
          <a:xfrm xmlns:a="http://schemas.openxmlformats.org/drawingml/2006/main">
            <a:off x="11619933" y="3857625"/>
            <a:ext cx="31118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وما</a:t>
            </a:r>
          </a:p>
        </p:txBody>
      </p:sp>
      <p:sp>
        <p:nvSpPr>
          <p:cNvPr id="19" name="">
            <a:extLst xmlns:a="http://schemas.openxmlformats.org/drawingml/2006/main">
              <a:ext uri="{FF2B5EF4-FFF2-40B4-BE49-F238E27FC236}">
                <a16:creationId xmlns:a16="http://schemas.microsoft.com/office/drawing/2014/main" id="{C1717768-9BCA-4817-8BE5-15412EDEBE0D}"/>
              </a:ext>
            </a:extLst>
          </p:cNvPr>
          <p:cNvSpPr>
            <a:spLocks xmlns:a="http://schemas.openxmlformats.org/drawingml/2006/main" noGrp="1"/>
          </p:cNvSpPr>
          <p:nvPr/>
        </p:nvSpPr>
        <p:spPr>
          <a:xfrm xmlns:a="http://schemas.openxmlformats.org/drawingml/2006/main">
            <a:off x="11150583" y="3857625"/>
            <a:ext cx="39029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يمنع</a:t>
            </a:r>
          </a:p>
        </p:txBody>
      </p:sp>
      <p:sp>
        <p:nvSpPr>
          <p:cNvPr id="20" name="">
            <a:extLst xmlns:a="http://schemas.openxmlformats.org/drawingml/2006/main">
              <a:ext uri="{FF2B5EF4-FFF2-40B4-BE49-F238E27FC236}">
                <a16:creationId xmlns:a16="http://schemas.microsoft.com/office/drawing/2014/main" id="{8BDC0D21-F369-4439-861B-A100391C9C9C}"/>
              </a:ext>
            </a:extLst>
          </p:cNvPr>
          <p:cNvSpPr>
            <a:spLocks xmlns:a="http://schemas.openxmlformats.org/drawingml/2006/main" noGrp="1"/>
          </p:cNvSpPr>
          <p:nvPr/>
        </p:nvSpPr>
        <p:spPr>
          <a:xfrm xmlns:a="http://schemas.openxmlformats.org/drawingml/2006/main">
            <a:off x="10745554" y="3857625"/>
            <a:ext cx="32597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لكل</a:t>
            </a:r>
          </a:p>
        </p:txBody>
      </p:sp>
      <p:sp>
        <p:nvSpPr>
          <p:cNvPr id="21" name="">
            <a:extLst xmlns:a="http://schemas.openxmlformats.org/drawingml/2006/main">
              <a:ext uri="{FF2B5EF4-FFF2-40B4-BE49-F238E27FC236}">
                <a16:creationId xmlns:a16="http://schemas.microsoft.com/office/drawing/2014/main" id="{788F68FB-E568-4D9A-8C77-08CA4E936360}"/>
              </a:ext>
            </a:extLst>
          </p:cNvPr>
          <p:cNvSpPr>
            <a:spLocks xmlns:a="http://schemas.openxmlformats.org/drawingml/2006/main" noGrp="1"/>
          </p:cNvSpPr>
          <p:nvPr/>
        </p:nvSpPr>
        <p:spPr>
          <a:xfrm xmlns:a="http://schemas.openxmlformats.org/drawingml/2006/main">
            <a:off x="10125795" y="3857625"/>
            <a:ext cx="540702"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طرف</a:t>
            </a:r>
          </a:p>
        </p:txBody>
      </p:sp>
      <p:sp>
        <p:nvSpPr>
          <p:cNvPr id="22" name="">
            <a:extLst xmlns:a="http://schemas.openxmlformats.org/drawingml/2006/main">
              <a:ext uri="{FF2B5EF4-FFF2-40B4-BE49-F238E27FC236}">
                <a16:creationId xmlns:a16="http://schemas.microsoft.com/office/drawing/2014/main" id="{34FE1CE9-A935-4E10-93DF-5C37057532D3}"/>
              </a:ext>
            </a:extLst>
          </p:cNvPr>
          <p:cNvSpPr>
            <a:spLocks xmlns:a="http://schemas.openxmlformats.org/drawingml/2006/main" noGrp="1"/>
          </p:cNvSpPr>
          <p:nvPr/>
        </p:nvSpPr>
        <p:spPr>
          <a:xfrm xmlns:a="http://schemas.openxmlformats.org/drawingml/2006/main">
            <a:off x="13689025" y="4519613"/>
            <a:ext cx="70325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المحرك</a:t>
            </a:r>
          </a:p>
        </p:txBody>
      </p:sp>
      <p:sp>
        <p:nvSpPr>
          <p:cNvPr id="23" name="">
            <a:extLst xmlns:a="http://schemas.openxmlformats.org/drawingml/2006/main">
              <a:ext uri="{FF2B5EF4-FFF2-40B4-BE49-F238E27FC236}">
                <a16:creationId xmlns:a16="http://schemas.microsoft.com/office/drawing/2014/main" id="{9FAE02EF-80F5-4573-AD66-907262991CEE}"/>
              </a:ext>
            </a:extLst>
          </p:cNvPr>
          <p:cNvSpPr>
            <a:spLocks xmlns:a="http://schemas.openxmlformats.org/drawingml/2006/main" noGrp="1"/>
          </p:cNvSpPr>
          <p:nvPr/>
        </p:nvSpPr>
        <p:spPr>
          <a:xfrm xmlns:a="http://schemas.openxmlformats.org/drawingml/2006/main">
            <a:off x="13023780" y="4519613"/>
            <a:ext cx="58618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يحسب</a:t>
            </a:r>
          </a:p>
        </p:txBody>
      </p:sp>
      <p:sp>
        <p:nvSpPr>
          <p:cNvPr id="24" name="">
            <a:extLst xmlns:a="http://schemas.openxmlformats.org/drawingml/2006/main">
              <a:ext uri="{FF2B5EF4-FFF2-40B4-BE49-F238E27FC236}">
                <a16:creationId xmlns:a16="http://schemas.microsoft.com/office/drawing/2014/main" id="{B18BCD51-6F6E-4B12-9113-196E20228EE7}"/>
              </a:ext>
            </a:extLst>
          </p:cNvPr>
          <p:cNvSpPr>
            <a:spLocks xmlns:a="http://schemas.openxmlformats.org/drawingml/2006/main" noGrp="1"/>
          </p:cNvSpPr>
          <p:nvPr/>
        </p:nvSpPr>
        <p:spPr>
          <a:xfrm xmlns:a="http://schemas.openxmlformats.org/drawingml/2006/main">
            <a:off x="12666610" y="4519613"/>
            <a:ext cx="27811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أثر</a:t>
            </a:r>
          </a:p>
        </p:txBody>
      </p:sp>
      <p:sp>
        <p:nvSpPr>
          <p:cNvPr id="25" name="">
            <a:extLst xmlns:a="http://schemas.openxmlformats.org/drawingml/2006/main">
              <a:ext uri="{FF2B5EF4-FFF2-40B4-BE49-F238E27FC236}">
                <a16:creationId xmlns:a16="http://schemas.microsoft.com/office/drawing/2014/main" id="{74D96570-DCD2-4494-A200-AC54174AE2A0}"/>
              </a:ext>
            </a:extLst>
          </p:cNvPr>
          <p:cNvSpPr>
            <a:spLocks xmlns:a="http://schemas.openxmlformats.org/drawingml/2006/main" noGrp="1"/>
          </p:cNvSpPr>
          <p:nvPr/>
        </p:nvSpPr>
        <p:spPr>
          <a:xfrm xmlns:a="http://schemas.openxmlformats.org/drawingml/2006/main">
            <a:off x="11955321" y="4519613"/>
            <a:ext cx="63223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القواعد</a:t>
            </a:r>
          </a:p>
        </p:txBody>
      </p:sp>
      <p:sp>
        <p:nvSpPr>
          <p:cNvPr id="26" name="">
            <a:extLst xmlns:a="http://schemas.openxmlformats.org/drawingml/2006/main">
              <a:ext uri="{FF2B5EF4-FFF2-40B4-BE49-F238E27FC236}">
                <a16:creationId xmlns:a16="http://schemas.microsoft.com/office/drawing/2014/main" id="{BE5C2D83-1A57-4BB6-804F-B3540AA5DC77}"/>
              </a:ext>
            </a:extLst>
          </p:cNvPr>
          <p:cNvSpPr>
            <a:spLocks xmlns:a="http://schemas.openxmlformats.org/drawingml/2006/main" noGrp="1"/>
          </p:cNvSpPr>
          <p:nvPr/>
        </p:nvSpPr>
        <p:spPr>
          <a:xfrm xmlns:a="http://schemas.openxmlformats.org/drawingml/2006/main">
            <a:off x="11077717" y="4519613"/>
            <a:ext cx="79854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المتراكبة</a:t>
            </a:r>
          </a:p>
        </p:txBody>
      </p:sp>
      <p:sp>
        <p:nvSpPr>
          <p:cNvPr id="27" name="">
            <a:extLst xmlns:a="http://schemas.openxmlformats.org/drawingml/2006/main">
              <a:ext uri="{FF2B5EF4-FFF2-40B4-BE49-F238E27FC236}">
                <a16:creationId xmlns:a16="http://schemas.microsoft.com/office/drawing/2014/main" id="{69FD7043-6350-4C26-8CB0-326D6F45539D}"/>
              </a:ext>
            </a:extLst>
          </p:cNvPr>
          <p:cNvSpPr>
            <a:spLocks xmlns:a="http://schemas.openxmlformats.org/drawingml/2006/main" noGrp="1"/>
          </p:cNvSpPr>
          <p:nvPr/>
        </p:nvSpPr>
        <p:spPr>
          <a:xfrm xmlns:a="http://schemas.openxmlformats.org/drawingml/2006/main">
            <a:off x="9843623" y="4519613"/>
            <a:ext cx="115503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والاستثناءات</a:t>
            </a:r>
          </a:p>
        </p:txBody>
      </p:sp>
      <p:sp>
        <p:nvSpPr>
          <p:cNvPr id="28" name="">
            <a:extLst xmlns:a="http://schemas.openxmlformats.org/drawingml/2006/main">
              <a:ext uri="{FF2B5EF4-FFF2-40B4-BE49-F238E27FC236}">
                <a16:creationId xmlns:a16="http://schemas.microsoft.com/office/drawing/2014/main" id="{83B7D4F0-0944-4A39-9B58-B6F809E0A240}"/>
              </a:ext>
            </a:extLst>
          </p:cNvPr>
          <p:cNvSpPr>
            <a:spLocks xmlns:a="http://schemas.openxmlformats.org/drawingml/2006/main" noGrp="1"/>
          </p:cNvSpPr>
          <p:nvPr/>
        </p:nvSpPr>
        <p:spPr>
          <a:xfrm xmlns:a="http://schemas.openxmlformats.org/drawingml/2006/main">
            <a:off x="13783066" y="5181600"/>
            <a:ext cx="60920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يرفض</a:t>
            </a:r>
          </a:p>
        </p:txBody>
      </p:sp>
      <p:sp>
        <p:nvSpPr>
          <p:cNvPr id="29" name="">
            <a:extLst xmlns:a="http://schemas.openxmlformats.org/drawingml/2006/main">
              <a:ext uri="{FF2B5EF4-FFF2-40B4-BE49-F238E27FC236}">
                <a16:creationId xmlns:a16="http://schemas.microsoft.com/office/drawing/2014/main" id="{E26F2A94-06AE-4CF3-A8F1-8A2E8173D9AA}"/>
              </a:ext>
            </a:extLst>
          </p:cNvPr>
          <p:cNvSpPr>
            <a:spLocks xmlns:a="http://schemas.openxmlformats.org/drawingml/2006/main" noGrp="1"/>
          </p:cNvSpPr>
          <p:nvPr/>
        </p:nvSpPr>
        <p:spPr>
          <a:xfrm xmlns:a="http://schemas.openxmlformats.org/drawingml/2006/main">
            <a:off x="13092427" y="5181600"/>
            <a:ext cx="61158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الخطط</a:t>
            </a:r>
          </a:p>
        </p:txBody>
      </p:sp>
      <p:sp>
        <p:nvSpPr>
          <p:cNvPr id="30" name="">
            <a:extLst xmlns:a="http://schemas.openxmlformats.org/drawingml/2006/main">
              <a:ext uri="{FF2B5EF4-FFF2-40B4-BE49-F238E27FC236}">
                <a16:creationId xmlns:a16="http://schemas.microsoft.com/office/drawing/2014/main" id="{55C6C405-BB1C-4215-B146-1B1617984F11}"/>
              </a:ext>
            </a:extLst>
          </p:cNvPr>
          <p:cNvSpPr>
            <a:spLocks xmlns:a="http://schemas.openxmlformats.org/drawingml/2006/main" noGrp="1"/>
          </p:cNvSpPr>
          <p:nvPr/>
        </p:nvSpPr>
        <p:spPr>
          <a:xfrm xmlns:a="http://schemas.openxmlformats.org/drawingml/2006/main">
            <a:off x="12647633" y="5181600"/>
            <a:ext cx="36573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التي</a:t>
            </a:r>
          </a:p>
        </p:txBody>
      </p:sp>
      <p:sp>
        <p:nvSpPr>
          <p:cNvPr id="31" name="">
            <a:extLst xmlns:a="http://schemas.openxmlformats.org/drawingml/2006/main">
              <a:ext uri="{FF2B5EF4-FFF2-40B4-BE49-F238E27FC236}">
                <a16:creationId xmlns:a16="http://schemas.microsoft.com/office/drawing/2014/main" id="{550D0E4A-27F6-44AC-B9F5-5C28CA6175AB}"/>
              </a:ext>
            </a:extLst>
          </p:cNvPr>
          <p:cNvSpPr>
            <a:spLocks xmlns:a="http://schemas.openxmlformats.org/drawingml/2006/main" noGrp="1"/>
          </p:cNvSpPr>
          <p:nvPr/>
        </p:nvSpPr>
        <p:spPr>
          <a:xfrm xmlns:a="http://schemas.openxmlformats.org/drawingml/2006/main">
            <a:off x="11987830" y="5181600"/>
            <a:ext cx="58074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تخالف</a:t>
            </a:r>
          </a:p>
        </p:txBody>
      </p:sp>
      <p:sp>
        <p:nvSpPr>
          <p:cNvPr id="32" name="">
            <a:extLst xmlns:a="http://schemas.openxmlformats.org/drawingml/2006/main">
              <a:ext uri="{FF2B5EF4-FFF2-40B4-BE49-F238E27FC236}">
                <a16:creationId xmlns:a16="http://schemas.microsoft.com/office/drawing/2014/main" id="{F870C22E-E87C-4799-B833-390573217155}"/>
              </a:ext>
            </a:extLst>
          </p:cNvPr>
          <p:cNvSpPr>
            <a:spLocks xmlns:a="http://schemas.openxmlformats.org/drawingml/2006/main" noGrp="1"/>
          </p:cNvSpPr>
          <p:nvPr/>
        </p:nvSpPr>
        <p:spPr>
          <a:xfrm xmlns:a="http://schemas.openxmlformats.org/drawingml/2006/main">
            <a:off x="11376163" y="5181600"/>
            <a:ext cx="53260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شرطًا</a:t>
            </a:r>
          </a:p>
        </p:txBody>
      </p:sp>
      <p:sp>
        <p:nvSpPr>
          <p:cNvPr id="33" name="">
            <a:extLst xmlns:a="http://schemas.openxmlformats.org/drawingml/2006/main">
              <a:ext uri="{FF2B5EF4-FFF2-40B4-BE49-F238E27FC236}">
                <a16:creationId xmlns:a16="http://schemas.microsoft.com/office/drawing/2014/main" id="{01209395-ED1B-4D43-A9E2-FFFE899D637D}"/>
              </a:ext>
            </a:extLst>
          </p:cNvPr>
          <p:cNvSpPr>
            <a:spLocks xmlns:a="http://schemas.openxmlformats.org/drawingml/2006/main" noGrp="1"/>
          </p:cNvSpPr>
          <p:nvPr/>
        </p:nvSpPr>
        <p:spPr>
          <a:xfrm xmlns:a="http://schemas.openxmlformats.org/drawingml/2006/main">
            <a:off x="10867886" y="5181600"/>
            <a:ext cx="42922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معلنًا</a:t>
            </a:r>
          </a:p>
        </p:txBody>
      </p:sp>
      <p:sp>
        <p:nvSpPr>
          <p:cNvPr id="34" name="">
            <a:extLst xmlns:a="http://schemas.openxmlformats.org/drawingml/2006/main">
              <a:ext uri="{FF2B5EF4-FFF2-40B4-BE49-F238E27FC236}">
                <a16:creationId xmlns:a16="http://schemas.microsoft.com/office/drawing/2014/main" id="{33CBE587-DF1B-4613-8C13-C2AD6862774A}"/>
              </a:ext>
            </a:extLst>
          </p:cNvPr>
          <p:cNvSpPr>
            <a:spLocks xmlns:a="http://schemas.openxmlformats.org/drawingml/2006/main" noGrp="1"/>
          </p:cNvSpPr>
          <p:nvPr/>
        </p:nvSpPr>
        <p:spPr>
          <a:xfrm xmlns:a="http://schemas.openxmlformats.org/drawingml/2006/main">
            <a:off x="13746928" y="5843588"/>
            <a:ext cx="64534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يعرض</a:t>
            </a:r>
          </a:p>
        </p:txBody>
      </p:sp>
      <p:sp>
        <p:nvSpPr>
          <p:cNvPr id="35" name="">
            <a:extLst xmlns:a="http://schemas.openxmlformats.org/drawingml/2006/main">
              <a:ext uri="{FF2B5EF4-FFF2-40B4-BE49-F238E27FC236}">
                <a16:creationId xmlns:a16="http://schemas.microsoft.com/office/drawing/2014/main" id="{7DB5AA56-42E6-4D07-AC00-282E1B8D6473}"/>
              </a:ext>
            </a:extLst>
          </p:cNvPr>
          <p:cNvSpPr>
            <a:spLocks xmlns:a="http://schemas.openxmlformats.org/drawingml/2006/main" noGrp="1"/>
          </p:cNvSpPr>
          <p:nvPr/>
        </p:nvSpPr>
        <p:spPr>
          <a:xfrm xmlns:a="http://schemas.openxmlformats.org/drawingml/2006/main">
            <a:off x="13046802" y="5843588"/>
            <a:ext cx="62106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التعديل</a:t>
            </a:r>
          </a:p>
        </p:txBody>
      </p:sp>
      <p:sp>
        <p:nvSpPr>
          <p:cNvPr id="36" name="">
            <a:extLst xmlns:a="http://schemas.openxmlformats.org/drawingml/2006/main">
              <a:ext uri="{FF2B5EF4-FFF2-40B4-BE49-F238E27FC236}">
                <a16:creationId xmlns:a16="http://schemas.microsoft.com/office/drawing/2014/main" id="{1C4B4589-9993-4B94-A356-4DF307A429FA}"/>
              </a:ext>
            </a:extLst>
          </p:cNvPr>
          <p:cNvSpPr>
            <a:spLocks xmlns:a="http://schemas.openxmlformats.org/drawingml/2006/main" noGrp="1"/>
          </p:cNvSpPr>
          <p:nvPr/>
        </p:nvSpPr>
        <p:spPr>
          <a:xfrm xmlns:a="http://schemas.openxmlformats.org/drawingml/2006/main">
            <a:off x="12436390" y="5843588"/>
            <a:ext cx="53135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وسببه</a:t>
            </a:r>
          </a:p>
        </p:txBody>
      </p:sp>
      <p:sp>
        <p:nvSpPr>
          <p:cNvPr id="37" name="">
            <a:extLst xmlns:a="http://schemas.openxmlformats.org/drawingml/2006/main">
              <a:ext uri="{FF2B5EF4-FFF2-40B4-BE49-F238E27FC236}">
                <a16:creationId xmlns:a16="http://schemas.microsoft.com/office/drawing/2014/main" id="{4D9322A5-CA19-49B4-B121-C74CB05C9F1D}"/>
              </a:ext>
            </a:extLst>
          </p:cNvPr>
          <p:cNvSpPr>
            <a:spLocks xmlns:a="http://schemas.openxmlformats.org/drawingml/2006/main" noGrp="1"/>
          </p:cNvSpPr>
          <p:nvPr/>
        </p:nvSpPr>
        <p:spPr>
          <a:xfrm xmlns:a="http://schemas.openxmlformats.org/drawingml/2006/main">
            <a:off x="11756635" y="5843588"/>
            <a:ext cx="60069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وحدود</a:t>
            </a:r>
          </a:p>
        </p:txBody>
      </p:sp>
      <p:sp>
        <p:nvSpPr>
          <p:cNvPr id="38" name="">
            <a:extLst xmlns:a="http://schemas.openxmlformats.org/drawingml/2006/main">
              <a:ext uri="{FF2B5EF4-FFF2-40B4-BE49-F238E27FC236}">
                <a16:creationId xmlns:a16="http://schemas.microsoft.com/office/drawing/2014/main" id="{FCB568D2-A954-49B5-B05E-1D765F25F2CD}"/>
              </a:ext>
            </a:extLst>
          </p:cNvPr>
          <p:cNvSpPr>
            <a:spLocks xmlns:a="http://schemas.openxmlformats.org/drawingml/2006/main" noGrp="1"/>
          </p:cNvSpPr>
          <p:nvPr/>
        </p:nvSpPr>
        <p:spPr>
          <a:xfrm xmlns:a="http://schemas.openxmlformats.org/drawingml/2006/main">
            <a:off x="10856567" y="5843588"/>
            <a:ext cx="82101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صلاحيته</a:t>
            </a:r>
          </a:p>
        </p:txBody>
      </p:sp>
      <p:sp>
        <p:nvSpPr>
          <p:cNvPr id="39" name="">
            <a:extLst xmlns:a="http://schemas.openxmlformats.org/drawingml/2006/main">
              <a:ext uri="{FF2B5EF4-FFF2-40B4-BE49-F238E27FC236}">
                <a16:creationId xmlns:a16="http://schemas.microsoft.com/office/drawing/2014/main" id="{E3933649-75A7-42DD-B219-A16E2ACCF343}"/>
              </a:ext>
            </a:extLst>
          </p:cNvPr>
          <p:cNvSpPr>
            <a:spLocks xmlns:a="http://schemas.openxmlformats.org/drawingml/2006/main" noGrp="1"/>
          </p:cNvSpPr>
          <p:nvPr/>
        </p:nvSpPr>
        <p:spPr>
          <a:xfrm xmlns:a="http://schemas.openxmlformats.org/drawingml/2006/main">
            <a:off x="12835682" y="1190625"/>
            <a:ext cx="155659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المساهمة</a:t>
            </a:r>
          </a:p>
        </p:txBody>
      </p:sp>
      <p:sp>
        <p:nvSpPr>
          <p:cNvPr id="40" name="">
            <a:extLst xmlns:a="http://schemas.openxmlformats.org/drawingml/2006/main">
              <a:ext uri="{FF2B5EF4-FFF2-40B4-BE49-F238E27FC236}">
                <a16:creationId xmlns:a16="http://schemas.microsoft.com/office/drawing/2014/main" id="{E7D1FD07-71D1-4BD5-99D4-BE03F3CB35E2}"/>
              </a:ext>
            </a:extLst>
          </p:cNvPr>
          <p:cNvSpPr>
            <a:spLocks xmlns:a="http://schemas.openxmlformats.org/drawingml/2006/main" noGrp="1"/>
          </p:cNvSpPr>
          <p:nvPr/>
        </p:nvSpPr>
        <p:spPr>
          <a:xfrm xmlns:a="http://schemas.openxmlformats.org/drawingml/2006/main">
            <a:off x="11230127" y="1190625"/>
            <a:ext cx="1455632"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الهندسية</a:t>
            </a:r>
          </a:p>
        </p:txBody>
      </p:sp>
      <p:sp>
        <p:nvSpPr>
          <p:cNvPr id="41" name="">
            <a:extLst xmlns:a="http://schemas.openxmlformats.org/drawingml/2006/main">
              <a:ext uri="{FF2B5EF4-FFF2-40B4-BE49-F238E27FC236}">
                <a16:creationId xmlns:a16="http://schemas.microsoft.com/office/drawing/2014/main" id="{68E014C3-8C1B-4E1F-99C0-E8C2464B73C3}"/>
              </a:ext>
            </a:extLst>
          </p:cNvPr>
          <p:cNvSpPr>
            <a:spLocks xmlns:a="http://schemas.openxmlformats.org/drawingml/2006/main" noGrp="1"/>
          </p:cNvSpPr>
          <p:nvPr/>
        </p:nvSpPr>
        <p:spPr>
          <a:xfrm xmlns:a="http://schemas.openxmlformats.org/drawingml/2006/main">
            <a:off x="9613520" y="1190625"/>
            <a:ext cx="146668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المقترحة</a:t>
            </a:r>
          </a:p>
        </p:txBody>
      </p:sp>
      <p:sp>
        <p:nvSpPr>
          <p:cNvPr id="42" name="">
            <a:extLst xmlns:a="http://schemas.openxmlformats.org/drawingml/2006/main">
              <a:ext uri="{FF2B5EF4-FFF2-40B4-BE49-F238E27FC236}">
                <a16:creationId xmlns:a16="http://schemas.microsoft.com/office/drawing/2014/main" id="{E352FD1A-6B87-4737-A56D-3A4C16691AFD}"/>
              </a:ext>
            </a:extLst>
          </p:cNvPr>
          <p:cNvSpPr>
            <a:spLocks xmlns:a="http://schemas.openxmlformats.org/drawingml/2006/main" noGrp="1"/>
          </p:cNvSpPr>
          <p:nvPr/>
        </p:nvSpPr>
        <p:spPr>
          <a:xfrm xmlns:a="http://schemas.openxmlformats.org/drawingml/2006/main">
            <a:off x="13680514" y="2381250"/>
            <a:ext cx="711761"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إصلاح</a:t>
            </a:r>
          </a:p>
        </p:txBody>
      </p:sp>
      <p:sp>
        <p:nvSpPr>
          <p:cNvPr id="43" name="">
            <a:extLst xmlns:a="http://schemas.openxmlformats.org/drawingml/2006/main">
              <a:ext uri="{FF2B5EF4-FFF2-40B4-BE49-F238E27FC236}">
                <a16:creationId xmlns:a16="http://schemas.microsoft.com/office/drawing/2014/main" id="{671EC2FF-F598-4E3E-BBE9-12F109A63A3D}"/>
              </a:ext>
            </a:extLst>
          </p:cNvPr>
          <p:cNvSpPr>
            <a:spLocks xmlns:a="http://schemas.openxmlformats.org/drawingml/2006/main" noGrp="1"/>
          </p:cNvSpPr>
          <p:nvPr/>
        </p:nvSpPr>
        <p:spPr>
          <a:xfrm xmlns:a="http://schemas.openxmlformats.org/drawingml/2006/main">
            <a:off x="12958275" y="2381250"/>
            <a:ext cx="628417"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قواعد</a:t>
            </a:r>
          </a:p>
        </p:txBody>
      </p:sp>
      <p:sp>
        <p:nvSpPr>
          <p:cNvPr id="44" name="">
            <a:extLst xmlns:a="http://schemas.openxmlformats.org/drawingml/2006/main">
              <a:ext uri="{FF2B5EF4-FFF2-40B4-BE49-F238E27FC236}">
                <a16:creationId xmlns:a16="http://schemas.microsoft.com/office/drawing/2014/main" id="{666E3926-925F-4127-AC23-94BCB5E6A189}"/>
              </a:ext>
            </a:extLst>
          </p:cNvPr>
          <p:cNvSpPr>
            <a:spLocks xmlns:a="http://schemas.openxmlformats.org/drawingml/2006/main" noGrp="1"/>
          </p:cNvSpPr>
          <p:nvPr/>
        </p:nvSpPr>
        <p:spPr>
          <a:xfrm xmlns:a="http://schemas.openxmlformats.org/drawingml/2006/main">
            <a:off x="11743950" y="2381250"/>
            <a:ext cx="112050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167D8D"/>
                </a:solidFill>
                <a:latin typeface="Arial"/>
                <a:ea typeface="Arial"/>
                <a:cs typeface="Arial"/>
              </a:defRPr>
            </a:defPPr>
            <a:lvl1pPr algn="l">
              <a:defRPr sz="2625" b="1">
                <a:solidFill>
                  <a:srgbClr val="167D8D"/>
                </a:solidFill>
                <a:latin typeface="Arial"/>
                <a:ea typeface="Arial"/>
                <a:cs typeface="Arial"/>
              </a:defRPr>
            </a:lvl1pPr>
            <a:lvl2pPr algn="l">
              <a:defRPr sz="2625" b="1">
                <a:solidFill>
                  <a:srgbClr val="167D8D"/>
                </a:solidFill>
                <a:latin typeface="Arial"/>
                <a:ea typeface="Arial"/>
                <a:cs typeface="Arial"/>
              </a:defRPr>
            </a:lvl2pPr>
            <a:lvl3pPr algn="l">
              <a:defRPr sz="2625" b="1">
                <a:solidFill>
                  <a:srgbClr val="167D8D"/>
                </a:solidFill>
                <a:latin typeface="Arial"/>
                <a:ea typeface="Arial"/>
                <a:cs typeface="Arial"/>
              </a:defRPr>
            </a:lvl3pPr>
            <a:lvl4pPr algn="l">
              <a:defRPr sz="2625" b="1">
                <a:solidFill>
                  <a:srgbClr val="167D8D"/>
                </a:solidFill>
                <a:latin typeface="Arial"/>
                <a:ea typeface="Arial"/>
                <a:cs typeface="Arial"/>
              </a:defRPr>
            </a:lvl4pPr>
            <a:lvl5pPr algn="l">
              <a:defRPr sz="2625" b="1">
                <a:solidFill>
                  <a:srgbClr val="167D8D"/>
                </a:solidFill>
                <a:latin typeface="Arial"/>
                <a:ea typeface="Arial"/>
                <a:cs typeface="Arial"/>
              </a:defRPr>
            </a:lvl5pPr>
            <a:lvl6pPr algn="l">
              <a:defRPr sz="2625" b="1">
                <a:solidFill>
                  <a:srgbClr val="167D8D"/>
                </a:solidFill>
                <a:latin typeface="Arial"/>
                <a:ea typeface="Arial"/>
                <a:cs typeface="Arial"/>
              </a:defRPr>
            </a:lvl6pPr>
            <a:lvl7pPr algn="l">
              <a:defRPr sz="2625" b="1">
                <a:solidFill>
                  <a:srgbClr val="167D8D"/>
                </a:solidFill>
                <a:latin typeface="Arial"/>
                <a:ea typeface="Arial"/>
                <a:cs typeface="Arial"/>
              </a:defRPr>
            </a:lvl7pPr>
            <a:lvl8pPr algn="l">
              <a:defRPr sz="2625" b="1">
                <a:solidFill>
                  <a:srgbClr val="167D8D"/>
                </a:solidFill>
                <a:latin typeface="Arial"/>
                <a:ea typeface="Arial"/>
                <a:cs typeface="Arial"/>
              </a:defRPr>
            </a:lvl8pPr>
            <a:lvl9pPr algn="l">
              <a:defRPr sz="2625" b="1">
                <a:solidFill>
                  <a:srgbClr val="167D8D"/>
                </a:solidFill>
                <a:latin typeface="Arial"/>
                <a:ea typeface="Arial"/>
                <a:cs typeface="Arial"/>
              </a:defRPr>
            </a:lvl9pPr>
          </a:lstStyle>
          <a:p xmlns:a="http://schemas.openxmlformats.org/drawingml/2006/main">
            <a:pPr algn="l">
              <a:defRPr sz="2625" b="1">
                <a:solidFill>
                  <a:srgbClr val="167D8D"/>
                </a:solidFill>
                <a:latin typeface="Arial"/>
                <a:ea typeface="Arial"/>
                <a:cs typeface="Arial"/>
              </a:defRPr>
            </a:pPr>
            <a:r>
              <a:rPr sz="2625" b="1">
                <a:solidFill>
                  <a:srgbClr val="167D8D"/>
                </a:solidFill>
                <a:latin typeface="Arial"/>
                <a:ea typeface="Arial"/>
                <a:cs typeface="Arial"/>
              </a:rPr>
              <a:t>GitHub</a:t>
            </a:r>
          </a:p>
        </p:txBody>
      </p:sp>
      <p:sp>
        <p:nvSpPr>
          <p:cNvPr id="45" name="">
            <a:extLst xmlns:a="http://schemas.openxmlformats.org/drawingml/2006/main">
              <a:ext uri="{FF2B5EF4-FFF2-40B4-BE49-F238E27FC236}">
                <a16:creationId xmlns:a16="http://schemas.microsoft.com/office/drawing/2014/main" id="{2AB442E0-9E7D-4D6B-8C42-51AB91874A11}"/>
              </a:ext>
            </a:extLst>
          </p:cNvPr>
          <p:cNvSpPr>
            <a:spLocks xmlns:a="http://schemas.openxmlformats.org/drawingml/2006/main" noGrp="1"/>
          </p:cNvSpPr>
          <p:nvPr/>
        </p:nvSpPr>
        <p:spPr>
          <a:xfrm xmlns:a="http://schemas.openxmlformats.org/drawingml/2006/main">
            <a:off x="10695825" y="2381250"/>
            <a:ext cx="95430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المتراكبة</a:t>
            </a:r>
          </a:p>
        </p:txBody>
      </p:sp>
      <p:sp>
        <p:nvSpPr>
          <p:cNvPr id="46" name="">
            <a:extLst xmlns:a="http://schemas.openxmlformats.org/drawingml/2006/main">
              <a:ext uri="{FF2B5EF4-FFF2-40B4-BE49-F238E27FC236}">
                <a16:creationId xmlns:a16="http://schemas.microsoft.com/office/drawing/2014/main" id="{45714AD1-E29C-4C9C-A1C8-B34C1414A37B}"/>
              </a:ext>
            </a:extLst>
          </p:cNvPr>
          <p:cNvSpPr>
            <a:spLocks xmlns:a="http://schemas.openxmlformats.org/drawingml/2006/main" noGrp="1"/>
          </p:cNvSpPr>
          <p:nvPr/>
        </p:nvSpPr>
        <p:spPr>
          <a:xfrm xmlns:a="http://schemas.openxmlformats.org/drawingml/2006/main">
            <a:off x="10136367" y="2381250"/>
            <a:ext cx="465637"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وفق</a:t>
            </a:r>
          </a:p>
        </p:txBody>
      </p:sp>
      <p:sp>
        <p:nvSpPr>
          <p:cNvPr id="47" name="">
            <a:extLst xmlns:a="http://schemas.openxmlformats.org/drawingml/2006/main">
              <a:ext uri="{FF2B5EF4-FFF2-40B4-BE49-F238E27FC236}">
                <a16:creationId xmlns:a16="http://schemas.microsoft.com/office/drawing/2014/main" id="{1C707B32-67CC-403A-B8B7-5350E24D411E}"/>
              </a:ext>
            </a:extLst>
          </p:cNvPr>
          <p:cNvSpPr>
            <a:spLocks xmlns:a="http://schemas.openxmlformats.org/drawingml/2006/main" noGrp="1"/>
          </p:cNvSpPr>
          <p:nvPr/>
        </p:nvSpPr>
        <p:spPr>
          <a:xfrm xmlns:a="http://schemas.openxmlformats.org/drawingml/2006/main">
            <a:off x="9365294" y="2381250"/>
            <a:ext cx="677252"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أهداف</a:t>
            </a:r>
          </a:p>
        </p:txBody>
      </p:sp>
      <p:sp>
        <p:nvSpPr>
          <p:cNvPr id="48" name="">
            <a:extLst xmlns:a="http://schemas.openxmlformats.org/drawingml/2006/main">
              <a:ext uri="{FF2B5EF4-FFF2-40B4-BE49-F238E27FC236}">
                <a16:creationId xmlns:a16="http://schemas.microsoft.com/office/drawing/2014/main" id="{63E48350-0445-4B89-A740-C7F7EEE28E95}"/>
              </a:ext>
            </a:extLst>
          </p:cNvPr>
          <p:cNvSpPr>
            <a:spLocks xmlns:a="http://schemas.openxmlformats.org/drawingml/2006/main" noGrp="1"/>
          </p:cNvSpPr>
          <p:nvPr/>
        </p:nvSpPr>
        <p:spPr>
          <a:xfrm xmlns:a="http://schemas.openxmlformats.org/drawingml/2006/main">
            <a:off x="8383908" y="2381250"/>
            <a:ext cx="88756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الأطراف</a:t>
            </a:r>
          </a:p>
        </p:txBody>
      </p:sp>
      <p:sp>
        <p:nvSpPr>
          <p:cNvPr id="49" name="">
            <a:extLst xmlns:a="http://schemas.openxmlformats.org/drawingml/2006/main">
              <a:ext uri="{FF2B5EF4-FFF2-40B4-BE49-F238E27FC236}">
                <a16:creationId xmlns:a16="http://schemas.microsoft.com/office/drawing/2014/main" id="{D06A50E9-DAA1-4E46-AE5F-838CB08194FD}"/>
              </a:ext>
            </a:extLst>
          </p:cNvPr>
          <p:cNvSpPr>
            <a:spLocks xmlns:a="http://schemas.openxmlformats.org/drawingml/2006/main" noGrp="1"/>
          </p:cNvSpPr>
          <p:nvPr/>
        </p:nvSpPr>
        <p:spPr>
          <a:xfrm xmlns:a="http://schemas.openxmlformats.org/drawingml/2006/main">
            <a:off x="14112404" y="7334250"/>
            <a:ext cx="27987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مبدأ</a:t>
            </a:r>
          </a:p>
        </p:txBody>
      </p:sp>
      <p:sp>
        <p:nvSpPr>
          <p:cNvPr id="50" name="">
            <a:extLst xmlns:a="http://schemas.openxmlformats.org/drawingml/2006/main">
              <a:ext uri="{FF2B5EF4-FFF2-40B4-BE49-F238E27FC236}">
                <a16:creationId xmlns:a16="http://schemas.microsoft.com/office/drawing/2014/main" id="{017F4B0B-C774-467B-BB5D-8B82E2E954ED}"/>
              </a:ext>
            </a:extLst>
          </p:cNvPr>
          <p:cNvSpPr>
            <a:spLocks xmlns:a="http://schemas.openxmlformats.org/drawingml/2006/main" noGrp="1"/>
          </p:cNvSpPr>
          <p:nvPr/>
        </p:nvSpPr>
        <p:spPr>
          <a:xfrm xmlns:a="http://schemas.openxmlformats.org/drawingml/2006/main">
            <a:off x="13410432" y="7334250"/>
            <a:ext cx="64063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الإصلاح</a:t>
            </a:r>
          </a:p>
        </p:txBody>
      </p:sp>
      <p:sp>
        <p:nvSpPr>
          <p:cNvPr id="51" name="">
            <a:extLst xmlns:a="http://schemas.openxmlformats.org/drawingml/2006/main">
              <a:ext uri="{FF2B5EF4-FFF2-40B4-BE49-F238E27FC236}">
                <a16:creationId xmlns:a16="http://schemas.microsoft.com/office/drawing/2014/main" id="{BF9D4182-E241-40C4-AC2D-7A4B7B5DE13A}"/>
              </a:ext>
            </a:extLst>
          </p:cNvPr>
          <p:cNvSpPr>
            <a:spLocks xmlns:a="http://schemas.openxmlformats.org/drawingml/2006/main" noGrp="1"/>
          </p:cNvSpPr>
          <p:nvPr/>
        </p:nvSpPr>
        <p:spPr>
          <a:xfrm xmlns:a="http://schemas.openxmlformats.org/drawingml/2006/main">
            <a:off x="13206514" y="7334250"/>
            <a:ext cx="14257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له</a:t>
            </a:r>
          </a:p>
        </p:txBody>
      </p:sp>
      <p:sp>
        <p:nvSpPr>
          <p:cNvPr id="52" name="">
            <a:extLst xmlns:a="http://schemas.openxmlformats.org/drawingml/2006/main">
              <a:ext uri="{FF2B5EF4-FFF2-40B4-BE49-F238E27FC236}">
                <a16:creationId xmlns:a16="http://schemas.microsoft.com/office/drawing/2014/main" id="{3C2EB190-5CC3-4420-9BB2-B3FB40FA8955}"/>
              </a:ext>
            </a:extLst>
          </p:cNvPr>
          <p:cNvSpPr>
            <a:spLocks xmlns:a="http://schemas.openxmlformats.org/drawingml/2006/main" noGrp="1"/>
          </p:cNvSpPr>
          <p:nvPr/>
        </p:nvSpPr>
        <p:spPr>
          <a:xfrm xmlns:a="http://schemas.openxmlformats.org/drawingml/2006/main">
            <a:off x="12709813" y="7334250"/>
            <a:ext cx="43535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أعمال</a:t>
            </a:r>
          </a:p>
        </p:txBody>
      </p:sp>
      <p:sp>
        <p:nvSpPr>
          <p:cNvPr id="53" name="">
            <a:extLst xmlns:a="http://schemas.openxmlformats.org/drawingml/2006/main">
              <a:ext uri="{FF2B5EF4-FFF2-40B4-BE49-F238E27FC236}">
                <a16:creationId xmlns:a16="http://schemas.microsoft.com/office/drawing/2014/main" id="{762FC0B7-CD22-4114-A32B-CC44E48DA899}"/>
              </a:ext>
            </a:extLst>
          </p:cNvPr>
          <p:cNvSpPr>
            <a:spLocks xmlns:a="http://schemas.openxmlformats.org/drawingml/2006/main" noGrp="1"/>
          </p:cNvSpPr>
          <p:nvPr/>
        </p:nvSpPr>
        <p:spPr>
          <a:xfrm xmlns:a="http://schemas.openxmlformats.org/drawingml/2006/main">
            <a:off x="12190677" y="7334250"/>
            <a:ext cx="45779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سابقة؛</a:t>
            </a:r>
          </a:p>
        </p:txBody>
      </p:sp>
      <p:sp>
        <p:nvSpPr>
          <p:cNvPr id="54" name="">
            <a:extLst xmlns:a="http://schemas.openxmlformats.org/drawingml/2006/main">
              <a:ext uri="{FF2B5EF4-FFF2-40B4-BE49-F238E27FC236}">
                <a16:creationId xmlns:a16="http://schemas.microsoft.com/office/drawing/2014/main" id="{9C9F4488-0A1E-49C6-B69F-E7265AF4C920}"/>
              </a:ext>
            </a:extLst>
          </p:cNvPr>
          <p:cNvSpPr>
            <a:spLocks xmlns:a="http://schemas.openxmlformats.org/drawingml/2006/main" noGrp="1"/>
          </p:cNvSpPr>
          <p:nvPr/>
        </p:nvSpPr>
        <p:spPr>
          <a:xfrm xmlns:a="http://schemas.openxmlformats.org/drawingml/2006/main">
            <a:off x="11677568" y="7334250"/>
            <a:ext cx="45176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التفوق</a:t>
            </a:r>
          </a:p>
        </p:txBody>
      </p:sp>
      <p:sp>
        <p:nvSpPr>
          <p:cNvPr id="55" name="">
            <a:extLst xmlns:a="http://schemas.openxmlformats.org/drawingml/2006/main">
              <a:ext uri="{FF2B5EF4-FFF2-40B4-BE49-F238E27FC236}">
                <a16:creationId xmlns:a16="http://schemas.microsoft.com/office/drawing/2014/main" id="{B4B2B5DF-0547-4304-9AC9-C48A53EFE235}"/>
              </a:ext>
            </a:extLst>
          </p:cNvPr>
          <p:cNvSpPr>
            <a:spLocks xmlns:a="http://schemas.openxmlformats.org/drawingml/2006/main" noGrp="1"/>
          </p:cNvSpPr>
          <p:nvPr/>
        </p:nvSpPr>
        <p:spPr>
          <a:xfrm xmlns:a="http://schemas.openxmlformats.org/drawingml/2006/main">
            <a:off x="11150060" y="7334250"/>
            <a:ext cx="46616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العملي</a:t>
            </a:r>
          </a:p>
        </p:txBody>
      </p:sp>
      <p:sp>
        <p:nvSpPr>
          <p:cNvPr id="56" name="">
            <a:extLst xmlns:a="http://schemas.openxmlformats.org/drawingml/2006/main">
              <a:ext uri="{FF2B5EF4-FFF2-40B4-BE49-F238E27FC236}">
                <a16:creationId xmlns:a16="http://schemas.microsoft.com/office/drawing/2014/main" id="{BC1F43DA-775F-440E-BE9B-269AFD922579}"/>
              </a:ext>
            </a:extLst>
          </p:cNvPr>
          <p:cNvSpPr>
            <a:spLocks xmlns:a="http://schemas.openxmlformats.org/drawingml/2006/main" noGrp="1"/>
          </p:cNvSpPr>
          <p:nvPr/>
        </p:nvSpPr>
        <p:spPr>
          <a:xfrm xmlns:a="http://schemas.openxmlformats.org/drawingml/2006/main">
            <a:off x="10665303" y="7334250"/>
            <a:ext cx="42341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يحتاج</a:t>
            </a:r>
          </a:p>
        </p:txBody>
      </p:sp>
      <p:sp>
        <p:nvSpPr>
          <p:cNvPr id="57" name="">
            <a:extLst xmlns:a="http://schemas.openxmlformats.org/drawingml/2006/main">
              <a:ext uri="{FF2B5EF4-FFF2-40B4-BE49-F238E27FC236}">
                <a16:creationId xmlns:a16="http://schemas.microsoft.com/office/drawing/2014/main" id="{902C8431-3733-495A-97A1-83C94BD9C227}"/>
              </a:ext>
            </a:extLst>
          </p:cNvPr>
          <p:cNvSpPr>
            <a:spLocks xmlns:a="http://schemas.openxmlformats.org/drawingml/2006/main" noGrp="1"/>
          </p:cNvSpPr>
          <p:nvPr/>
        </p:nvSpPr>
        <p:spPr>
          <a:xfrm xmlns:a="http://schemas.openxmlformats.org/drawingml/2006/main">
            <a:off x="10224413" y="7334250"/>
            <a:ext cx="37954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تقييمًا</a:t>
            </a:r>
          </a:p>
        </p:txBody>
      </p:sp>
      <p:sp>
        <p:nvSpPr>
          <p:cNvPr id="58" name="">
            <a:extLst xmlns:a="http://schemas.openxmlformats.org/drawingml/2006/main">
              <a:ext uri="{FF2B5EF4-FFF2-40B4-BE49-F238E27FC236}">
                <a16:creationId xmlns:a16="http://schemas.microsoft.com/office/drawing/2014/main" id="{3581224E-9C77-450F-9ECC-69047B173F70}"/>
              </a:ext>
            </a:extLst>
          </p:cNvPr>
          <p:cNvSpPr>
            <a:spLocks xmlns:a="http://schemas.openxmlformats.org/drawingml/2006/main" noGrp="1"/>
          </p:cNvSpPr>
          <p:nvPr/>
        </p:nvSpPr>
        <p:spPr>
          <a:xfrm xmlns:a="http://schemas.openxmlformats.org/drawingml/2006/main">
            <a:off x="9688980" y="7334250"/>
            <a:ext cx="47409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مستقلًا</a:t>
            </a:r>
          </a:p>
        </p:txBody>
      </p:sp>
    </p:spTree>
    <p:extLst>
      <p:ext uri="{BB962C8B-B14F-4D97-AF65-F5344CB8AC3E}">
        <p14:creationId xmlns:p14="http://schemas.microsoft.com/office/powerpoint/2010/main" val="474197390"/>
      </p:ext>
    </p:extLst>
  </p:cSld>
</p:sld>
</file>

<file path=ppt/slides/slide13.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3EA10C6-205C-407E-9E57-6E02C019C814}"/>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F9DF33FF-EA7B-4C6D-9170-9FC4FB0F064A}"/>
              </a:ext>
            </a:extLst>
          </p:cNvPr>
          <p:cNvSpPr>
            <a:spLocks xmlns:a="http://schemas.openxmlformats.org/drawingml/2006/main" noGrp="1"/>
          </p:cNvSpPr>
          <p:nvPr/>
        </p:nvSpPr>
        <p:spPr>
          <a:xfrm xmlns:a="http://schemas.openxmlformats.org/drawingml/2006/main">
            <a:off x="13677026" y="1190625"/>
            <a:ext cx="715249"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مثال</a:t>
            </a:r>
          </a:p>
        </p:txBody>
      </p:sp>
      <p:sp>
        <p:nvSpPr>
          <p:cNvPr id="4" name="">
            <a:extLst xmlns:a="http://schemas.openxmlformats.org/drawingml/2006/main">
              <a:ext uri="{FF2B5EF4-FFF2-40B4-BE49-F238E27FC236}">
                <a16:creationId xmlns:a16="http://schemas.microsoft.com/office/drawing/2014/main" id="{0A2DDF5B-53B0-4CAD-812F-C24CA8FF4589}"/>
              </a:ext>
            </a:extLst>
          </p:cNvPr>
          <p:cNvSpPr>
            <a:spLocks xmlns:a="http://schemas.openxmlformats.org/drawingml/2006/main" noGrp="1"/>
          </p:cNvSpPr>
          <p:nvPr/>
        </p:nvSpPr>
        <p:spPr>
          <a:xfrm xmlns:a="http://schemas.openxmlformats.org/drawingml/2006/main">
            <a:off x="12248780" y="1190625"/>
            <a:ext cx="1278322"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الإصدار</a:t>
            </a:r>
          </a:p>
        </p:txBody>
      </p:sp>
      <p:sp>
        <p:nvSpPr>
          <p:cNvPr id="5" name="">
            <a:extLst xmlns:a="http://schemas.openxmlformats.org/drawingml/2006/main">
              <a:ext uri="{FF2B5EF4-FFF2-40B4-BE49-F238E27FC236}">
                <a16:creationId xmlns:a16="http://schemas.microsoft.com/office/drawing/2014/main" id="{C364AFD4-624D-4719-B491-BA406C019030}"/>
              </a:ext>
            </a:extLst>
          </p:cNvPr>
          <p:cNvSpPr>
            <a:spLocks xmlns:a="http://schemas.openxmlformats.org/drawingml/2006/main" noGrp="1"/>
          </p:cNvSpPr>
          <p:nvPr/>
        </p:nvSpPr>
        <p:spPr>
          <a:xfrm xmlns:a="http://schemas.openxmlformats.org/drawingml/2006/main">
            <a:off x="10511121" y="1190625"/>
            <a:ext cx="1587735"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والمزامنة</a:t>
            </a:r>
          </a:p>
        </p:txBody>
      </p:sp>
      <p:sp>
        <p:nvSpPr>
          <p:cNvPr id="6" name="">
            <a:extLst xmlns:a="http://schemas.openxmlformats.org/drawingml/2006/main">
              <a:ext uri="{FF2B5EF4-FFF2-40B4-BE49-F238E27FC236}">
                <a16:creationId xmlns:a16="http://schemas.microsoft.com/office/drawing/2014/main" id="{17994F37-1887-4D21-84C0-710CE4A757D1}"/>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13 / 21</a:t>
            </a:r>
          </a:p>
        </p:txBody>
      </p:sp>
      <p:sp>
        <p:nvSpPr>
          <p:cNvPr id="7" name="">
            <a:extLst xmlns:a="http://schemas.openxmlformats.org/drawingml/2006/main">
              <a:ext uri="{FF2B5EF4-FFF2-40B4-BE49-F238E27FC236}">
                <a16:creationId xmlns:a16="http://schemas.microsoft.com/office/drawing/2014/main" id="{E16C23E4-9523-4B7C-A37A-B4B04A97D6F1}"/>
              </a:ext>
            </a:extLst>
          </p:cNvPr>
          <p:cNvSpPr>
            <a:spLocks xmlns:a="http://schemas.openxmlformats.org/drawingml/2006/main" noGrp="1"/>
          </p:cNvSpPr>
          <p:nvPr/>
        </p:nvSpPr>
        <p:spPr>
          <a:xfrm xmlns:a="http://schemas.openxmlformats.org/drawingml/2006/main">
            <a:off x="13993118" y="2333625"/>
            <a:ext cx="39915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67D8D"/>
                </a:solidFill>
                <a:latin typeface="Arial"/>
                <a:ea typeface="Arial"/>
                <a:cs typeface="Arial"/>
              </a:defRPr>
            </a:defPPr>
            <a:lvl1pPr algn="l">
              <a:defRPr sz="2400" b="1">
                <a:solidFill>
                  <a:srgbClr val="167D8D"/>
                </a:solidFill>
                <a:latin typeface="Arial"/>
                <a:ea typeface="Arial"/>
                <a:cs typeface="Arial"/>
              </a:defRPr>
            </a:lvl1pPr>
            <a:lvl2pPr algn="l">
              <a:defRPr sz="2400" b="1">
                <a:solidFill>
                  <a:srgbClr val="167D8D"/>
                </a:solidFill>
                <a:latin typeface="Arial"/>
                <a:ea typeface="Arial"/>
                <a:cs typeface="Arial"/>
              </a:defRPr>
            </a:lvl2pPr>
            <a:lvl3pPr algn="l">
              <a:defRPr sz="2400" b="1">
                <a:solidFill>
                  <a:srgbClr val="167D8D"/>
                </a:solidFill>
                <a:latin typeface="Arial"/>
                <a:ea typeface="Arial"/>
                <a:cs typeface="Arial"/>
              </a:defRPr>
            </a:lvl3pPr>
            <a:lvl4pPr algn="l">
              <a:defRPr sz="2400" b="1">
                <a:solidFill>
                  <a:srgbClr val="167D8D"/>
                </a:solidFill>
                <a:latin typeface="Arial"/>
                <a:ea typeface="Arial"/>
                <a:cs typeface="Arial"/>
              </a:defRPr>
            </a:lvl4pPr>
            <a:lvl5pPr algn="l">
              <a:defRPr sz="2400" b="1">
                <a:solidFill>
                  <a:srgbClr val="167D8D"/>
                </a:solidFill>
                <a:latin typeface="Arial"/>
                <a:ea typeface="Arial"/>
                <a:cs typeface="Arial"/>
              </a:defRPr>
            </a:lvl5pPr>
            <a:lvl6pPr algn="l">
              <a:defRPr sz="2400" b="1">
                <a:solidFill>
                  <a:srgbClr val="167D8D"/>
                </a:solidFill>
                <a:latin typeface="Arial"/>
                <a:ea typeface="Arial"/>
                <a:cs typeface="Arial"/>
              </a:defRPr>
            </a:lvl6pPr>
            <a:lvl7pPr algn="l">
              <a:defRPr sz="2400" b="1">
                <a:solidFill>
                  <a:srgbClr val="167D8D"/>
                </a:solidFill>
                <a:latin typeface="Arial"/>
                <a:ea typeface="Arial"/>
                <a:cs typeface="Arial"/>
              </a:defRPr>
            </a:lvl7pPr>
            <a:lvl8pPr algn="l">
              <a:defRPr sz="2400" b="1">
                <a:solidFill>
                  <a:srgbClr val="167D8D"/>
                </a:solidFill>
                <a:latin typeface="Arial"/>
                <a:ea typeface="Arial"/>
                <a:cs typeface="Arial"/>
              </a:defRPr>
            </a:lvl8pPr>
            <a:lvl9pPr algn="l">
              <a:defRPr sz="2400" b="1">
                <a:solidFill>
                  <a:srgbClr val="167D8D"/>
                </a:solidFill>
                <a:latin typeface="Arial"/>
                <a:ea typeface="Arial"/>
                <a:cs typeface="Arial"/>
              </a:defRPr>
            </a:lvl9pPr>
          </a:lstStyle>
          <a:p xmlns:a="http://schemas.openxmlformats.org/drawingml/2006/main">
            <a:pPr algn="l">
              <a:defRPr sz="2400" b="1">
                <a:solidFill>
                  <a:srgbClr val="167D8D"/>
                </a:solidFill>
                <a:latin typeface="Arial"/>
                <a:ea typeface="Arial"/>
                <a:cs typeface="Arial"/>
              </a:defRPr>
            </a:pPr>
            <a:r>
              <a:rPr sz="2400" b="1">
                <a:solidFill>
                  <a:srgbClr val="167D8D"/>
                </a:solidFill>
                <a:latin typeface="Arial"/>
                <a:ea typeface="Arial"/>
                <a:cs typeface="Arial"/>
              </a:rPr>
              <a:t>R1</a:t>
            </a:r>
          </a:p>
        </p:txBody>
      </p:sp>
      <p:sp>
        <p:nvSpPr>
          <p:cNvPr id="8" name="">
            <a:extLst xmlns:a="http://schemas.openxmlformats.org/drawingml/2006/main">
              <a:ext uri="{FF2B5EF4-FFF2-40B4-BE49-F238E27FC236}">
                <a16:creationId xmlns:a16="http://schemas.microsoft.com/office/drawing/2014/main" id="{13D0A919-16FE-4841-B575-AD0BD7A84094}"/>
              </a:ext>
            </a:extLst>
          </p:cNvPr>
          <p:cNvSpPr>
            <a:spLocks xmlns:a="http://schemas.openxmlformats.org/drawingml/2006/main" noGrp="1"/>
          </p:cNvSpPr>
          <p:nvPr/>
        </p:nvSpPr>
        <p:spPr>
          <a:xfrm xmlns:a="http://schemas.openxmlformats.org/drawingml/2006/main">
            <a:off x="13256288" y="2333625"/>
            <a:ext cx="65186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تشترط</a:t>
            </a:r>
          </a:p>
        </p:txBody>
      </p:sp>
      <p:sp>
        <p:nvSpPr>
          <p:cNvPr id="9" name="">
            <a:extLst xmlns:a="http://schemas.openxmlformats.org/drawingml/2006/main">
              <a:ext uri="{FF2B5EF4-FFF2-40B4-BE49-F238E27FC236}">
                <a16:creationId xmlns:a16="http://schemas.microsoft.com/office/drawing/2014/main" id="{A07D0FFC-99D2-4FDB-8FB5-0E50FCE02363}"/>
              </a:ext>
            </a:extLst>
          </p:cNvPr>
          <p:cNvSpPr>
            <a:spLocks xmlns:a="http://schemas.openxmlformats.org/drawingml/2006/main" noGrp="1"/>
          </p:cNvSpPr>
          <p:nvPr/>
        </p:nvSpPr>
        <p:spPr>
          <a:xfrm xmlns:a="http://schemas.openxmlformats.org/drawingml/2006/main">
            <a:off x="12738384" y="2333625"/>
            <a:ext cx="43294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67D8D"/>
                </a:solidFill>
                <a:latin typeface="Arial"/>
                <a:ea typeface="Arial"/>
                <a:cs typeface="Arial"/>
              </a:defRPr>
            </a:defPPr>
            <a:lvl1pPr algn="l">
              <a:defRPr sz="2400" b="1">
                <a:solidFill>
                  <a:srgbClr val="167D8D"/>
                </a:solidFill>
                <a:latin typeface="Arial"/>
                <a:ea typeface="Arial"/>
                <a:cs typeface="Arial"/>
              </a:defRPr>
            </a:lvl1pPr>
            <a:lvl2pPr algn="l">
              <a:defRPr sz="2400" b="1">
                <a:solidFill>
                  <a:srgbClr val="167D8D"/>
                </a:solidFill>
                <a:latin typeface="Arial"/>
                <a:ea typeface="Arial"/>
                <a:cs typeface="Arial"/>
              </a:defRPr>
            </a:lvl2pPr>
            <a:lvl3pPr algn="l">
              <a:defRPr sz="2400" b="1">
                <a:solidFill>
                  <a:srgbClr val="167D8D"/>
                </a:solidFill>
                <a:latin typeface="Arial"/>
                <a:ea typeface="Arial"/>
                <a:cs typeface="Arial"/>
              </a:defRPr>
            </a:lvl3pPr>
            <a:lvl4pPr algn="l">
              <a:defRPr sz="2400" b="1">
                <a:solidFill>
                  <a:srgbClr val="167D8D"/>
                </a:solidFill>
                <a:latin typeface="Arial"/>
                <a:ea typeface="Arial"/>
                <a:cs typeface="Arial"/>
              </a:defRPr>
            </a:lvl4pPr>
            <a:lvl5pPr algn="l">
              <a:defRPr sz="2400" b="1">
                <a:solidFill>
                  <a:srgbClr val="167D8D"/>
                </a:solidFill>
                <a:latin typeface="Arial"/>
                <a:ea typeface="Arial"/>
                <a:cs typeface="Arial"/>
              </a:defRPr>
            </a:lvl5pPr>
            <a:lvl6pPr algn="l">
              <a:defRPr sz="2400" b="1">
                <a:solidFill>
                  <a:srgbClr val="167D8D"/>
                </a:solidFill>
                <a:latin typeface="Arial"/>
                <a:ea typeface="Arial"/>
                <a:cs typeface="Arial"/>
              </a:defRPr>
            </a:lvl6pPr>
            <a:lvl7pPr algn="l">
              <a:defRPr sz="2400" b="1">
                <a:solidFill>
                  <a:srgbClr val="167D8D"/>
                </a:solidFill>
                <a:latin typeface="Arial"/>
                <a:ea typeface="Arial"/>
                <a:cs typeface="Arial"/>
              </a:defRPr>
            </a:lvl7pPr>
            <a:lvl8pPr algn="l">
              <a:defRPr sz="2400" b="1">
                <a:solidFill>
                  <a:srgbClr val="167D8D"/>
                </a:solidFill>
                <a:latin typeface="Arial"/>
                <a:ea typeface="Arial"/>
                <a:cs typeface="Arial"/>
              </a:defRPr>
            </a:lvl8pPr>
            <a:lvl9pPr algn="l">
              <a:defRPr sz="2400" b="1">
                <a:solidFill>
                  <a:srgbClr val="167D8D"/>
                </a:solidFill>
                <a:latin typeface="Arial"/>
                <a:ea typeface="Arial"/>
                <a:cs typeface="Arial"/>
              </a:defRPr>
            </a:lvl9pPr>
          </a:lstStyle>
          <a:p xmlns:a="http://schemas.openxmlformats.org/drawingml/2006/main">
            <a:pPr algn="l">
              <a:defRPr sz="2400" b="1">
                <a:solidFill>
                  <a:srgbClr val="167D8D"/>
                </a:solidFill>
                <a:latin typeface="Arial"/>
                <a:ea typeface="Arial"/>
                <a:cs typeface="Arial"/>
              </a:defRPr>
            </a:pPr>
            <a:r>
              <a:rPr sz="2400" b="1">
                <a:solidFill>
                  <a:srgbClr val="167D8D"/>
                </a:solidFill>
                <a:latin typeface="Arial"/>
                <a:ea typeface="Arial"/>
                <a:cs typeface="Arial"/>
              </a:rPr>
              <a:t>PR</a:t>
            </a:r>
          </a:p>
        </p:txBody>
      </p:sp>
      <p:sp>
        <p:nvSpPr>
          <p:cNvPr id="10" name="">
            <a:extLst xmlns:a="http://schemas.openxmlformats.org/drawingml/2006/main">
              <a:ext uri="{FF2B5EF4-FFF2-40B4-BE49-F238E27FC236}">
                <a16:creationId xmlns:a16="http://schemas.microsoft.com/office/drawing/2014/main" id="{65C598F4-54C2-49A7-BD76-54A64CA61086}"/>
              </a:ext>
            </a:extLst>
          </p:cNvPr>
          <p:cNvSpPr>
            <a:spLocks xmlns:a="http://schemas.openxmlformats.org/drawingml/2006/main" noGrp="1"/>
          </p:cNvSpPr>
          <p:nvPr/>
        </p:nvSpPr>
        <p:spPr>
          <a:xfrm xmlns:a="http://schemas.openxmlformats.org/drawingml/2006/main">
            <a:off x="12071503" y="2333625"/>
            <a:ext cx="581918"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وتمنع</a:t>
            </a:r>
          </a:p>
        </p:txBody>
      </p:sp>
      <p:sp>
        <p:nvSpPr>
          <p:cNvPr id="11" name="">
            <a:extLst xmlns:a="http://schemas.openxmlformats.org/drawingml/2006/main">
              <a:ext uri="{FF2B5EF4-FFF2-40B4-BE49-F238E27FC236}">
                <a16:creationId xmlns:a16="http://schemas.microsoft.com/office/drawing/2014/main" id="{C52094AD-02EC-4E46-9847-C86C87878408}"/>
              </a:ext>
            </a:extLst>
          </p:cNvPr>
          <p:cNvSpPr>
            <a:spLocks xmlns:a="http://schemas.openxmlformats.org/drawingml/2006/main" noGrp="1"/>
          </p:cNvSpPr>
          <p:nvPr/>
        </p:nvSpPr>
        <p:spPr>
          <a:xfrm xmlns:a="http://schemas.openxmlformats.org/drawingml/2006/main">
            <a:off x="11499276" y="2333625"/>
            <a:ext cx="487263"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الدفع</a:t>
            </a:r>
          </a:p>
        </p:txBody>
      </p:sp>
      <p:sp>
        <p:nvSpPr>
          <p:cNvPr id="12" name="">
            <a:extLst xmlns:a="http://schemas.openxmlformats.org/drawingml/2006/main">
              <a:ext uri="{FF2B5EF4-FFF2-40B4-BE49-F238E27FC236}">
                <a16:creationId xmlns:a16="http://schemas.microsoft.com/office/drawing/2014/main" id="{86217C1F-61FE-494D-8851-EC94D72BBE44}"/>
              </a:ext>
            </a:extLst>
          </p:cNvPr>
          <p:cNvSpPr>
            <a:spLocks xmlns:a="http://schemas.openxmlformats.org/drawingml/2006/main" noGrp="1"/>
          </p:cNvSpPr>
          <p:nvPr/>
        </p:nvSpPr>
        <p:spPr>
          <a:xfrm xmlns:a="http://schemas.openxmlformats.org/drawingml/2006/main">
            <a:off x="10654695" y="2333625"/>
            <a:ext cx="75961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القسري</a:t>
            </a:r>
          </a:p>
        </p:txBody>
      </p:sp>
      <p:sp>
        <p:nvSpPr>
          <p:cNvPr id="13" name="">
            <a:extLst xmlns:a="http://schemas.openxmlformats.org/drawingml/2006/main">
              <a:ext uri="{FF2B5EF4-FFF2-40B4-BE49-F238E27FC236}">
                <a16:creationId xmlns:a16="http://schemas.microsoft.com/office/drawing/2014/main" id="{7E9ABBB7-4877-4044-9355-404D02C39B77}"/>
              </a:ext>
            </a:extLst>
          </p:cNvPr>
          <p:cNvSpPr>
            <a:spLocks xmlns:a="http://schemas.openxmlformats.org/drawingml/2006/main" noGrp="1"/>
          </p:cNvSpPr>
          <p:nvPr/>
        </p:nvSpPr>
        <p:spPr>
          <a:xfrm xmlns:a="http://schemas.openxmlformats.org/drawingml/2006/main">
            <a:off x="9730341" y="2333625"/>
            <a:ext cx="83939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وتستثني</a:t>
            </a:r>
          </a:p>
        </p:txBody>
      </p:sp>
      <p:sp>
        <p:nvSpPr>
          <p:cNvPr id="14" name="">
            <a:extLst xmlns:a="http://schemas.openxmlformats.org/drawingml/2006/main">
              <a:ext uri="{FF2B5EF4-FFF2-40B4-BE49-F238E27FC236}">
                <a16:creationId xmlns:a16="http://schemas.microsoft.com/office/drawing/2014/main" id="{827A0A2B-2799-4E5F-BC9C-7C564D4A1829}"/>
              </a:ext>
            </a:extLst>
          </p:cNvPr>
          <p:cNvSpPr>
            <a:spLocks xmlns:a="http://schemas.openxmlformats.org/drawingml/2006/main" noGrp="1"/>
          </p:cNvSpPr>
          <p:nvPr/>
        </p:nvSpPr>
        <p:spPr>
          <a:xfrm xmlns:a="http://schemas.openxmlformats.org/drawingml/2006/main">
            <a:off x="8595842" y="2333625"/>
            <a:ext cx="104953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البرنامجين</a:t>
            </a:r>
          </a:p>
        </p:txBody>
      </p:sp>
      <p:graphicFrame>
        <p:nvGraphicFramePr>
          <p:cNvPr id="15" name="">
            <a:extLst xmlns:a="http://schemas.openxmlformats.org/drawingml/2006/main">
              <a:ext uri="{FF2B5EF4-FFF2-40B4-BE49-F238E27FC236}">
                <a16:creationId xmlns:a16="http://schemas.microsoft.com/office/drawing/2014/main" id="{D97B9341-3BE7-40C4-90E6-90DFD985D185}"/>
              </a:ext>
            </a:extLst>
          </p:cNvPr>
          <p:cNvGraphicFramePr/>
          <p:nvPr/>
        </p:nvGraphicFramePr>
        <p:xfrm>
          <a:off xmlns:a="http://schemas.openxmlformats.org/drawingml/2006/main" x="762000" y="3333750"/>
          <a:ext xmlns:a="http://schemas.openxmlformats.org/drawingml/2006/main" cx="13620750" cy="3238500"/>
        </p:xfrm>
        <a:graphic xmlns:a="http://schemas.openxmlformats.org/drawingml/2006/main">
          <a:graphicData uri="http://schemas.openxmlformats.org/drawingml/2006/table">
            <a:tbl>
              <a:tblPr/>
              <a:tblGrid>
                <a:gridCol w="2571750"/>
                <a:gridCol w="2571750"/>
                <a:gridCol w="2095500"/>
                <a:gridCol w="6381750"/>
              </a:tblGrid>
              <a:tr h="539750">
                <a:tc>
                  <a:txBody>
                    <a:bodyPr wrap="square" lIns="114300" tIns="114300" rIns="114300" bIns="114300">
                      <a:noAutofit/>
                    </a:bodyPr>
                    <a:lstStyle/>
                    <a:p>
                      <a:pPr algn="r"/>
                      <a:r>
                        <a:rPr sz="2100" b="1">
                          <a:solidFill>
                            <a:srgbClr val="167D8D"/>
                          </a:solidFill>
                          <a:latin typeface="Arial"/>
                          <a:ea typeface="Arial"/>
                          <a:cs typeface="Arial"/>
                        </a:rPr>
                        <a:t>بعد الإصلاح</a:t>
                      </a:r>
                    </a:p>
                  </a:txBody>
                  <a:tcPr marL="91440" marR="91440" marT="45720" marB="45720" anchor="ctr">
                    <a:lnL w="9525">
                      <a:solidFill>
                        <a:srgbClr val="D3D6D2"/>
                      </a:solidFill>
                    </a:lnL>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2100" b="1">
                          <a:solidFill>
                            <a:srgbClr val="167D8D"/>
                          </a:solidFill>
                          <a:latin typeface="Arial"/>
                          <a:ea typeface="Arial"/>
                          <a:cs typeface="Arial"/>
                        </a:rPr>
                        <a:t>قبل الإصلاح</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2100" b="1">
                          <a:solidFill>
                            <a:srgbClr val="167D8D"/>
                          </a:solidFill>
                          <a:latin typeface="Arial"/>
                          <a:ea typeface="Arial"/>
                          <a:cs typeface="Arial"/>
                        </a:rPr>
                        <a:t>المطلوب</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c>
                  <a:txBody>
                    <a:bodyPr wrap="square" lIns="114300" tIns="114300" rIns="114300" bIns="114300">
                      <a:noAutofit/>
                    </a:bodyPr>
                    <a:lstStyle/>
                    <a:p>
                      <a:pPr algn="r"/>
                      <a:r>
                        <a:rPr sz="2100" b="1">
                          <a:solidFill>
                            <a:srgbClr val="167D8D"/>
                          </a:solidFill>
                          <a:latin typeface="Arial"/>
                          <a:ea typeface="Arial"/>
                          <a:cs typeface="Arial"/>
                        </a:rPr>
                        <a:t>العملية</a:t>
                      </a:r>
                    </a:p>
                  </a:txBody>
                  <a:tcPr marL="91440" marR="91440" marT="45720" marB="45720" anchor="ctr">
                    <a:lnR w="9525">
                      <a:solidFill>
                        <a:srgbClr val="D3D6D2"/>
                      </a:solidFill>
                    </a:lnR>
                    <a:lnT w="9525">
                      <a:solidFill>
                        <a:srgbClr val="D3D6D2"/>
                      </a:solidFill>
                    </a:lnT>
                    <a:lnB w="9525">
                      <a:solidFill>
                        <a:srgbClr val="D3D6D2"/>
                      </a:solidFill>
                    </a:lnB>
                    <a:solidFill>
                      <a:srgbClr val="E2EBE7"/>
                    </a:solidFill>
                  </a:tcPr>
                </a:tc>
              </a:tr>
              <a:tr h="539750">
                <a:tc>
                  <a:txBody>
                    <a:bodyPr wrap="square" lIns="114300" tIns="114300" rIns="114300" bIns="114300">
                      <a:noAutofit/>
                    </a:bodyPr>
                    <a:lstStyle/>
                    <a:p>
                      <a:pPr algn="r"/>
                      <a:r>
                        <a:rPr sz="2100" b="0">
                          <a:solidFill>
                            <a:srgbClr val="142B36"/>
                          </a:solidFill>
                          <a:latin typeface="Arial"/>
                          <a:ea typeface="Arial"/>
                          <a:cs typeface="Arial"/>
                        </a:rPr>
                        <a:t>مسموح</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مسموح</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السماح</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تحديث الإصدار الطبيعي</a:t>
                      </a:r>
                    </a:p>
                  </a:txBody>
                  <a:tcPr marL="91440" marR="91440" marT="45720" marB="45720" anchor="ctr">
                    <a:lnR w="9525">
                      <a:solidFill>
                        <a:srgbClr val="D3D6D2"/>
                      </a:solidFill>
                    </a:lnR>
                    <a:lnB w="9525">
                      <a:solidFill>
                        <a:srgbClr val="D3D6D2"/>
                      </a:solidFill>
                    </a:lnB>
                    <a:solidFill>
                      <a:srgbClr val="F6F3EB"/>
                    </a:solidFill>
                  </a:tcPr>
                </a:tc>
              </a:tr>
              <a:tr h="539750">
                <a:tc>
                  <a:txBody>
                    <a:bodyPr wrap="square" lIns="114300" tIns="114300" rIns="114300" bIns="114300">
                      <a:noAutofit/>
                    </a:bodyPr>
                    <a:lstStyle/>
                    <a:p>
                      <a:pPr algn="r"/>
                      <a:r>
                        <a:rPr sz="2100" b="0">
                          <a:solidFill>
                            <a:srgbClr val="142B36"/>
                          </a:solidFill>
                          <a:latin typeface="Arial"/>
                          <a:ea typeface="Arial"/>
                          <a:cs typeface="Arial"/>
                        </a:rPr>
                        <a:t>ممنوع</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مسموح</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المنع</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الدفع القسري للإصدار</a:t>
                      </a:r>
                    </a:p>
                  </a:txBody>
                  <a:tcPr marL="91440" marR="91440" marT="45720" marB="45720" anchor="ctr">
                    <a:lnR w="9525">
                      <a:solidFill>
                        <a:srgbClr val="D3D6D2"/>
                      </a:solidFill>
                    </a:lnR>
                    <a:lnB w="9525">
                      <a:solidFill>
                        <a:srgbClr val="D3D6D2"/>
                      </a:solidFill>
                    </a:lnB>
                    <a:solidFill>
                      <a:srgbClr val="F6F3EB"/>
                    </a:solidFill>
                  </a:tcPr>
                </a:tc>
              </a:tr>
              <a:tr h="539750">
                <a:tc>
                  <a:txBody>
                    <a:bodyPr wrap="square" lIns="114300" tIns="114300" rIns="114300" bIns="114300">
                      <a:noAutofit/>
                    </a:bodyPr>
                    <a:lstStyle/>
                    <a:p>
                      <a:pPr algn="r"/>
                      <a:r>
                        <a:rPr sz="2100" b="0">
                          <a:solidFill>
                            <a:srgbClr val="142B36"/>
                          </a:solidFill>
                          <a:latin typeface="Arial"/>
                          <a:ea typeface="Arial"/>
                          <a:cs typeface="Arial"/>
                        </a:rPr>
                        <a:t>مسموح</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مسموح</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السماح</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الدفع القسري للمزامنة</a:t>
                      </a:r>
                    </a:p>
                  </a:txBody>
                  <a:tcPr marL="91440" marR="91440" marT="45720" marB="45720" anchor="ctr">
                    <a:lnR w="9525">
                      <a:solidFill>
                        <a:srgbClr val="D3D6D2"/>
                      </a:solidFill>
                    </a:lnR>
                    <a:lnB w="9525">
                      <a:solidFill>
                        <a:srgbClr val="D3D6D2"/>
                      </a:solidFill>
                    </a:lnB>
                    <a:solidFill>
                      <a:srgbClr val="F6F3EB"/>
                    </a:solidFill>
                  </a:tcPr>
                </a:tc>
              </a:tr>
              <a:tr h="539750">
                <a:tc>
                  <a:txBody>
                    <a:bodyPr wrap="square" lIns="114300" tIns="114300" rIns="114300" bIns="114300">
                      <a:noAutofit/>
                    </a:bodyPr>
                    <a:lstStyle/>
                    <a:p>
                      <a:pPr algn="r"/>
                      <a:r>
                        <a:rPr sz="2100" b="0">
                          <a:solidFill>
                            <a:srgbClr val="142B36"/>
                          </a:solidFill>
                          <a:latin typeface="Arial"/>
                          <a:ea typeface="Arial"/>
                          <a:cs typeface="Arial"/>
                        </a:rPr>
                        <a:t>ممنوع</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ممنوع</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المنع</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تحديث المطور المباشر</a:t>
                      </a:r>
                    </a:p>
                  </a:txBody>
                  <a:tcPr marL="91440" marR="91440" marT="45720" marB="45720" anchor="ctr">
                    <a:lnR w="9525">
                      <a:solidFill>
                        <a:srgbClr val="D3D6D2"/>
                      </a:solidFill>
                    </a:lnR>
                    <a:lnB w="9525">
                      <a:solidFill>
                        <a:srgbClr val="D3D6D2"/>
                      </a:solidFill>
                    </a:lnB>
                    <a:solidFill>
                      <a:srgbClr val="F6F3EB"/>
                    </a:solidFill>
                  </a:tcPr>
                </a:tc>
              </a:tr>
              <a:tr h="539750">
                <a:tc>
                  <a:txBody>
                    <a:bodyPr wrap="square" lIns="114300" tIns="114300" rIns="114300" bIns="114300">
                      <a:noAutofit/>
                    </a:bodyPr>
                    <a:lstStyle/>
                    <a:p>
                      <a:pPr algn="r"/>
                      <a:r>
                        <a:rPr sz="2100" b="0">
                          <a:solidFill>
                            <a:srgbClr val="142B36"/>
                          </a:solidFill>
                          <a:latin typeface="Arial"/>
                          <a:ea typeface="Arial"/>
                          <a:cs typeface="Arial"/>
                        </a:rPr>
                        <a:t>مسموح</a:t>
                      </a:r>
                    </a:p>
                  </a:txBody>
                  <a:tcPr marL="91440" marR="91440" marT="45720" marB="45720" anchor="ctr">
                    <a:lnL w="9525">
                      <a:solidFill>
                        <a:srgbClr val="D3D6D2"/>
                      </a:solidFill>
                    </a:lnL>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مسموح</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السماح</a:t>
                      </a:r>
                    </a:p>
                  </a:txBody>
                  <a:tcPr marL="91440" marR="91440" marT="45720" marB="45720" anchor="ctr">
                    <a:lnR w="9525">
                      <a:solidFill>
                        <a:srgbClr val="D3D6D2"/>
                      </a:solidFill>
                    </a:lnR>
                    <a:lnB w="9525">
                      <a:solidFill>
                        <a:srgbClr val="D3D6D2"/>
                      </a:solidFill>
                    </a:lnB>
                    <a:solidFill>
                      <a:srgbClr val="F6F3EB"/>
                    </a:solidFill>
                  </a:tcPr>
                </a:tc>
                <a:tc>
                  <a:txBody>
                    <a:bodyPr wrap="square" lIns="114300" tIns="114300" rIns="114300" bIns="114300">
                      <a:noAutofit/>
                    </a:bodyPr>
                    <a:lstStyle/>
                    <a:p>
                      <a:pPr algn="r"/>
                      <a:r>
                        <a:rPr sz="2100" b="0">
                          <a:solidFill>
                            <a:srgbClr val="142B36"/>
                          </a:solidFill>
                          <a:latin typeface="Arial"/>
                          <a:ea typeface="Arial"/>
                          <a:cs typeface="Arial"/>
                        </a:rPr>
                        <a:t>طلب دمج معتمد للمطور</a:t>
                      </a:r>
                    </a:p>
                  </a:txBody>
                  <a:tcPr marL="91440" marR="91440" marT="45720" marB="45720" anchor="ctr">
                    <a:lnR w="9525">
                      <a:solidFill>
                        <a:srgbClr val="D3D6D2"/>
                      </a:solidFill>
                    </a:lnR>
                    <a:lnB w="9525">
                      <a:solidFill>
                        <a:srgbClr val="D3D6D2"/>
                      </a:solidFill>
                    </a:lnB>
                    <a:solidFill>
                      <a:srgbClr val="F6F3EB"/>
                    </a:solidFill>
                  </a:tcPr>
                </a:tc>
              </a:tr>
            </a:tbl>
          </a:graphicData>
        </a:graphic>
      </p:graphicFrame>
      <p:sp>
        <p:nvSpPr>
          <p:cNvPr id="16" name="">
            <a:extLst xmlns:a="http://schemas.openxmlformats.org/drawingml/2006/main">
              <a:ext uri="{FF2B5EF4-FFF2-40B4-BE49-F238E27FC236}">
                <a16:creationId xmlns:a16="http://schemas.microsoft.com/office/drawing/2014/main" id="{97E0D585-DBEB-45D4-8C0A-A9411B4C2044}"/>
              </a:ext>
            </a:extLst>
          </p:cNvPr>
          <p:cNvSpPr>
            <a:spLocks xmlns:a="http://schemas.openxmlformats.org/drawingml/2006/main" noGrp="1"/>
          </p:cNvSpPr>
          <p:nvPr/>
        </p:nvSpPr>
        <p:spPr>
          <a:xfrm xmlns:a="http://schemas.openxmlformats.org/drawingml/2006/main">
            <a:off x="13770862" y="7000875"/>
            <a:ext cx="621413"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نضيف</a:t>
            </a:r>
          </a:p>
        </p:txBody>
      </p:sp>
      <p:sp>
        <p:nvSpPr>
          <p:cNvPr id="17" name="">
            <a:extLst xmlns:a="http://schemas.openxmlformats.org/drawingml/2006/main">
              <a:ext uri="{FF2B5EF4-FFF2-40B4-BE49-F238E27FC236}">
                <a16:creationId xmlns:a16="http://schemas.microsoft.com/office/drawing/2014/main" id="{3193D306-89EA-4C24-AC96-C417D079523A}"/>
              </a:ext>
            </a:extLst>
          </p:cNvPr>
          <p:cNvSpPr>
            <a:spLocks xmlns:a="http://schemas.openxmlformats.org/drawingml/2006/main" noGrp="1"/>
          </p:cNvSpPr>
          <p:nvPr/>
        </p:nvSpPr>
        <p:spPr>
          <a:xfrm xmlns:a="http://schemas.openxmlformats.org/drawingml/2006/main">
            <a:off x="13301870" y="7000875"/>
            <a:ext cx="386981"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67D8D"/>
                </a:solidFill>
                <a:latin typeface="Arial"/>
                <a:ea typeface="Arial"/>
                <a:cs typeface="Arial"/>
              </a:defRPr>
            </a:defPPr>
            <a:lvl1pPr algn="l">
              <a:defRPr sz="2325" b="1">
                <a:solidFill>
                  <a:srgbClr val="167D8D"/>
                </a:solidFill>
                <a:latin typeface="Arial"/>
                <a:ea typeface="Arial"/>
                <a:cs typeface="Arial"/>
              </a:defRPr>
            </a:lvl1pPr>
            <a:lvl2pPr algn="l">
              <a:defRPr sz="2325" b="1">
                <a:solidFill>
                  <a:srgbClr val="167D8D"/>
                </a:solidFill>
                <a:latin typeface="Arial"/>
                <a:ea typeface="Arial"/>
                <a:cs typeface="Arial"/>
              </a:defRPr>
            </a:lvl2pPr>
            <a:lvl3pPr algn="l">
              <a:defRPr sz="2325" b="1">
                <a:solidFill>
                  <a:srgbClr val="167D8D"/>
                </a:solidFill>
                <a:latin typeface="Arial"/>
                <a:ea typeface="Arial"/>
                <a:cs typeface="Arial"/>
              </a:defRPr>
            </a:lvl3pPr>
            <a:lvl4pPr algn="l">
              <a:defRPr sz="2325" b="1">
                <a:solidFill>
                  <a:srgbClr val="167D8D"/>
                </a:solidFill>
                <a:latin typeface="Arial"/>
                <a:ea typeface="Arial"/>
                <a:cs typeface="Arial"/>
              </a:defRPr>
            </a:lvl4pPr>
            <a:lvl5pPr algn="l">
              <a:defRPr sz="2325" b="1">
                <a:solidFill>
                  <a:srgbClr val="167D8D"/>
                </a:solidFill>
                <a:latin typeface="Arial"/>
                <a:ea typeface="Arial"/>
                <a:cs typeface="Arial"/>
              </a:defRPr>
            </a:lvl5pPr>
            <a:lvl6pPr algn="l">
              <a:defRPr sz="2325" b="1">
                <a:solidFill>
                  <a:srgbClr val="167D8D"/>
                </a:solidFill>
                <a:latin typeface="Arial"/>
                <a:ea typeface="Arial"/>
                <a:cs typeface="Arial"/>
              </a:defRPr>
            </a:lvl6pPr>
            <a:lvl7pPr algn="l">
              <a:defRPr sz="2325" b="1">
                <a:solidFill>
                  <a:srgbClr val="167D8D"/>
                </a:solidFill>
                <a:latin typeface="Arial"/>
                <a:ea typeface="Arial"/>
                <a:cs typeface="Arial"/>
              </a:defRPr>
            </a:lvl7pPr>
            <a:lvl8pPr algn="l">
              <a:defRPr sz="2325" b="1">
                <a:solidFill>
                  <a:srgbClr val="167D8D"/>
                </a:solidFill>
                <a:latin typeface="Arial"/>
                <a:ea typeface="Arial"/>
                <a:cs typeface="Arial"/>
              </a:defRPr>
            </a:lvl8pPr>
            <a:lvl9pPr algn="l">
              <a:defRPr sz="2325" b="1">
                <a:solidFill>
                  <a:srgbClr val="167D8D"/>
                </a:solidFill>
                <a:latin typeface="Arial"/>
                <a:ea typeface="Arial"/>
                <a:cs typeface="Arial"/>
              </a:defRPr>
            </a:lvl9pPr>
          </a:lstStyle>
          <a:p xmlns:a="http://schemas.openxmlformats.org/drawingml/2006/main">
            <a:pPr algn="l">
              <a:defRPr sz="2325" b="1">
                <a:solidFill>
                  <a:srgbClr val="167D8D"/>
                </a:solidFill>
                <a:latin typeface="Arial"/>
                <a:ea typeface="Arial"/>
                <a:cs typeface="Arial"/>
              </a:defRPr>
            </a:pPr>
            <a:r>
              <a:rPr sz="2325" b="1">
                <a:solidFill>
                  <a:srgbClr val="167D8D"/>
                </a:solidFill>
                <a:latin typeface="Arial"/>
                <a:ea typeface="Arial"/>
                <a:cs typeface="Arial"/>
              </a:rPr>
              <a:t>R2</a:t>
            </a:r>
          </a:p>
        </p:txBody>
      </p:sp>
      <p:sp>
        <p:nvSpPr>
          <p:cNvPr id="18" name="">
            <a:extLst xmlns:a="http://schemas.openxmlformats.org/drawingml/2006/main">
              <a:ext uri="{FF2B5EF4-FFF2-40B4-BE49-F238E27FC236}">
                <a16:creationId xmlns:a16="http://schemas.microsoft.com/office/drawing/2014/main" id="{7F8584BB-B2B6-4F1F-8440-A8387E8F2FE2}"/>
              </a:ext>
            </a:extLst>
          </p:cNvPr>
          <p:cNvSpPr>
            <a:spLocks xmlns:a="http://schemas.openxmlformats.org/drawingml/2006/main" noGrp="1"/>
          </p:cNvSpPr>
          <p:nvPr/>
        </p:nvSpPr>
        <p:spPr>
          <a:xfrm xmlns:a="http://schemas.openxmlformats.org/drawingml/2006/main">
            <a:off x="12800007" y="7000875"/>
            <a:ext cx="419853"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لمنع</a:t>
            </a:r>
          </a:p>
        </p:txBody>
      </p:sp>
      <p:sp>
        <p:nvSpPr>
          <p:cNvPr id="19" name="">
            <a:extLst xmlns:a="http://schemas.openxmlformats.org/drawingml/2006/main">
              <a:ext uri="{FF2B5EF4-FFF2-40B4-BE49-F238E27FC236}">
                <a16:creationId xmlns:a16="http://schemas.microsoft.com/office/drawing/2014/main" id="{F6221876-8C64-4DCE-8401-32AF9E0E84FD}"/>
              </a:ext>
            </a:extLst>
          </p:cNvPr>
          <p:cNvSpPr>
            <a:spLocks xmlns:a="http://schemas.openxmlformats.org/drawingml/2006/main" noGrp="1"/>
          </p:cNvSpPr>
          <p:nvPr/>
        </p:nvSpPr>
        <p:spPr>
          <a:xfrm xmlns:a="http://schemas.openxmlformats.org/drawingml/2006/main">
            <a:off x="12245663" y="7000875"/>
            <a:ext cx="472334"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الدفع</a:t>
            </a:r>
          </a:p>
        </p:txBody>
      </p:sp>
      <p:sp>
        <p:nvSpPr>
          <p:cNvPr id="20" name="">
            <a:extLst xmlns:a="http://schemas.openxmlformats.org/drawingml/2006/main">
              <a:ext uri="{FF2B5EF4-FFF2-40B4-BE49-F238E27FC236}">
                <a16:creationId xmlns:a16="http://schemas.microsoft.com/office/drawing/2014/main" id="{15581EB6-07DC-4AC5-A3D0-D803C7D53980}"/>
              </a:ext>
            </a:extLst>
          </p:cNvPr>
          <p:cNvSpPr>
            <a:spLocks xmlns:a="http://schemas.openxmlformats.org/drawingml/2006/main" noGrp="1"/>
          </p:cNvSpPr>
          <p:nvPr/>
        </p:nvSpPr>
        <p:spPr>
          <a:xfrm xmlns:a="http://schemas.openxmlformats.org/drawingml/2006/main">
            <a:off x="11427474" y="7000875"/>
            <a:ext cx="736178"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القسري</a:t>
            </a:r>
          </a:p>
        </p:txBody>
      </p:sp>
      <p:sp>
        <p:nvSpPr>
          <p:cNvPr id="21" name="">
            <a:extLst xmlns:a="http://schemas.openxmlformats.org/drawingml/2006/main">
              <a:ext uri="{FF2B5EF4-FFF2-40B4-BE49-F238E27FC236}">
                <a16:creationId xmlns:a16="http://schemas.microsoft.com/office/drawing/2014/main" id="{43A7A1BE-33F4-4F30-A263-D2FA733F205B}"/>
              </a:ext>
            </a:extLst>
          </p:cNvPr>
          <p:cNvSpPr>
            <a:spLocks xmlns:a="http://schemas.openxmlformats.org/drawingml/2006/main" noGrp="1"/>
          </p:cNvSpPr>
          <p:nvPr/>
        </p:nvSpPr>
        <p:spPr>
          <a:xfrm xmlns:a="http://schemas.openxmlformats.org/drawingml/2006/main">
            <a:off x="11074978" y="7000875"/>
            <a:ext cx="270486"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مع</a:t>
            </a:r>
          </a:p>
        </p:txBody>
      </p:sp>
      <p:sp>
        <p:nvSpPr>
          <p:cNvPr id="22" name="">
            <a:extLst xmlns:a="http://schemas.openxmlformats.org/drawingml/2006/main">
              <a:ext uri="{FF2B5EF4-FFF2-40B4-BE49-F238E27FC236}">
                <a16:creationId xmlns:a16="http://schemas.microsoft.com/office/drawing/2014/main" id="{F8B665CC-8C6A-4AC3-8797-6B0DF2A7DC79}"/>
              </a:ext>
            </a:extLst>
          </p:cNvPr>
          <p:cNvSpPr>
            <a:spLocks xmlns:a="http://schemas.openxmlformats.org/drawingml/2006/main" noGrp="1"/>
          </p:cNvSpPr>
          <p:nvPr/>
        </p:nvSpPr>
        <p:spPr>
          <a:xfrm xmlns:a="http://schemas.openxmlformats.org/drawingml/2006/main">
            <a:off x="10291680" y="7000875"/>
            <a:ext cx="701287"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استثناء</a:t>
            </a:r>
          </a:p>
        </p:txBody>
      </p:sp>
      <p:sp>
        <p:nvSpPr>
          <p:cNvPr id="23" name="">
            <a:extLst xmlns:a="http://schemas.openxmlformats.org/drawingml/2006/main">
              <a:ext uri="{FF2B5EF4-FFF2-40B4-BE49-F238E27FC236}">
                <a16:creationId xmlns:a16="http://schemas.microsoft.com/office/drawing/2014/main" id="{A01DC811-0D41-4030-AEEB-F62114A447BE}"/>
              </a:ext>
            </a:extLst>
          </p:cNvPr>
          <p:cNvSpPr>
            <a:spLocks xmlns:a="http://schemas.openxmlformats.org/drawingml/2006/main" noGrp="1"/>
          </p:cNvSpPr>
          <p:nvPr/>
        </p:nvSpPr>
        <p:spPr>
          <a:xfrm xmlns:a="http://schemas.openxmlformats.org/drawingml/2006/main">
            <a:off x="9427355" y="7000875"/>
            <a:ext cx="78231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المزامنة</a:t>
            </a:r>
          </a:p>
        </p:txBody>
      </p:sp>
      <p:sp>
        <p:nvSpPr>
          <p:cNvPr id="24" name="">
            <a:extLst xmlns:a="http://schemas.openxmlformats.org/drawingml/2006/main">
              <a:ext uri="{FF2B5EF4-FFF2-40B4-BE49-F238E27FC236}">
                <a16:creationId xmlns:a16="http://schemas.microsoft.com/office/drawing/2014/main" id="{5E36BB8D-8677-4C79-87CD-E87F1684B98C}"/>
              </a:ext>
            </a:extLst>
          </p:cNvPr>
          <p:cNvSpPr>
            <a:spLocks xmlns:a="http://schemas.openxmlformats.org/drawingml/2006/main" noGrp="1"/>
          </p:cNvSpPr>
          <p:nvPr/>
        </p:nvSpPr>
        <p:spPr>
          <a:xfrm xmlns:a="http://schemas.openxmlformats.org/drawingml/2006/main">
            <a:off x="8739214" y="7000875"/>
            <a:ext cx="60613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وحدها</a:t>
            </a:r>
          </a:p>
        </p:txBody>
      </p:sp>
      <p:sp>
        <p:nvSpPr>
          <p:cNvPr id="25" name="">
            <a:extLst xmlns:a="http://schemas.openxmlformats.org/drawingml/2006/main">
              <a:ext uri="{FF2B5EF4-FFF2-40B4-BE49-F238E27FC236}">
                <a16:creationId xmlns:a16="http://schemas.microsoft.com/office/drawing/2014/main" id="{8841DFD3-FE76-4F43-A74A-8112E7532C8B}"/>
              </a:ext>
            </a:extLst>
          </p:cNvPr>
          <p:cNvSpPr>
            <a:spLocks xmlns:a="http://schemas.openxmlformats.org/drawingml/2006/main" noGrp="1"/>
          </p:cNvSpPr>
          <p:nvPr/>
        </p:nvSpPr>
        <p:spPr>
          <a:xfrm xmlns:a="http://schemas.openxmlformats.org/drawingml/2006/main">
            <a:off x="14055561" y="7572375"/>
            <a:ext cx="336714"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مثال</a:t>
            </a:r>
          </a:p>
        </p:txBody>
      </p:sp>
      <p:sp>
        <p:nvSpPr>
          <p:cNvPr id="26" name="">
            <a:extLst xmlns:a="http://schemas.openxmlformats.org/drawingml/2006/main">
              <a:ext uri="{FF2B5EF4-FFF2-40B4-BE49-F238E27FC236}">
                <a16:creationId xmlns:a16="http://schemas.microsoft.com/office/drawing/2014/main" id="{D0BD8CB8-651C-4766-980B-FAC4522801AD}"/>
              </a:ext>
            </a:extLst>
          </p:cNvPr>
          <p:cNvSpPr>
            <a:spLocks xmlns:a="http://schemas.openxmlformats.org/drawingml/2006/main" noGrp="1"/>
          </p:cNvSpPr>
          <p:nvPr/>
        </p:nvSpPr>
        <p:spPr>
          <a:xfrm xmlns:a="http://schemas.openxmlformats.org/drawingml/2006/main">
            <a:off x="13605370" y="7572375"/>
            <a:ext cx="38589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داخل</a:t>
            </a:r>
          </a:p>
        </p:txBody>
      </p:sp>
      <p:sp>
        <p:nvSpPr>
          <p:cNvPr id="27" name="">
            <a:extLst xmlns:a="http://schemas.openxmlformats.org/drawingml/2006/main">
              <a:ext uri="{FF2B5EF4-FFF2-40B4-BE49-F238E27FC236}">
                <a16:creationId xmlns:a16="http://schemas.microsoft.com/office/drawing/2014/main" id="{F598F579-B5EF-4E78-B753-0842DDF385C8}"/>
              </a:ext>
            </a:extLst>
          </p:cNvPr>
          <p:cNvSpPr>
            <a:spLocks xmlns:a="http://schemas.openxmlformats.org/drawingml/2006/main" noGrp="1"/>
          </p:cNvSpPr>
          <p:nvPr/>
        </p:nvSpPr>
        <p:spPr>
          <a:xfrm xmlns:a="http://schemas.openxmlformats.org/drawingml/2006/main">
            <a:off x="12963679" y="7572375"/>
            <a:ext cx="57739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النموذج</a:t>
            </a:r>
          </a:p>
        </p:txBody>
      </p:sp>
      <p:sp>
        <p:nvSpPr>
          <p:cNvPr id="28" name="">
            <a:extLst xmlns:a="http://schemas.openxmlformats.org/drawingml/2006/main">
              <a:ext uri="{FF2B5EF4-FFF2-40B4-BE49-F238E27FC236}">
                <a16:creationId xmlns:a16="http://schemas.microsoft.com/office/drawing/2014/main" id="{A7149DF8-A9B2-4EDA-80D9-95ABC60992B3}"/>
              </a:ext>
            </a:extLst>
          </p:cNvPr>
          <p:cNvSpPr>
            <a:spLocks xmlns:a="http://schemas.openxmlformats.org/drawingml/2006/main" noGrp="1"/>
          </p:cNvSpPr>
          <p:nvPr/>
        </p:nvSpPr>
        <p:spPr>
          <a:xfrm xmlns:a="http://schemas.openxmlformats.org/drawingml/2006/main">
            <a:off x="12381868" y="7572375"/>
            <a:ext cx="51751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المحلي</a:t>
            </a:r>
          </a:p>
        </p:txBody>
      </p:sp>
      <p:sp>
        <p:nvSpPr>
          <p:cNvPr id="29" name="">
            <a:extLst xmlns:a="http://schemas.openxmlformats.org/drawingml/2006/main">
              <a:ext uri="{FF2B5EF4-FFF2-40B4-BE49-F238E27FC236}">
                <a16:creationId xmlns:a16="http://schemas.microsoft.com/office/drawing/2014/main" id="{C626824A-FA6B-4561-B9CD-2746E3916F70}"/>
              </a:ext>
            </a:extLst>
          </p:cNvPr>
          <p:cNvSpPr>
            <a:spLocks xmlns:a="http://schemas.openxmlformats.org/drawingml/2006/main" noGrp="1"/>
          </p:cNvSpPr>
          <p:nvPr/>
        </p:nvSpPr>
        <p:spPr>
          <a:xfrm xmlns:a="http://schemas.openxmlformats.org/drawingml/2006/main">
            <a:off x="12107015" y="7572375"/>
            <a:ext cx="21055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مع</a:t>
            </a:r>
          </a:p>
        </p:txBody>
      </p:sp>
      <p:sp>
        <p:nvSpPr>
          <p:cNvPr id="30" name="">
            <a:extLst xmlns:a="http://schemas.openxmlformats.org/drawingml/2006/main">
              <a:ext uri="{FF2B5EF4-FFF2-40B4-BE49-F238E27FC236}">
                <a16:creationId xmlns:a16="http://schemas.microsoft.com/office/drawing/2014/main" id="{127DF47B-2401-4852-9F7D-558607509098}"/>
              </a:ext>
            </a:extLst>
          </p:cNvPr>
          <p:cNvSpPr>
            <a:spLocks xmlns:a="http://schemas.openxmlformats.org/drawingml/2006/main" noGrp="1"/>
          </p:cNvSpPr>
          <p:nvPr/>
        </p:nvSpPr>
        <p:spPr>
          <a:xfrm xmlns:a="http://schemas.openxmlformats.org/drawingml/2006/main">
            <a:off x="11434860" y="7572375"/>
            <a:ext cx="60786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افتراض</a:t>
            </a:r>
          </a:p>
        </p:txBody>
      </p:sp>
      <p:sp>
        <p:nvSpPr>
          <p:cNvPr id="31" name="">
            <a:extLst xmlns:a="http://schemas.openxmlformats.org/drawingml/2006/main">
              <a:ext uri="{FF2B5EF4-FFF2-40B4-BE49-F238E27FC236}">
                <a16:creationId xmlns:a16="http://schemas.microsoft.com/office/drawing/2014/main" id="{97B08CF4-9F3D-40E7-A0DF-9BA832A9B0B3}"/>
              </a:ext>
            </a:extLst>
          </p:cNvPr>
          <p:cNvSpPr>
            <a:spLocks xmlns:a="http://schemas.openxmlformats.org/drawingml/2006/main" noGrp="1"/>
          </p:cNvSpPr>
          <p:nvPr/>
        </p:nvSpPr>
        <p:spPr>
          <a:xfrm xmlns:a="http://schemas.openxmlformats.org/drawingml/2006/main">
            <a:off x="10975716" y="7572375"/>
            <a:ext cx="3948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تحقق</a:t>
            </a:r>
          </a:p>
        </p:txBody>
      </p:sp>
      <p:sp>
        <p:nvSpPr>
          <p:cNvPr id="32" name="">
            <a:extLst xmlns:a="http://schemas.openxmlformats.org/drawingml/2006/main">
              <a:ext uri="{FF2B5EF4-FFF2-40B4-BE49-F238E27FC236}">
                <a16:creationId xmlns:a16="http://schemas.microsoft.com/office/drawing/2014/main" id="{EB937A15-EEAD-4EE4-96C5-8E0994072B7C}"/>
              </a:ext>
            </a:extLst>
          </p:cNvPr>
          <p:cNvSpPr>
            <a:spLocks xmlns:a="http://schemas.openxmlformats.org/drawingml/2006/main" noGrp="1"/>
          </p:cNvSpPr>
          <p:nvPr/>
        </p:nvSpPr>
        <p:spPr>
          <a:xfrm xmlns:a="http://schemas.openxmlformats.org/drawingml/2006/main">
            <a:off x="10633774" y="7572375"/>
            <a:ext cx="277648"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بقية</a:t>
            </a:r>
          </a:p>
        </p:txBody>
      </p:sp>
      <p:sp>
        <p:nvSpPr>
          <p:cNvPr id="33" name="">
            <a:extLst xmlns:a="http://schemas.openxmlformats.org/drawingml/2006/main">
              <a:ext uri="{FF2B5EF4-FFF2-40B4-BE49-F238E27FC236}">
                <a16:creationId xmlns:a16="http://schemas.microsoft.com/office/drawing/2014/main" id="{BEA0DF86-A84A-43F0-8DE8-1D32ACA24CA3}"/>
              </a:ext>
            </a:extLst>
          </p:cNvPr>
          <p:cNvSpPr>
            <a:spLocks xmlns:a="http://schemas.openxmlformats.org/drawingml/2006/main" noGrp="1"/>
          </p:cNvSpPr>
          <p:nvPr/>
        </p:nvSpPr>
        <p:spPr>
          <a:xfrm xmlns:a="http://schemas.openxmlformats.org/drawingml/2006/main">
            <a:off x="9977200" y="7572375"/>
            <a:ext cx="59228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الشروط</a:t>
            </a:r>
          </a:p>
        </p:txBody>
      </p:sp>
    </p:spTree>
    <p:extLst>
      <p:ext uri="{BB962C8B-B14F-4D97-AF65-F5344CB8AC3E}">
        <p14:creationId xmlns:p14="http://schemas.microsoft.com/office/powerpoint/2010/main" val="1008754852"/>
      </p:ext>
    </p:extLst>
  </p:cSld>
</p:sld>
</file>

<file path=ppt/slides/slide1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EFFB7633-9E8F-4800-B3C9-A5A1B6337A18}"/>
              </a:ext>
            </a:extLst>
          </p:cNvPr>
          <p:cNvCxnSpPr>
            <a:stCxn xmlns:a="http://schemas.openxmlformats.org/drawingml/2006/main" id="26" idx="1"/>
            <a:endCxn xmlns:a="http://schemas.openxmlformats.org/drawingml/2006/main" id="31" idx="3"/>
          </p:cNvCxnSpPr>
          <p:nvPr/>
        </p:nvCxnSpPr>
        <p:spPr>
          <a:xfrm xmlns:a="http://schemas.openxmlformats.org/drawingml/2006/main" flipH="1">
            <a:off x="3524250" y="4429125"/>
            <a:ext cx="857250" cy="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3" name="">
            <a:extLst xmlns:a="http://schemas.openxmlformats.org/drawingml/2006/main">
              <a:ext uri="{FF2B5EF4-FFF2-40B4-BE49-F238E27FC236}">
                <a16:creationId xmlns:a16="http://schemas.microsoft.com/office/drawing/2014/main" id="{D26DF2E4-6D5F-4614-9918-00FFCC499069}"/>
              </a:ext>
            </a:extLst>
          </p:cNvPr>
          <p:cNvCxnSpPr>
            <a:stCxn xmlns:a="http://schemas.openxmlformats.org/drawingml/2006/main" id="22" idx="1"/>
            <a:endCxn xmlns:a="http://schemas.openxmlformats.org/drawingml/2006/main" id="26" idx="3"/>
          </p:cNvCxnSpPr>
          <p:nvPr/>
        </p:nvCxnSpPr>
        <p:spPr>
          <a:xfrm xmlns:a="http://schemas.openxmlformats.org/drawingml/2006/main" flipH="1">
            <a:off x="7143750" y="4429125"/>
            <a:ext cx="857250" cy="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4" name="">
            <a:extLst xmlns:a="http://schemas.openxmlformats.org/drawingml/2006/main">
              <a:ext uri="{FF2B5EF4-FFF2-40B4-BE49-F238E27FC236}">
                <a16:creationId xmlns:a16="http://schemas.microsoft.com/office/drawing/2014/main" id="{1E88D9E2-887D-4F6E-A572-D39649E3E853}"/>
              </a:ext>
            </a:extLst>
          </p:cNvPr>
          <p:cNvCxnSpPr>
            <a:stCxn xmlns:a="http://schemas.openxmlformats.org/drawingml/2006/main" id="18" idx="1"/>
            <a:endCxn xmlns:a="http://schemas.openxmlformats.org/drawingml/2006/main" id="22" idx="3"/>
          </p:cNvCxnSpPr>
          <p:nvPr/>
        </p:nvCxnSpPr>
        <p:spPr>
          <a:xfrm xmlns:a="http://schemas.openxmlformats.org/drawingml/2006/main" flipH="1">
            <a:off x="10763250" y="4429125"/>
            <a:ext cx="857250" cy="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sp>
        <p:nvSpPr>
          <p:cNvPr id="5" name="">
            <a:extLst xmlns:a="http://schemas.openxmlformats.org/drawingml/2006/main">
              <a:ext uri="{FF2B5EF4-FFF2-40B4-BE49-F238E27FC236}">
                <a16:creationId xmlns:a16="http://schemas.microsoft.com/office/drawing/2014/main" id="{12FF0C75-B2EE-4A09-9827-55B0233E8E67}"/>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9A933760-5114-4C1F-939D-A343EE8B46CB}"/>
              </a:ext>
            </a:extLst>
          </p:cNvPr>
          <p:cNvSpPr>
            <a:spLocks xmlns:a="http://schemas.openxmlformats.org/drawingml/2006/main" noGrp="1"/>
          </p:cNvSpPr>
          <p:nvPr/>
        </p:nvSpPr>
        <p:spPr>
          <a:xfrm xmlns:a="http://schemas.openxmlformats.org/drawingml/2006/main">
            <a:off x="13667985" y="1190625"/>
            <a:ext cx="724290"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كيف</a:t>
            </a:r>
          </a:p>
        </p:txBody>
      </p:sp>
      <p:sp>
        <p:nvSpPr>
          <p:cNvPr id="7" name="">
            <a:extLst xmlns:a="http://schemas.openxmlformats.org/drawingml/2006/main">
              <a:ext uri="{FF2B5EF4-FFF2-40B4-BE49-F238E27FC236}">
                <a16:creationId xmlns:a16="http://schemas.microsoft.com/office/drawing/2014/main" id="{C3615F20-6838-42AB-86C5-000315156C1C}"/>
              </a:ext>
            </a:extLst>
          </p:cNvPr>
          <p:cNvSpPr>
            <a:spLocks xmlns:a="http://schemas.openxmlformats.org/drawingml/2006/main" noGrp="1"/>
          </p:cNvSpPr>
          <p:nvPr/>
        </p:nvSpPr>
        <p:spPr>
          <a:xfrm xmlns:a="http://schemas.openxmlformats.org/drawingml/2006/main">
            <a:off x="12839981" y="1190625"/>
            <a:ext cx="678080"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يولد</a:t>
            </a:r>
          </a:p>
        </p:txBody>
      </p:sp>
      <p:sp>
        <p:nvSpPr>
          <p:cNvPr id="8" name="">
            <a:extLst xmlns:a="http://schemas.openxmlformats.org/drawingml/2006/main">
              <a:ext uri="{FF2B5EF4-FFF2-40B4-BE49-F238E27FC236}">
                <a16:creationId xmlns:a16="http://schemas.microsoft.com/office/drawing/2014/main" id="{32C7AC0B-D989-48E8-9556-2E55799B701D}"/>
              </a:ext>
            </a:extLst>
          </p:cNvPr>
          <p:cNvSpPr>
            <a:spLocks xmlns:a="http://schemas.openxmlformats.org/drawingml/2006/main" noGrp="1"/>
          </p:cNvSpPr>
          <p:nvPr/>
        </p:nvSpPr>
        <p:spPr>
          <a:xfrm xmlns:a="http://schemas.openxmlformats.org/drawingml/2006/main">
            <a:off x="11464979" y="1190625"/>
            <a:ext cx="1225079"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المحرك</a:t>
            </a:r>
          </a:p>
        </p:txBody>
      </p:sp>
      <p:sp>
        <p:nvSpPr>
          <p:cNvPr id="9" name="">
            <a:extLst xmlns:a="http://schemas.openxmlformats.org/drawingml/2006/main">
              <a:ext uri="{FF2B5EF4-FFF2-40B4-BE49-F238E27FC236}">
                <a16:creationId xmlns:a16="http://schemas.microsoft.com/office/drawing/2014/main" id="{75340EB4-57F6-40B6-9DD7-5F49BAD262D3}"/>
              </a:ext>
            </a:extLst>
          </p:cNvPr>
          <p:cNvSpPr>
            <a:spLocks xmlns:a="http://schemas.openxmlformats.org/drawingml/2006/main" noGrp="1"/>
          </p:cNvSpPr>
          <p:nvPr/>
        </p:nvSpPr>
        <p:spPr>
          <a:xfrm xmlns:a="http://schemas.openxmlformats.org/drawingml/2006/main">
            <a:off x="9971938" y="1190625"/>
            <a:ext cx="1343118"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الإصلاح</a:t>
            </a:r>
          </a:p>
        </p:txBody>
      </p:sp>
      <p:sp>
        <p:nvSpPr>
          <p:cNvPr id="10" name="">
            <a:extLst xmlns:a="http://schemas.openxmlformats.org/drawingml/2006/main">
              <a:ext uri="{FF2B5EF4-FFF2-40B4-BE49-F238E27FC236}">
                <a16:creationId xmlns:a16="http://schemas.microsoft.com/office/drawing/2014/main" id="{DF6279BD-CF99-4C90-B718-A7906C4AF098}"/>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14 / 21</a:t>
            </a:r>
          </a:p>
        </p:txBody>
      </p:sp>
      <p:sp>
        <p:nvSpPr>
          <p:cNvPr id="11" name="">
            <a:extLst xmlns:a="http://schemas.openxmlformats.org/drawingml/2006/main">
              <a:ext uri="{FF2B5EF4-FFF2-40B4-BE49-F238E27FC236}">
                <a16:creationId xmlns:a16="http://schemas.microsoft.com/office/drawing/2014/main" id="{B694A511-C66B-4EE6-950B-4EA2C05FAD70}"/>
              </a:ext>
            </a:extLst>
          </p:cNvPr>
          <p:cNvSpPr>
            <a:spLocks xmlns:a="http://schemas.openxmlformats.org/drawingml/2006/main" noGrp="1"/>
          </p:cNvSpPr>
          <p:nvPr/>
        </p:nvSpPr>
        <p:spPr>
          <a:xfrm xmlns:a="http://schemas.openxmlformats.org/drawingml/2006/main">
            <a:off x="13745301" y="2333625"/>
            <a:ext cx="64697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محرك</a:t>
            </a:r>
          </a:p>
        </p:txBody>
      </p:sp>
      <p:sp>
        <p:nvSpPr>
          <p:cNvPr id="12" name="">
            <a:extLst xmlns:a="http://schemas.openxmlformats.org/drawingml/2006/main">
              <a:ext uri="{FF2B5EF4-FFF2-40B4-BE49-F238E27FC236}">
                <a16:creationId xmlns:a16="http://schemas.microsoft.com/office/drawing/2014/main" id="{AA5A4388-2BEA-4768-A63B-5EDE200B02E3}"/>
              </a:ext>
            </a:extLst>
          </p:cNvPr>
          <p:cNvSpPr>
            <a:spLocks xmlns:a="http://schemas.openxmlformats.org/drawingml/2006/main" noGrp="1"/>
          </p:cNvSpPr>
          <p:nvPr/>
        </p:nvSpPr>
        <p:spPr>
          <a:xfrm xmlns:a="http://schemas.openxmlformats.org/drawingml/2006/main">
            <a:off x="13046177" y="2333625"/>
            <a:ext cx="605302"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حتمي</a:t>
            </a:r>
          </a:p>
        </p:txBody>
      </p:sp>
      <p:sp>
        <p:nvSpPr>
          <p:cNvPr id="13" name="">
            <a:extLst xmlns:a="http://schemas.openxmlformats.org/drawingml/2006/main">
              <a:ext uri="{FF2B5EF4-FFF2-40B4-BE49-F238E27FC236}">
                <a16:creationId xmlns:a16="http://schemas.microsoft.com/office/drawing/2014/main" id="{B7B3DA56-9B69-4D89-BE74-94FD16F5C610}"/>
              </a:ext>
            </a:extLst>
          </p:cNvPr>
          <p:cNvSpPr>
            <a:spLocks xmlns:a="http://schemas.openxmlformats.org/drawingml/2006/main" noGrp="1"/>
          </p:cNvSpPr>
          <p:nvPr/>
        </p:nvSpPr>
        <p:spPr>
          <a:xfrm xmlns:a="http://schemas.openxmlformats.org/drawingml/2006/main">
            <a:off x="12370819" y="2333625"/>
            <a:ext cx="581536"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يبحث</a:t>
            </a:r>
          </a:p>
        </p:txBody>
      </p:sp>
      <p:sp>
        <p:nvSpPr>
          <p:cNvPr id="14" name="">
            <a:extLst xmlns:a="http://schemas.openxmlformats.org/drawingml/2006/main">
              <a:ext uri="{FF2B5EF4-FFF2-40B4-BE49-F238E27FC236}">
                <a16:creationId xmlns:a16="http://schemas.microsoft.com/office/drawing/2014/main" id="{7684605F-BD23-43B9-8D31-88FF2824346E}"/>
              </a:ext>
            </a:extLst>
          </p:cNvPr>
          <p:cNvSpPr>
            <a:spLocks xmlns:a="http://schemas.openxmlformats.org/drawingml/2006/main" noGrp="1"/>
          </p:cNvSpPr>
          <p:nvPr/>
        </p:nvSpPr>
        <p:spPr>
          <a:xfrm xmlns:a="http://schemas.openxmlformats.org/drawingml/2006/main">
            <a:off x="11691555" y="2333625"/>
            <a:ext cx="585443"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ضمن</a:t>
            </a:r>
          </a:p>
        </p:txBody>
      </p:sp>
      <p:sp>
        <p:nvSpPr>
          <p:cNvPr id="15" name="">
            <a:extLst xmlns:a="http://schemas.openxmlformats.org/drawingml/2006/main">
              <a:ext uri="{FF2B5EF4-FFF2-40B4-BE49-F238E27FC236}">
                <a16:creationId xmlns:a16="http://schemas.microsoft.com/office/drawing/2014/main" id="{554C57D5-EA53-4DA7-B377-D8D1C988B1CF}"/>
              </a:ext>
            </a:extLst>
          </p:cNvPr>
          <p:cNvSpPr>
            <a:spLocks xmlns:a="http://schemas.openxmlformats.org/drawingml/2006/main" noGrp="1"/>
          </p:cNvSpPr>
          <p:nvPr/>
        </p:nvSpPr>
        <p:spPr>
          <a:xfrm xmlns:a="http://schemas.openxmlformats.org/drawingml/2006/main">
            <a:off x="10775933" y="2333625"/>
            <a:ext cx="821801"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تعديلات</a:t>
            </a:r>
          </a:p>
        </p:txBody>
      </p:sp>
      <p:sp>
        <p:nvSpPr>
          <p:cNvPr id="16" name="">
            <a:extLst xmlns:a="http://schemas.openxmlformats.org/drawingml/2006/main">
              <a:ext uri="{FF2B5EF4-FFF2-40B4-BE49-F238E27FC236}">
                <a16:creationId xmlns:a16="http://schemas.microsoft.com/office/drawing/2014/main" id="{6FDD573D-EAFE-4649-8767-9D526942E71E}"/>
              </a:ext>
            </a:extLst>
          </p:cNvPr>
          <p:cNvSpPr>
            <a:spLocks xmlns:a="http://schemas.openxmlformats.org/drawingml/2006/main" noGrp="1"/>
          </p:cNvSpPr>
          <p:nvPr/>
        </p:nvSpPr>
        <p:spPr>
          <a:xfrm xmlns:a="http://schemas.openxmlformats.org/drawingml/2006/main">
            <a:off x="9968722" y="2333625"/>
            <a:ext cx="713389"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وحدود</a:t>
            </a:r>
          </a:p>
        </p:txBody>
      </p:sp>
      <p:sp>
        <p:nvSpPr>
          <p:cNvPr id="17" name="">
            <a:extLst xmlns:a="http://schemas.openxmlformats.org/drawingml/2006/main">
              <a:ext uri="{FF2B5EF4-FFF2-40B4-BE49-F238E27FC236}">
                <a16:creationId xmlns:a16="http://schemas.microsoft.com/office/drawing/2014/main" id="{B01130B3-AC63-4FBD-8DB6-5B64015277A7}"/>
              </a:ext>
            </a:extLst>
          </p:cNvPr>
          <p:cNvSpPr>
            <a:spLocks xmlns:a="http://schemas.openxmlformats.org/drawingml/2006/main" noGrp="1"/>
          </p:cNvSpPr>
          <p:nvPr/>
        </p:nvSpPr>
        <p:spPr>
          <a:xfrm xmlns:a="http://schemas.openxmlformats.org/drawingml/2006/main">
            <a:off x="9101609" y="2333625"/>
            <a:ext cx="773292"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معلومة</a:t>
            </a:r>
          </a:p>
        </p:txBody>
      </p:sp>
      <p:sp>
        <p:nvSpPr>
          <p:cNvPr id="18" name="">
            <a:extLst xmlns:a="http://schemas.openxmlformats.org/drawingml/2006/main">
              <a:ext uri="{FF2B5EF4-FFF2-40B4-BE49-F238E27FC236}">
                <a16:creationId xmlns:a16="http://schemas.microsoft.com/office/drawing/2014/main" id="{6BE9B4EF-98DB-4B87-95D6-58709B2008E3}"/>
              </a:ext>
            </a:extLst>
          </p:cNvPr>
          <p:cNvSpPr>
            <a:spLocks xmlns:a="http://schemas.openxmlformats.org/drawingml/2006/main" noGrp="1"/>
          </p:cNvSpPr>
          <p:nvPr/>
        </p:nvSpPr>
        <p:spPr>
          <a:xfrm xmlns:a="http://schemas.openxmlformats.org/drawingml/2006/main">
            <a:off x="11620500" y="3714750"/>
            <a:ext cx="2762250" cy="1428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19" name="">
            <a:extLst xmlns:a="http://schemas.openxmlformats.org/drawingml/2006/main">
              <a:ext uri="{FF2B5EF4-FFF2-40B4-BE49-F238E27FC236}">
                <a16:creationId xmlns:a16="http://schemas.microsoft.com/office/drawing/2014/main" id="{6324FD4B-16C8-475A-9F57-6B4B4FAE97AB}"/>
              </a:ext>
            </a:extLst>
          </p:cNvPr>
          <p:cNvSpPr>
            <a:spLocks xmlns:a="http://schemas.openxmlformats.org/drawingml/2006/main" noGrp="1"/>
          </p:cNvSpPr>
          <p:nvPr/>
        </p:nvSpPr>
        <p:spPr>
          <a:xfrm xmlns:a="http://schemas.openxmlformats.org/drawingml/2006/main">
            <a:off x="12597943" y="4028599"/>
            <a:ext cx="81689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المدخلات</a:t>
            </a:r>
          </a:p>
        </p:txBody>
      </p:sp>
      <p:sp>
        <p:nvSpPr>
          <p:cNvPr id="20" name="">
            <a:extLst xmlns:a="http://schemas.openxmlformats.org/drawingml/2006/main">
              <a:ext uri="{FF2B5EF4-FFF2-40B4-BE49-F238E27FC236}">
                <a16:creationId xmlns:a16="http://schemas.microsoft.com/office/drawing/2014/main" id="{5337E98F-7E3A-4389-926D-6C95620A861C}"/>
              </a:ext>
            </a:extLst>
          </p:cNvPr>
          <p:cNvSpPr>
            <a:spLocks xmlns:a="http://schemas.openxmlformats.org/drawingml/2006/main" noGrp="1"/>
          </p:cNvSpPr>
          <p:nvPr/>
        </p:nvSpPr>
        <p:spPr>
          <a:xfrm xmlns:a="http://schemas.openxmlformats.org/drawingml/2006/main">
            <a:off x="12907676" y="4429125"/>
            <a:ext cx="81203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والطبقات</a:t>
            </a:r>
          </a:p>
        </p:txBody>
      </p:sp>
      <p:sp>
        <p:nvSpPr>
          <p:cNvPr id="21" name="">
            <a:extLst xmlns:a="http://schemas.openxmlformats.org/drawingml/2006/main">
              <a:ext uri="{FF2B5EF4-FFF2-40B4-BE49-F238E27FC236}">
                <a16:creationId xmlns:a16="http://schemas.microsoft.com/office/drawing/2014/main" id="{711E70DD-6DC1-437F-B763-3C5B44906873}"/>
              </a:ext>
            </a:extLst>
          </p:cNvPr>
          <p:cNvSpPr>
            <a:spLocks xmlns:a="http://schemas.openxmlformats.org/drawingml/2006/main" noGrp="1"/>
          </p:cNvSpPr>
          <p:nvPr/>
        </p:nvSpPr>
        <p:spPr>
          <a:xfrm xmlns:a="http://schemas.openxmlformats.org/drawingml/2006/main">
            <a:off x="12293065" y="4429125"/>
            <a:ext cx="538507"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الثابتة</a:t>
            </a:r>
          </a:p>
        </p:txBody>
      </p:sp>
      <p:sp>
        <p:nvSpPr>
          <p:cNvPr id="22" name="">
            <a:extLst xmlns:a="http://schemas.openxmlformats.org/drawingml/2006/main">
              <a:ext uri="{FF2B5EF4-FFF2-40B4-BE49-F238E27FC236}">
                <a16:creationId xmlns:a16="http://schemas.microsoft.com/office/drawing/2014/main" id="{353E09CC-3F9F-4155-9472-2BA38F01ACB7}"/>
              </a:ext>
            </a:extLst>
          </p:cNvPr>
          <p:cNvSpPr>
            <a:spLocks xmlns:a="http://schemas.openxmlformats.org/drawingml/2006/main" noGrp="1"/>
          </p:cNvSpPr>
          <p:nvPr/>
        </p:nvSpPr>
        <p:spPr>
          <a:xfrm xmlns:a="http://schemas.openxmlformats.org/drawingml/2006/main">
            <a:off x="8001000" y="3714750"/>
            <a:ext cx="2762250" cy="1428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23" name="">
            <a:extLst xmlns:a="http://schemas.openxmlformats.org/drawingml/2006/main">
              <a:ext uri="{FF2B5EF4-FFF2-40B4-BE49-F238E27FC236}">
                <a16:creationId xmlns:a16="http://schemas.microsoft.com/office/drawing/2014/main" id="{62A49C85-E319-42BF-92F7-73C005982188}"/>
              </a:ext>
            </a:extLst>
          </p:cNvPr>
          <p:cNvSpPr>
            <a:spLocks xmlns:a="http://schemas.openxmlformats.org/drawingml/2006/main" noGrp="1"/>
          </p:cNvSpPr>
          <p:nvPr/>
        </p:nvSpPr>
        <p:spPr>
          <a:xfrm xmlns:a="http://schemas.openxmlformats.org/drawingml/2006/main">
            <a:off x="9544440" y="4028599"/>
            <a:ext cx="44355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توليد</a:t>
            </a:r>
          </a:p>
        </p:txBody>
      </p:sp>
      <p:sp>
        <p:nvSpPr>
          <p:cNvPr id="24" name="">
            <a:extLst xmlns:a="http://schemas.openxmlformats.org/drawingml/2006/main">
              <a:ext uri="{FF2B5EF4-FFF2-40B4-BE49-F238E27FC236}">
                <a16:creationId xmlns:a16="http://schemas.microsoft.com/office/drawing/2014/main" id="{410B9E21-1B21-44C6-948A-83A8A705B387}"/>
              </a:ext>
            </a:extLst>
          </p:cNvPr>
          <p:cNvSpPr>
            <a:spLocks xmlns:a="http://schemas.openxmlformats.org/drawingml/2006/main" noGrp="1"/>
          </p:cNvSpPr>
          <p:nvPr/>
        </p:nvSpPr>
        <p:spPr>
          <a:xfrm xmlns:a="http://schemas.openxmlformats.org/drawingml/2006/main">
            <a:off x="8785781" y="4028599"/>
            <a:ext cx="68255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تعديلات</a:t>
            </a:r>
          </a:p>
        </p:txBody>
      </p:sp>
      <p:sp>
        <p:nvSpPr>
          <p:cNvPr id="25" name="">
            <a:extLst xmlns:a="http://schemas.openxmlformats.org/drawingml/2006/main">
              <a:ext uri="{FF2B5EF4-FFF2-40B4-BE49-F238E27FC236}">
                <a16:creationId xmlns:a16="http://schemas.microsoft.com/office/drawing/2014/main" id="{3474F5CB-B4C8-4289-ABDD-6DBE8EF1CBC0}"/>
              </a:ext>
            </a:extLst>
          </p:cNvPr>
          <p:cNvSpPr>
            <a:spLocks xmlns:a="http://schemas.openxmlformats.org/drawingml/2006/main" noGrp="1"/>
          </p:cNvSpPr>
          <p:nvPr/>
        </p:nvSpPr>
        <p:spPr>
          <a:xfrm xmlns:a="http://schemas.openxmlformats.org/drawingml/2006/main">
            <a:off x="8991526" y="4429125"/>
            <a:ext cx="79072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مسموحة</a:t>
            </a:r>
          </a:p>
        </p:txBody>
      </p:sp>
      <p:sp>
        <p:nvSpPr>
          <p:cNvPr id="26" name="">
            <a:extLst xmlns:a="http://schemas.openxmlformats.org/drawingml/2006/main">
              <a:ext uri="{FF2B5EF4-FFF2-40B4-BE49-F238E27FC236}">
                <a16:creationId xmlns:a16="http://schemas.microsoft.com/office/drawing/2014/main" id="{3D7A099A-A8B3-4646-A51A-69F7F9830802}"/>
              </a:ext>
            </a:extLst>
          </p:cNvPr>
          <p:cNvSpPr>
            <a:spLocks xmlns:a="http://schemas.openxmlformats.org/drawingml/2006/main" noGrp="1"/>
          </p:cNvSpPr>
          <p:nvPr/>
        </p:nvSpPr>
        <p:spPr>
          <a:xfrm xmlns:a="http://schemas.openxmlformats.org/drawingml/2006/main">
            <a:off x="4381500" y="3714750"/>
            <a:ext cx="2762250" cy="1428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27" name="">
            <a:extLst xmlns:a="http://schemas.openxmlformats.org/drawingml/2006/main">
              <a:ext uri="{FF2B5EF4-FFF2-40B4-BE49-F238E27FC236}">
                <a16:creationId xmlns:a16="http://schemas.microsoft.com/office/drawing/2014/main" id="{CD86DD24-EC66-46E7-AB5C-B8C679D3922B}"/>
              </a:ext>
            </a:extLst>
          </p:cNvPr>
          <p:cNvSpPr>
            <a:spLocks xmlns:a="http://schemas.openxmlformats.org/drawingml/2006/main" noGrp="1"/>
          </p:cNvSpPr>
          <p:nvPr/>
        </p:nvSpPr>
        <p:spPr>
          <a:xfrm xmlns:a="http://schemas.openxmlformats.org/drawingml/2006/main">
            <a:off x="5636036" y="4028599"/>
            <a:ext cx="612418"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التحقق</a:t>
            </a:r>
          </a:p>
        </p:txBody>
      </p:sp>
      <p:sp>
        <p:nvSpPr>
          <p:cNvPr id="28" name="">
            <a:extLst xmlns:a="http://schemas.openxmlformats.org/drawingml/2006/main">
              <a:ext uri="{FF2B5EF4-FFF2-40B4-BE49-F238E27FC236}">
                <a16:creationId xmlns:a16="http://schemas.microsoft.com/office/drawing/2014/main" id="{A4534CD3-4A4C-4663-A0EB-65418767973E}"/>
              </a:ext>
            </a:extLst>
          </p:cNvPr>
          <p:cNvSpPr>
            <a:spLocks xmlns:a="http://schemas.openxmlformats.org/drawingml/2006/main" noGrp="1"/>
          </p:cNvSpPr>
          <p:nvPr/>
        </p:nvSpPr>
        <p:spPr>
          <a:xfrm xmlns:a="http://schemas.openxmlformats.org/drawingml/2006/main">
            <a:off x="5286320" y="4028599"/>
            <a:ext cx="273611"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من</a:t>
            </a:r>
          </a:p>
        </p:txBody>
      </p:sp>
      <p:sp>
        <p:nvSpPr>
          <p:cNvPr id="29" name="">
            <a:extLst xmlns:a="http://schemas.openxmlformats.org/drawingml/2006/main">
              <a:ext uri="{FF2B5EF4-FFF2-40B4-BE49-F238E27FC236}">
                <a16:creationId xmlns:a16="http://schemas.microsoft.com/office/drawing/2014/main" id="{0E732B65-61B0-47CB-B612-16A165389B17}"/>
              </a:ext>
            </a:extLst>
          </p:cNvPr>
          <p:cNvSpPr>
            <a:spLocks xmlns:a="http://schemas.openxmlformats.org/drawingml/2006/main" noGrp="1"/>
          </p:cNvSpPr>
          <p:nvPr/>
        </p:nvSpPr>
        <p:spPr>
          <a:xfrm xmlns:a="http://schemas.openxmlformats.org/drawingml/2006/main">
            <a:off x="5773879" y="4429125"/>
            <a:ext cx="641012"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السماح</a:t>
            </a:r>
          </a:p>
        </p:txBody>
      </p:sp>
      <p:sp>
        <p:nvSpPr>
          <p:cNvPr id="30" name="">
            <a:extLst xmlns:a="http://schemas.openxmlformats.org/drawingml/2006/main">
              <a:ext uri="{FF2B5EF4-FFF2-40B4-BE49-F238E27FC236}">
                <a16:creationId xmlns:a16="http://schemas.microsoft.com/office/drawing/2014/main" id="{E13DB581-B4E6-48B4-AF4C-8124D0EADCFE}"/>
              </a:ext>
            </a:extLst>
          </p:cNvPr>
          <p:cNvSpPr>
            <a:spLocks xmlns:a="http://schemas.openxmlformats.org/drawingml/2006/main" noGrp="1"/>
          </p:cNvSpPr>
          <p:nvPr/>
        </p:nvSpPr>
        <p:spPr>
          <a:xfrm xmlns:a="http://schemas.openxmlformats.org/drawingml/2006/main">
            <a:off x="5119884" y="4429125"/>
            <a:ext cx="57789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والمنع</a:t>
            </a:r>
          </a:p>
        </p:txBody>
      </p:sp>
      <p:sp>
        <p:nvSpPr>
          <p:cNvPr id="31" name="">
            <a:extLst xmlns:a="http://schemas.openxmlformats.org/drawingml/2006/main">
              <a:ext uri="{FF2B5EF4-FFF2-40B4-BE49-F238E27FC236}">
                <a16:creationId xmlns:a16="http://schemas.microsoft.com/office/drawing/2014/main" id="{05F237D9-ADA5-4350-8A37-CEFEB8D621E7}"/>
              </a:ext>
            </a:extLst>
          </p:cNvPr>
          <p:cNvSpPr>
            <a:spLocks xmlns:a="http://schemas.openxmlformats.org/drawingml/2006/main" noGrp="1"/>
          </p:cNvSpPr>
          <p:nvPr/>
        </p:nvSpPr>
        <p:spPr>
          <a:xfrm xmlns:a="http://schemas.openxmlformats.org/drawingml/2006/main">
            <a:off x="762000" y="3714750"/>
            <a:ext cx="2762250" cy="1428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32" name="">
            <a:extLst xmlns:a="http://schemas.openxmlformats.org/drawingml/2006/main">
              <a:ext uri="{FF2B5EF4-FFF2-40B4-BE49-F238E27FC236}">
                <a16:creationId xmlns:a16="http://schemas.microsoft.com/office/drawing/2014/main" id="{2985F63B-2BE3-49A9-A3A9-1B4FCE464AF5}"/>
              </a:ext>
            </a:extLst>
          </p:cNvPr>
          <p:cNvSpPr>
            <a:spLocks xmlns:a="http://schemas.openxmlformats.org/drawingml/2006/main" noGrp="1"/>
          </p:cNvSpPr>
          <p:nvPr/>
        </p:nvSpPr>
        <p:spPr>
          <a:xfrm xmlns:a="http://schemas.openxmlformats.org/drawingml/2006/main">
            <a:off x="2118502" y="4028599"/>
            <a:ext cx="548218"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اختيار</a:t>
            </a:r>
          </a:p>
        </p:txBody>
      </p:sp>
      <p:sp>
        <p:nvSpPr>
          <p:cNvPr id="33" name="">
            <a:extLst xmlns:a="http://schemas.openxmlformats.org/drawingml/2006/main">
              <a:ext uri="{FF2B5EF4-FFF2-40B4-BE49-F238E27FC236}">
                <a16:creationId xmlns:a16="http://schemas.microsoft.com/office/drawing/2014/main" id="{D9726724-81EB-4D9F-9D00-94B4B2AD33E6}"/>
              </a:ext>
            </a:extLst>
          </p:cNvPr>
          <p:cNvSpPr>
            <a:spLocks xmlns:a="http://schemas.openxmlformats.org/drawingml/2006/main" noGrp="1"/>
          </p:cNvSpPr>
          <p:nvPr/>
        </p:nvSpPr>
        <p:spPr>
          <a:xfrm xmlns:a="http://schemas.openxmlformats.org/drawingml/2006/main">
            <a:off x="1629055" y="4028599"/>
            <a:ext cx="413342"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خطة</a:t>
            </a:r>
          </a:p>
        </p:txBody>
      </p:sp>
      <p:sp>
        <p:nvSpPr>
          <p:cNvPr id="34" name="">
            <a:extLst xmlns:a="http://schemas.openxmlformats.org/drawingml/2006/main">
              <a:ext uri="{FF2B5EF4-FFF2-40B4-BE49-F238E27FC236}">
                <a16:creationId xmlns:a16="http://schemas.microsoft.com/office/drawing/2014/main" id="{FD20088F-B8FE-437A-8E59-9C1ABF9F0349}"/>
              </a:ext>
            </a:extLst>
          </p:cNvPr>
          <p:cNvSpPr>
            <a:spLocks xmlns:a="http://schemas.openxmlformats.org/drawingml/2006/main" noGrp="1"/>
          </p:cNvSpPr>
          <p:nvPr/>
        </p:nvSpPr>
        <p:spPr>
          <a:xfrm xmlns:a="http://schemas.openxmlformats.org/drawingml/2006/main">
            <a:off x="2084379" y="4429125"/>
            <a:ext cx="66124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وتفسير</a:t>
            </a:r>
          </a:p>
        </p:txBody>
      </p:sp>
      <p:sp>
        <p:nvSpPr>
          <p:cNvPr id="35" name="">
            <a:extLst xmlns:a="http://schemas.openxmlformats.org/drawingml/2006/main">
              <a:ext uri="{FF2B5EF4-FFF2-40B4-BE49-F238E27FC236}">
                <a16:creationId xmlns:a16="http://schemas.microsoft.com/office/drawing/2014/main" id="{EE71EC20-DEA8-47A6-8D79-DF44CD026FFE}"/>
              </a:ext>
            </a:extLst>
          </p:cNvPr>
          <p:cNvSpPr>
            <a:spLocks xmlns:a="http://schemas.openxmlformats.org/drawingml/2006/main" noGrp="1"/>
          </p:cNvSpPr>
          <p:nvPr/>
        </p:nvSpPr>
        <p:spPr>
          <a:xfrm xmlns:a="http://schemas.openxmlformats.org/drawingml/2006/main">
            <a:off x="1550153" y="4429125"/>
            <a:ext cx="458121"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أثرها</a:t>
            </a:r>
          </a:p>
        </p:txBody>
      </p:sp>
      <p:sp>
        <p:nvSpPr>
          <p:cNvPr id="36" name="">
            <a:extLst xmlns:a="http://schemas.openxmlformats.org/drawingml/2006/main">
              <a:ext uri="{FF2B5EF4-FFF2-40B4-BE49-F238E27FC236}">
                <a16:creationId xmlns:a16="http://schemas.microsoft.com/office/drawing/2014/main" id="{688D948B-DF2B-497D-BA27-92C49A8FB802}"/>
              </a:ext>
            </a:extLst>
          </p:cNvPr>
          <p:cNvSpPr>
            <a:spLocks xmlns:a="http://schemas.openxmlformats.org/drawingml/2006/main" noGrp="1"/>
          </p:cNvSpPr>
          <p:nvPr/>
        </p:nvSpPr>
        <p:spPr>
          <a:xfrm xmlns:a="http://schemas.openxmlformats.org/drawingml/2006/main">
            <a:off x="13755002" y="5810250"/>
            <a:ext cx="637273"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نستبعد</a:t>
            </a:r>
          </a:p>
        </p:txBody>
      </p:sp>
      <p:sp>
        <p:nvSpPr>
          <p:cNvPr id="37" name="">
            <a:extLst xmlns:a="http://schemas.openxmlformats.org/drawingml/2006/main">
              <a:ext uri="{FF2B5EF4-FFF2-40B4-BE49-F238E27FC236}">
                <a16:creationId xmlns:a16="http://schemas.microsoft.com/office/drawing/2014/main" id="{41899628-253C-4905-BEDC-B4EB33F746D8}"/>
              </a:ext>
            </a:extLst>
          </p:cNvPr>
          <p:cNvSpPr>
            <a:spLocks xmlns:a="http://schemas.openxmlformats.org/drawingml/2006/main" noGrp="1"/>
          </p:cNvSpPr>
          <p:nvPr/>
        </p:nvSpPr>
        <p:spPr>
          <a:xfrm xmlns:a="http://schemas.openxmlformats.org/drawingml/2006/main">
            <a:off x="12800422" y="5810250"/>
            <a:ext cx="87257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المدخلات</a:t>
            </a:r>
          </a:p>
        </p:txBody>
      </p:sp>
      <p:sp>
        <p:nvSpPr>
          <p:cNvPr id="38" name="">
            <a:extLst xmlns:a="http://schemas.openxmlformats.org/drawingml/2006/main">
              <a:ext uri="{FF2B5EF4-FFF2-40B4-BE49-F238E27FC236}">
                <a16:creationId xmlns:a16="http://schemas.microsoft.com/office/drawing/2014/main" id="{AC856478-D410-412E-99DC-D6F9E3AC7070}"/>
              </a:ext>
            </a:extLst>
          </p:cNvPr>
          <p:cNvSpPr>
            <a:spLocks xmlns:a="http://schemas.openxmlformats.org/drawingml/2006/main" noGrp="1"/>
          </p:cNvSpPr>
          <p:nvPr/>
        </p:nvSpPr>
        <p:spPr>
          <a:xfrm xmlns:a="http://schemas.openxmlformats.org/drawingml/2006/main">
            <a:off x="11985982" y="5810250"/>
            <a:ext cx="732430"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الناقصة</a:t>
            </a:r>
          </a:p>
        </p:txBody>
      </p:sp>
      <p:sp>
        <p:nvSpPr>
          <p:cNvPr id="39" name="">
            <a:extLst xmlns:a="http://schemas.openxmlformats.org/drawingml/2006/main">
              <a:ext uri="{FF2B5EF4-FFF2-40B4-BE49-F238E27FC236}">
                <a16:creationId xmlns:a16="http://schemas.microsoft.com/office/drawing/2014/main" id="{7CBF5646-DFFD-4E5E-8718-5B2FED3DDB83}"/>
              </a:ext>
            </a:extLst>
          </p:cNvPr>
          <p:cNvSpPr>
            <a:spLocks xmlns:a="http://schemas.openxmlformats.org/drawingml/2006/main" noGrp="1"/>
          </p:cNvSpPr>
          <p:nvPr/>
        </p:nvSpPr>
        <p:spPr>
          <a:xfrm xmlns:a="http://schemas.openxmlformats.org/drawingml/2006/main">
            <a:off x="11164333" y="5810250"/>
            <a:ext cx="739639"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والخطط</a:t>
            </a:r>
          </a:p>
        </p:txBody>
      </p:sp>
      <p:sp>
        <p:nvSpPr>
          <p:cNvPr id="40" name="">
            <a:extLst xmlns:a="http://schemas.openxmlformats.org/drawingml/2006/main">
              <a:ext uri="{FF2B5EF4-FFF2-40B4-BE49-F238E27FC236}">
                <a16:creationId xmlns:a16="http://schemas.microsoft.com/office/drawing/2014/main" id="{921D463D-B1C6-48B1-B713-435A9AAC824F}"/>
              </a:ext>
            </a:extLst>
          </p:cNvPr>
          <p:cNvSpPr>
            <a:spLocks xmlns:a="http://schemas.openxmlformats.org/drawingml/2006/main" noGrp="1"/>
          </p:cNvSpPr>
          <p:nvPr/>
        </p:nvSpPr>
        <p:spPr>
          <a:xfrm xmlns:a="http://schemas.openxmlformats.org/drawingml/2006/main">
            <a:off x="10305775" y="5810250"/>
            <a:ext cx="776548"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المخالفة</a:t>
            </a:r>
          </a:p>
        </p:txBody>
      </p:sp>
      <p:sp>
        <p:nvSpPr>
          <p:cNvPr id="41" name="">
            <a:extLst xmlns:a="http://schemas.openxmlformats.org/drawingml/2006/main">
              <a:ext uri="{FF2B5EF4-FFF2-40B4-BE49-F238E27FC236}">
                <a16:creationId xmlns:a16="http://schemas.microsoft.com/office/drawing/2014/main" id="{D7215670-E100-4404-BD21-F945E56D6871}"/>
              </a:ext>
            </a:extLst>
          </p:cNvPr>
          <p:cNvSpPr>
            <a:spLocks xmlns:a="http://schemas.openxmlformats.org/drawingml/2006/main" noGrp="1"/>
          </p:cNvSpPr>
          <p:nvPr/>
        </p:nvSpPr>
        <p:spPr>
          <a:xfrm xmlns:a="http://schemas.openxmlformats.org/drawingml/2006/main">
            <a:off x="9480666" y="5810250"/>
            <a:ext cx="743099"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1">
                <a:solidFill>
                  <a:srgbClr val="167D8D"/>
                </a:solidFill>
                <a:latin typeface="Arial"/>
                <a:ea typeface="Arial"/>
                <a:cs typeface="Arial"/>
              </a:defRPr>
            </a:defPPr>
            <a:lvl1pPr algn="r">
              <a:defRPr sz="2325" b="1">
                <a:solidFill>
                  <a:srgbClr val="167D8D"/>
                </a:solidFill>
                <a:latin typeface="Arial"/>
                <a:ea typeface="Arial"/>
                <a:cs typeface="Arial"/>
              </a:defRPr>
            </a:lvl1pPr>
            <a:lvl2pPr algn="r">
              <a:defRPr sz="2325" b="1">
                <a:solidFill>
                  <a:srgbClr val="167D8D"/>
                </a:solidFill>
                <a:latin typeface="Arial"/>
                <a:ea typeface="Arial"/>
                <a:cs typeface="Arial"/>
              </a:defRPr>
            </a:lvl2pPr>
            <a:lvl3pPr algn="r">
              <a:defRPr sz="2325" b="1">
                <a:solidFill>
                  <a:srgbClr val="167D8D"/>
                </a:solidFill>
                <a:latin typeface="Arial"/>
                <a:ea typeface="Arial"/>
                <a:cs typeface="Arial"/>
              </a:defRPr>
            </a:lvl3pPr>
            <a:lvl4pPr algn="r">
              <a:defRPr sz="2325" b="1">
                <a:solidFill>
                  <a:srgbClr val="167D8D"/>
                </a:solidFill>
                <a:latin typeface="Arial"/>
                <a:ea typeface="Arial"/>
                <a:cs typeface="Arial"/>
              </a:defRPr>
            </a:lvl4pPr>
            <a:lvl5pPr algn="r">
              <a:defRPr sz="2325" b="1">
                <a:solidFill>
                  <a:srgbClr val="167D8D"/>
                </a:solidFill>
                <a:latin typeface="Arial"/>
                <a:ea typeface="Arial"/>
                <a:cs typeface="Arial"/>
              </a:defRPr>
            </a:lvl5pPr>
            <a:lvl6pPr algn="r">
              <a:defRPr sz="2325" b="1">
                <a:solidFill>
                  <a:srgbClr val="167D8D"/>
                </a:solidFill>
                <a:latin typeface="Arial"/>
                <a:ea typeface="Arial"/>
                <a:cs typeface="Arial"/>
              </a:defRPr>
            </a:lvl6pPr>
            <a:lvl7pPr algn="r">
              <a:defRPr sz="2325" b="1">
                <a:solidFill>
                  <a:srgbClr val="167D8D"/>
                </a:solidFill>
                <a:latin typeface="Arial"/>
                <a:ea typeface="Arial"/>
                <a:cs typeface="Arial"/>
              </a:defRPr>
            </a:lvl7pPr>
            <a:lvl8pPr algn="r">
              <a:defRPr sz="2325" b="1">
                <a:solidFill>
                  <a:srgbClr val="167D8D"/>
                </a:solidFill>
                <a:latin typeface="Arial"/>
                <a:ea typeface="Arial"/>
                <a:cs typeface="Arial"/>
              </a:defRPr>
            </a:lvl8pPr>
            <a:lvl9pPr algn="r">
              <a:defRPr sz="2325" b="1">
                <a:solidFill>
                  <a:srgbClr val="167D8D"/>
                </a:solidFill>
                <a:latin typeface="Arial"/>
                <a:ea typeface="Arial"/>
                <a:cs typeface="Arial"/>
              </a:defRPr>
            </a:lvl9pPr>
          </a:lstStyle>
          <a:p xmlns:a="http://schemas.openxmlformats.org/drawingml/2006/main">
            <a:pPr algn="r">
              <a:defRPr sz="2325" b="1">
                <a:solidFill>
                  <a:srgbClr val="167D8D"/>
                </a:solidFill>
                <a:latin typeface="Arial"/>
                <a:ea typeface="Arial"/>
                <a:cs typeface="Arial"/>
              </a:defRPr>
            </a:pPr>
            <a:r>
              <a:rPr sz="2325" b="1">
                <a:solidFill>
                  <a:srgbClr val="167D8D"/>
                </a:solidFill>
                <a:latin typeface="Arial"/>
                <a:ea typeface="Arial"/>
                <a:cs typeface="Arial"/>
              </a:rPr>
              <a:t>للشروط</a:t>
            </a:r>
          </a:p>
        </p:txBody>
      </p:sp>
      <p:sp>
        <p:nvSpPr>
          <p:cNvPr id="42" name="">
            <a:extLst xmlns:a="http://schemas.openxmlformats.org/drawingml/2006/main">
              <a:ext uri="{FF2B5EF4-FFF2-40B4-BE49-F238E27FC236}">
                <a16:creationId xmlns:a16="http://schemas.microsoft.com/office/drawing/2014/main" id="{555098EA-F4C0-41A1-B24C-CEEFC4F2123A}"/>
              </a:ext>
            </a:extLst>
          </p:cNvPr>
          <p:cNvSpPr>
            <a:spLocks xmlns:a="http://schemas.openxmlformats.org/drawingml/2006/main" noGrp="1"/>
          </p:cNvSpPr>
          <p:nvPr/>
        </p:nvSpPr>
        <p:spPr>
          <a:xfrm xmlns:a="http://schemas.openxmlformats.org/drawingml/2006/main">
            <a:off x="13926196" y="6477000"/>
            <a:ext cx="466079"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الكلفة</a:t>
            </a:r>
          </a:p>
        </p:txBody>
      </p:sp>
      <p:sp>
        <p:nvSpPr>
          <p:cNvPr id="43" name="">
            <a:extLst xmlns:a="http://schemas.openxmlformats.org/drawingml/2006/main">
              <a:ext uri="{FF2B5EF4-FFF2-40B4-BE49-F238E27FC236}">
                <a16:creationId xmlns:a16="http://schemas.microsoft.com/office/drawing/2014/main" id="{BBD2E6BC-8D20-4D64-8FE9-F896D4037E39}"/>
              </a:ext>
            </a:extLst>
          </p:cNvPr>
          <p:cNvSpPr>
            <a:spLocks xmlns:a="http://schemas.openxmlformats.org/drawingml/2006/main" noGrp="1"/>
          </p:cNvSpPr>
          <p:nvPr/>
        </p:nvSpPr>
        <p:spPr>
          <a:xfrm xmlns:a="http://schemas.openxmlformats.org/drawingml/2006/main">
            <a:off x="13350564" y="6477000"/>
            <a:ext cx="499528"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حسب</a:t>
            </a:r>
          </a:p>
        </p:txBody>
      </p:sp>
      <p:sp>
        <p:nvSpPr>
          <p:cNvPr id="44" name="">
            <a:extLst xmlns:a="http://schemas.openxmlformats.org/drawingml/2006/main">
              <a:ext uri="{FF2B5EF4-FFF2-40B4-BE49-F238E27FC236}">
                <a16:creationId xmlns:a16="http://schemas.microsoft.com/office/drawing/2014/main" id="{88C136F1-1EC4-412A-9C28-012BF6DF072B}"/>
              </a:ext>
            </a:extLst>
          </p:cNvPr>
          <p:cNvSpPr>
            <a:spLocks xmlns:a="http://schemas.openxmlformats.org/drawingml/2006/main" noGrp="1"/>
          </p:cNvSpPr>
          <p:nvPr/>
        </p:nvSpPr>
        <p:spPr>
          <a:xfrm xmlns:a="http://schemas.openxmlformats.org/drawingml/2006/main">
            <a:off x="12933275" y="6477000"/>
            <a:ext cx="34118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عدد</a:t>
            </a:r>
          </a:p>
        </p:txBody>
      </p:sp>
      <p:sp>
        <p:nvSpPr>
          <p:cNvPr id="45" name="">
            <a:extLst xmlns:a="http://schemas.openxmlformats.org/drawingml/2006/main">
              <a:ext uri="{FF2B5EF4-FFF2-40B4-BE49-F238E27FC236}">
                <a16:creationId xmlns:a16="http://schemas.microsoft.com/office/drawing/2014/main" id="{974D9640-95FE-476B-AB34-27BFD64D39FD}"/>
              </a:ext>
            </a:extLst>
          </p:cNvPr>
          <p:cNvSpPr>
            <a:spLocks xmlns:a="http://schemas.openxmlformats.org/drawingml/2006/main" noGrp="1"/>
          </p:cNvSpPr>
          <p:nvPr/>
        </p:nvSpPr>
        <p:spPr>
          <a:xfrm xmlns:a="http://schemas.openxmlformats.org/drawingml/2006/main">
            <a:off x="12165715" y="6477000"/>
            <a:ext cx="69145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الكتابات</a:t>
            </a:r>
          </a:p>
        </p:txBody>
      </p:sp>
      <p:sp>
        <p:nvSpPr>
          <p:cNvPr id="46" name="">
            <a:extLst xmlns:a="http://schemas.openxmlformats.org/drawingml/2006/main">
              <a:ext uri="{FF2B5EF4-FFF2-40B4-BE49-F238E27FC236}">
                <a16:creationId xmlns:a16="http://schemas.microsoft.com/office/drawing/2014/main" id="{1F411BEC-AAF5-4410-BF8F-DD81DE08E4BF}"/>
              </a:ext>
            </a:extLst>
          </p:cNvPr>
          <p:cNvSpPr>
            <a:spLocks xmlns:a="http://schemas.openxmlformats.org/drawingml/2006/main" noGrp="1"/>
          </p:cNvSpPr>
          <p:nvPr/>
        </p:nvSpPr>
        <p:spPr>
          <a:xfrm xmlns:a="http://schemas.openxmlformats.org/drawingml/2006/main">
            <a:off x="11919314" y="6477000"/>
            <a:ext cx="170297"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ثم</a:t>
            </a:r>
          </a:p>
        </p:txBody>
      </p:sp>
      <p:sp>
        <p:nvSpPr>
          <p:cNvPr id="47" name="">
            <a:extLst xmlns:a="http://schemas.openxmlformats.org/drawingml/2006/main">
              <a:ext uri="{FF2B5EF4-FFF2-40B4-BE49-F238E27FC236}">
                <a16:creationId xmlns:a16="http://schemas.microsoft.com/office/drawing/2014/main" id="{37B72867-29D2-4303-A7E3-A9A9F6D4D271}"/>
              </a:ext>
            </a:extLst>
          </p:cNvPr>
          <p:cNvSpPr>
            <a:spLocks xmlns:a="http://schemas.openxmlformats.org/drawingml/2006/main" noGrp="1"/>
          </p:cNvSpPr>
          <p:nvPr/>
        </p:nvSpPr>
        <p:spPr>
          <a:xfrm xmlns:a="http://schemas.openxmlformats.org/drawingml/2006/main">
            <a:off x="11231735" y="6477000"/>
            <a:ext cx="61147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القواعد</a:t>
            </a:r>
          </a:p>
        </p:txBody>
      </p:sp>
      <p:sp>
        <p:nvSpPr>
          <p:cNvPr id="48" name="">
            <a:extLst xmlns:a="http://schemas.openxmlformats.org/drawingml/2006/main">
              <a:ext uri="{FF2B5EF4-FFF2-40B4-BE49-F238E27FC236}">
                <a16:creationId xmlns:a16="http://schemas.microsoft.com/office/drawing/2014/main" id="{89BCFE61-D6B0-4365-8435-EF28F0A44B7B}"/>
              </a:ext>
            </a:extLst>
          </p:cNvPr>
          <p:cNvSpPr>
            <a:spLocks xmlns:a="http://schemas.openxmlformats.org/drawingml/2006/main" noGrp="1"/>
          </p:cNvSpPr>
          <p:nvPr/>
        </p:nvSpPr>
        <p:spPr>
          <a:xfrm xmlns:a="http://schemas.openxmlformats.org/drawingml/2006/main">
            <a:off x="10553597" y="6477000"/>
            <a:ext cx="60203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الجديدة</a:t>
            </a:r>
          </a:p>
        </p:txBody>
      </p:sp>
      <p:sp>
        <p:nvSpPr>
          <p:cNvPr id="49" name="">
            <a:extLst xmlns:a="http://schemas.openxmlformats.org/drawingml/2006/main">
              <a:ext uri="{FF2B5EF4-FFF2-40B4-BE49-F238E27FC236}">
                <a16:creationId xmlns:a16="http://schemas.microsoft.com/office/drawing/2014/main" id="{29F0DD05-A140-4F90-9096-9A42175337D2}"/>
              </a:ext>
            </a:extLst>
          </p:cNvPr>
          <p:cNvSpPr>
            <a:spLocks xmlns:a="http://schemas.openxmlformats.org/drawingml/2006/main" noGrp="1"/>
          </p:cNvSpPr>
          <p:nvPr/>
        </p:nvSpPr>
        <p:spPr>
          <a:xfrm xmlns:a="http://schemas.openxmlformats.org/drawingml/2006/main">
            <a:off x="10307196" y="6477000"/>
            <a:ext cx="170297"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ثم</a:t>
            </a:r>
          </a:p>
        </p:txBody>
      </p:sp>
      <p:sp>
        <p:nvSpPr>
          <p:cNvPr id="50" name="">
            <a:extLst xmlns:a="http://schemas.openxmlformats.org/drawingml/2006/main">
              <a:ext uri="{FF2B5EF4-FFF2-40B4-BE49-F238E27FC236}">
                <a16:creationId xmlns:a16="http://schemas.microsoft.com/office/drawing/2014/main" id="{DCB8B5AF-F68F-49A8-BE45-C438B14E0901}"/>
              </a:ext>
            </a:extLst>
          </p:cNvPr>
          <p:cNvSpPr>
            <a:spLocks xmlns:a="http://schemas.openxmlformats.org/drawingml/2006/main" noGrp="1"/>
          </p:cNvSpPr>
          <p:nvPr/>
        </p:nvSpPr>
        <p:spPr>
          <a:xfrm xmlns:a="http://schemas.openxmlformats.org/drawingml/2006/main">
            <a:off x="9521157" y="6477000"/>
            <a:ext cx="70993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تغييرات</a:t>
            </a:r>
          </a:p>
        </p:txBody>
      </p:sp>
      <p:sp>
        <p:nvSpPr>
          <p:cNvPr id="51" name="">
            <a:extLst xmlns:a="http://schemas.openxmlformats.org/drawingml/2006/main">
              <a:ext uri="{FF2B5EF4-FFF2-40B4-BE49-F238E27FC236}">
                <a16:creationId xmlns:a16="http://schemas.microsoft.com/office/drawing/2014/main" id="{F3839763-7396-4749-B1DA-870D23C333FB}"/>
              </a:ext>
            </a:extLst>
          </p:cNvPr>
          <p:cNvSpPr>
            <a:spLocks xmlns:a="http://schemas.openxmlformats.org/drawingml/2006/main" noGrp="1"/>
          </p:cNvSpPr>
          <p:nvPr/>
        </p:nvSpPr>
        <p:spPr>
          <a:xfrm xmlns:a="http://schemas.openxmlformats.org/drawingml/2006/main">
            <a:off x="8843020" y="6477000"/>
            <a:ext cx="60203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الحقول</a:t>
            </a:r>
          </a:p>
        </p:txBody>
      </p:sp>
      <p:sp>
        <p:nvSpPr>
          <p:cNvPr id="52" name="">
            <a:extLst xmlns:a="http://schemas.openxmlformats.org/drawingml/2006/main">
              <a:ext uri="{FF2B5EF4-FFF2-40B4-BE49-F238E27FC236}">
                <a16:creationId xmlns:a16="http://schemas.microsoft.com/office/drawing/2014/main" id="{53B92318-1ADC-409A-852F-75B7B2D5898E}"/>
              </a:ext>
            </a:extLst>
          </p:cNvPr>
          <p:cNvSpPr>
            <a:spLocks xmlns:a="http://schemas.openxmlformats.org/drawingml/2006/main" noGrp="1"/>
          </p:cNvSpPr>
          <p:nvPr/>
        </p:nvSpPr>
        <p:spPr>
          <a:xfrm xmlns:a="http://schemas.openxmlformats.org/drawingml/2006/main">
            <a:off x="14053245" y="7191375"/>
            <a:ext cx="339030"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الحد</a:t>
            </a:r>
          </a:p>
        </p:txBody>
      </p:sp>
      <p:sp>
        <p:nvSpPr>
          <p:cNvPr id="53" name="">
            <a:extLst xmlns:a="http://schemas.openxmlformats.org/drawingml/2006/main">
              <a:ext uri="{FF2B5EF4-FFF2-40B4-BE49-F238E27FC236}">
                <a16:creationId xmlns:a16="http://schemas.microsoft.com/office/drawing/2014/main" id="{0CE3D7BF-CF85-4BEA-873D-000813C526E2}"/>
              </a:ext>
            </a:extLst>
          </p:cNvPr>
          <p:cNvSpPr>
            <a:spLocks xmlns:a="http://schemas.openxmlformats.org/drawingml/2006/main" noGrp="1"/>
          </p:cNvSpPr>
          <p:nvPr/>
        </p:nvSpPr>
        <p:spPr>
          <a:xfrm xmlns:a="http://schemas.openxmlformats.org/drawingml/2006/main">
            <a:off x="13424889" y="7191375"/>
            <a:ext cx="558157"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المحلي</a:t>
            </a:r>
          </a:p>
        </p:txBody>
      </p:sp>
      <p:sp>
        <p:nvSpPr>
          <p:cNvPr id="54" name="">
            <a:extLst xmlns:a="http://schemas.openxmlformats.org/drawingml/2006/main">
              <a:ext uri="{FF2B5EF4-FFF2-40B4-BE49-F238E27FC236}">
                <a16:creationId xmlns:a16="http://schemas.microsoft.com/office/drawing/2014/main" id="{906051C1-C3BD-471D-B5D1-4AA62749CC43}"/>
              </a:ext>
            </a:extLst>
          </p:cNvPr>
          <p:cNvSpPr>
            <a:spLocks xmlns:a="http://schemas.openxmlformats.org/drawingml/2006/main" noGrp="1"/>
          </p:cNvSpPr>
          <p:nvPr/>
        </p:nvSpPr>
        <p:spPr>
          <a:xfrm xmlns:a="http://schemas.openxmlformats.org/drawingml/2006/main">
            <a:off x="12802184" y="7191375"/>
            <a:ext cx="552506"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كتابتان</a:t>
            </a:r>
          </a:p>
        </p:txBody>
      </p:sp>
      <p:sp>
        <p:nvSpPr>
          <p:cNvPr id="55" name="">
            <a:extLst xmlns:a="http://schemas.openxmlformats.org/drawingml/2006/main">
              <a:ext uri="{FF2B5EF4-FFF2-40B4-BE49-F238E27FC236}">
                <a16:creationId xmlns:a16="http://schemas.microsoft.com/office/drawing/2014/main" id="{2C1B43C6-7B3B-431A-96CC-82ACFDBD05D4}"/>
              </a:ext>
            </a:extLst>
          </p:cNvPr>
          <p:cNvSpPr>
            <a:spLocks xmlns:a="http://schemas.openxmlformats.org/drawingml/2006/main" noGrp="1"/>
          </p:cNvSpPr>
          <p:nvPr/>
        </p:nvSpPr>
        <p:spPr>
          <a:xfrm xmlns:a="http://schemas.openxmlformats.org/drawingml/2006/main">
            <a:off x="12045240" y="7191375"/>
            <a:ext cx="686744"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والحتمية</a:t>
            </a:r>
          </a:p>
        </p:txBody>
      </p:sp>
      <p:sp>
        <p:nvSpPr>
          <p:cNvPr id="56" name="">
            <a:extLst xmlns:a="http://schemas.openxmlformats.org/drawingml/2006/main">
              <a:ext uri="{FF2B5EF4-FFF2-40B4-BE49-F238E27FC236}">
                <a16:creationId xmlns:a16="http://schemas.microsoft.com/office/drawing/2014/main" id="{BA269204-498A-40D4-902F-3F60CF3E054F}"/>
              </a:ext>
            </a:extLst>
          </p:cNvPr>
          <p:cNvSpPr>
            <a:spLocks xmlns:a="http://schemas.openxmlformats.org/drawingml/2006/main" noGrp="1"/>
          </p:cNvSpPr>
          <p:nvPr/>
        </p:nvSpPr>
        <p:spPr>
          <a:xfrm xmlns:a="http://schemas.openxmlformats.org/drawingml/2006/main">
            <a:off x="11456566" y="7191375"/>
            <a:ext cx="518475"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وحدها</a:t>
            </a:r>
          </a:p>
        </p:txBody>
      </p:sp>
      <p:sp>
        <p:nvSpPr>
          <p:cNvPr id="57" name="">
            <a:extLst xmlns:a="http://schemas.openxmlformats.org/drawingml/2006/main">
              <a:ext uri="{FF2B5EF4-FFF2-40B4-BE49-F238E27FC236}">
                <a16:creationId xmlns:a16="http://schemas.microsoft.com/office/drawing/2014/main" id="{B5B88D7A-59A9-4B2E-8765-8AAF86E7F6ED}"/>
              </a:ext>
            </a:extLst>
          </p:cNvPr>
          <p:cNvSpPr>
            <a:spLocks xmlns:a="http://schemas.openxmlformats.org/drawingml/2006/main" noGrp="1"/>
          </p:cNvSpPr>
          <p:nvPr/>
        </p:nvSpPr>
        <p:spPr>
          <a:xfrm xmlns:a="http://schemas.openxmlformats.org/drawingml/2006/main">
            <a:off x="11236952" y="7191375"/>
            <a:ext cx="149414"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لا</a:t>
            </a:r>
          </a:p>
        </p:txBody>
      </p:sp>
      <p:sp>
        <p:nvSpPr>
          <p:cNvPr id="58" name="">
            <a:extLst xmlns:a="http://schemas.openxmlformats.org/drawingml/2006/main">
              <a:ext uri="{FF2B5EF4-FFF2-40B4-BE49-F238E27FC236}">
                <a16:creationId xmlns:a16="http://schemas.microsoft.com/office/drawing/2014/main" id="{6AD11B82-2B30-4E14-9168-D8B0AFFF49AE}"/>
              </a:ext>
            </a:extLst>
          </p:cNvPr>
          <p:cNvSpPr>
            <a:spLocks xmlns:a="http://schemas.openxmlformats.org/drawingml/2006/main" noGrp="1"/>
          </p:cNvSpPr>
          <p:nvPr/>
        </p:nvSpPr>
        <p:spPr>
          <a:xfrm xmlns:a="http://schemas.openxmlformats.org/drawingml/2006/main">
            <a:off x="10785404" y="7191375"/>
            <a:ext cx="381349"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تثبت</a:t>
            </a:r>
          </a:p>
        </p:txBody>
      </p:sp>
      <p:sp>
        <p:nvSpPr>
          <p:cNvPr id="59" name="">
            <a:extLst xmlns:a="http://schemas.openxmlformats.org/drawingml/2006/main">
              <a:ext uri="{FF2B5EF4-FFF2-40B4-BE49-F238E27FC236}">
                <a16:creationId xmlns:a16="http://schemas.microsoft.com/office/drawing/2014/main" id="{57D4C0A5-6177-465C-8CED-F63063A10137}"/>
              </a:ext>
            </a:extLst>
          </p:cNvPr>
          <p:cNvSpPr>
            <a:spLocks xmlns:a="http://schemas.openxmlformats.org/drawingml/2006/main" noGrp="1"/>
          </p:cNvSpPr>
          <p:nvPr/>
        </p:nvSpPr>
        <p:spPr>
          <a:xfrm xmlns:a="http://schemas.openxmlformats.org/drawingml/2006/main">
            <a:off x="10255372" y="7191375"/>
            <a:ext cx="459833"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صحة</a:t>
            </a:r>
          </a:p>
        </p:txBody>
      </p:sp>
      <p:sp>
        <p:nvSpPr>
          <p:cNvPr id="60" name="">
            <a:extLst xmlns:a="http://schemas.openxmlformats.org/drawingml/2006/main">
              <a:ext uri="{FF2B5EF4-FFF2-40B4-BE49-F238E27FC236}">
                <a16:creationId xmlns:a16="http://schemas.microsoft.com/office/drawing/2014/main" id="{1811323F-2FA4-46E3-9359-8E9C804EC7C1}"/>
              </a:ext>
            </a:extLst>
          </p:cNvPr>
          <p:cNvSpPr>
            <a:spLocks xmlns:a="http://schemas.openxmlformats.org/drawingml/2006/main" noGrp="1"/>
          </p:cNvSpPr>
          <p:nvPr/>
        </p:nvSpPr>
        <p:spPr>
          <a:xfrm xmlns:a="http://schemas.openxmlformats.org/drawingml/2006/main">
            <a:off x="9613831" y="7191375"/>
            <a:ext cx="571342"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5A6A70"/>
                </a:solidFill>
                <a:latin typeface="Arial"/>
                <a:ea typeface="Arial"/>
                <a:cs typeface="Arial"/>
              </a:defRPr>
            </a:defPPr>
            <a:lvl1pPr algn="r">
              <a:defRPr sz="2025" b="0">
                <a:solidFill>
                  <a:srgbClr val="5A6A70"/>
                </a:solidFill>
                <a:latin typeface="Arial"/>
                <a:ea typeface="Arial"/>
                <a:cs typeface="Arial"/>
              </a:defRPr>
            </a:lvl1pPr>
            <a:lvl2pPr algn="r">
              <a:defRPr sz="2025" b="0">
                <a:solidFill>
                  <a:srgbClr val="5A6A70"/>
                </a:solidFill>
                <a:latin typeface="Arial"/>
                <a:ea typeface="Arial"/>
                <a:cs typeface="Arial"/>
              </a:defRPr>
            </a:lvl2pPr>
            <a:lvl3pPr algn="r">
              <a:defRPr sz="2025" b="0">
                <a:solidFill>
                  <a:srgbClr val="5A6A70"/>
                </a:solidFill>
                <a:latin typeface="Arial"/>
                <a:ea typeface="Arial"/>
                <a:cs typeface="Arial"/>
              </a:defRPr>
            </a:lvl3pPr>
            <a:lvl4pPr algn="r">
              <a:defRPr sz="2025" b="0">
                <a:solidFill>
                  <a:srgbClr val="5A6A70"/>
                </a:solidFill>
                <a:latin typeface="Arial"/>
                <a:ea typeface="Arial"/>
                <a:cs typeface="Arial"/>
              </a:defRPr>
            </a:lvl4pPr>
            <a:lvl5pPr algn="r">
              <a:defRPr sz="2025" b="0">
                <a:solidFill>
                  <a:srgbClr val="5A6A70"/>
                </a:solidFill>
                <a:latin typeface="Arial"/>
                <a:ea typeface="Arial"/>
                <a:cs typeface="Arial"/>
              </a:defRPr>
            </a:lvl5pPr>
            <a:lvl6pPr algn="r">
              <a:defRPr sz="2025" b="0">
                <a:solidFill>
                  <a:srgbClr val="5A6A70"/>
                </a:solidFill>
                <a:latin typeface="Arial"/>
                <a:ea typeface="Arial"/>
                <a:cs typeface="Arial"/>
              </a:defRPr>
            </a:lvl6pPr>
            <a:lvl7pPr algn="r">
              <a:defRPr sz="2025" b="0">
                <a:solidFill>
                  <a:srgbClr val="5A6A70"/>
                </a:solidFill>
                <a:latin typeface="Arial"/>
                <a:ea typeface="Arial"/>
                <a:cs typeface="Arial"/>
              </a:defRPr>
            </a:lvl7pPr>
            <a:lvl8pPr algn="r">
              <a:defRPr sz="2025" b="0">
                <a:solidFill>
                  <a:srgbClr val="5A6A70"/>
                </a:solidFill>
                <a:latin typeface="Arial"/>
                <a:ea typeface="Arial"/>
                <a:cs typeface="Arial"/>
              </a:defRPr>
            </a:lvl8pPr>
            <a:lvl9pPr algn="r">
              <a:defRPr sz="2025" b="0">
                <a:solidFill>
                  <a:srgbClr val="5A6A70"/>
                </a:solidFill>
                <a:latin typeface="Arial"/>
                <a:ea typeface="Arial"/>
                <a:cs typeface="Arial"/>
              </a:defRPr>
            </a:lvl9pPr>
          </a:lstStyle>
          <a:p xmlns:a="http://schemas.openxmlformats.org/drawingml/2006/main">
            <a:pPr algn="r">
              <a:defRPr sz="2025" b="0">
                <a:solidFill>
                  <a:srgbClr val="5A6A70"/>
                </a:solidFill>
                <a:latin typeface="Arial"/>
                <a:ea typeface="Arial"/>
                <a:cs typeface="Arial"/>
              </a:defRPr>
            </a:pPr>
            <a:r>
              <a:rPr sz="2025" b="0">
                <a:solidFill>
                  <a:srgbClr val="5A6A70"/>
                </a:solidFill>
                <a:latin typeface="Arial"/>
                <a:ea typeface="Arial"/>
                <a:cs typeface="Arial"/>
              </a:rPr>
              <a:t>التفسير</a:t>
            </a:r>
          </a:p>
        </p:txBody>
      </p:sp>
    </p:spTree>
    <p:extLst>
      <p:ext uri="{BB962C8B-B14F-4D97-AF65-F5344CB8AC3E}">
        <p14:creationId xmlns:p14="http://schemas.microsoft.com/office/powerpoint/2010/main" val="2004284333"/>
      </p:ext>
    </p:extLst>
  </p:cSld>
</p:sld>
</file>

<file path=ppt/slides/slide1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F267F0E-4E5C-4DA0-BD9F-F8549C1B9BB2}"/>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7954B7AD-1B9A-4A7D-9597-22115CFD5193}"/>
              </a:ext>
            </a:extLst>
          </p:cNvPr>
          <p:cNvSpPr>
            <a:spLocks xmlns:a="http://schemas.openxmlformats.org/drawingml/2006/main" noGrp="1"/>
          </p:cNvSpPr>
          <p:nvPr/>
        </p:nvSpPr>
        <p:spPr>
          <a:xfrm xmlns:a="http://schemas.openxmlformats.org/drawingml/2006/main">
            <a:off x="13323912" y="1190625"/>
            <a:ext cx="106836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النتائج</a:t>
            </a:r>
          </a:p>
        </p:txBody>
      </p:sp>
      <p:sp>
        <p:nvSpPr>
          <p:cNvPr id="4" name="">
            <a:extLst xmlns:a="http://schemas.openxmlformats.org/drawingml/2006/main">
              <a:ext uri="{FF2B5EF4-FFF2-40B4-BE49-F238E27FC236}">
                <a16:creationId xmlns:a16="http://schemas.microsoft.com/office/drawing/2014/main" id="{24917058-BCE4-4D06-9EB2-76AE44E842E3}"/>
              </a:ext>
            </a:extLst>
          </p:cNvPr>
          <p:cNvSpPr>
            <a:spLocks xmlns:a="http://schemas.openxmlformats.org/drawingml/2006/main" noGrp="1"/>
          </p:cNvSpPr>
          <p:nvPr/>
        </p:nvSpPr>
        <p:spPr>
          <a:xfrm xmlns:a="http://schemas.openxmlformats.org/drawingml/2006/main">
            <a:off x="11976034" y="1190625"/>
            <a:ext cx="1197955"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المحلية</a:t>
            </a:r>
          </a:p>
        </p:txBody>
      </p:sp>
      <p:sp>
        <p:nvSpPr>
          <p:cNvPr id="5" name="">
            <a:extLst xmlns:a="http://schemas.openxmlformats.org/drawingml/2006/main">
              <a:ext uri="{FF2B5EF4-FFF2-40B4-BE49-F238E27FC236}">
                <a16:creationId xmlns:a16="http://schemas.microsoft.com/office/drawing/2014/main" id="{BCBB3019-CEA0-4034-9DD1-DD69CB3A4D4D}"/>
              </a:ext>
            </a:extLst>
          </p:cNvPr>
          <p:cNvSpPr>
            <a:spLocks xmlns:a="http://schemas.openxmlformats.org/drawingml/2006/main" noGrp="1"/>
          </p:cNvSpPr>
          <p:nvPr/>
        </p:nvSpPr>
        <p:spPr>
          <a:xfrm xmlns:a="http://schemas.openxmlformats.org/drawingml/2006/main">
            <a:off x="10860718" y="1190625"/>
            <a:ext cx="965392"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وحالة</a:t>
            </a:r>
          </a:p>
        </p:txBody>
      </p:sp>
      <p:sp>
        <p:nvSpPr>
          <p:cNvPr id="6" name="">
            <a:extLst xmlns:a="http://schemas.openxmlformats.org/drawingml/2006/main">
              <a:ext uri="{FF2B5EF4-FFF2-40B4-BE49-F238E27FC236}">
                <a16:creationId xmlns:a16="http://schemas.microsoft.com/office/drawing/2014/main" id="{ACBA253A-0603-40FC-A834-2EED02BBABEC}"/>
              </a:ext>
            </a:extLst>
          </p:cNvPr>
          <p:cNvSpPr>
            <a:spLocks xmlns:a="http://schemas.openxmlformats.org/drawingml/2006/main" noGrp="1"/>
          </p:cNvSpPr>
          <p:nvPr/>
        </p:nvSpPr>
        <p:spPr>
          <a:xfrm xmlns:a="http://schemas.openxmlformats.org/drawingml/2006/main">
            <a:off x="9587682" y="1190625"/>
            <a:ext cx="112311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الإنجاز</a:t>
            </a:r>
          </a:p>
        </p:txBody>
      </p:sp>
      <p:sp>
        <p:nvSpPr>
          <p:cNvPr id="7" name="">
            <a:extLst xmlns:a="http://schemas.openxmlformats.org/drawingml/2006/main">
              <a:ext uri="{FF2B5EF4-FFF2-40B4-BE49-F238E27FC236}">
                <a16:creationId xmlns:a16="http://schemas.microsoft.com/office/drawing/2014/main" id="{47190C5E-36BC-457F-A8F6-341C20B81E14}"/>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15 / 21</a:t>
            </a:r>
          </a:p>
        </p:txBody>
      </p:sp>
      <p:sp>
        <p:nvSpPr>
          <p:cNvPr id="8" name="">
            <a:extLst xmlns:a="http://schemas.openxmlformats.org/drawingml/2006/main">
              <a:ext uri="{FF2B5EF4-FFF2-40B4-BE49-F238E27FC236}">
                <a16:creationId xmlns:a16="http://schemas.microsoft.com/office/drawing/2014/main" id="{E38FABD5-3BC8-4A90-8679-73273F3AF432}"/>
              </a:ext>
            </a:extLst>
          </p:cNvPr>
          <p:cNvSpPr>
            <a:spLocks xmlns:a="http://schemas.openxmlformats.org/drawingml/2006/main" noGrp="1"/>
          </p:cNvSpPr>
          <p:nvPr/>
        </p:nvSpPr>
        <p:spPr>
          <a:xfrm xmlns:a="http://schemas.openxmlformats.org/drawingml/2006/main">
            <a:off x="952500" y="2762250"/>
            <a:ext cx="2476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8250" b="1">
                <a:solidFill>
                  <a:srgbClr val="167D8D"/>
                </a:solidFill>
                <a:latin typeface="Arial"/>
                <a:ea typeface="Arial"/>
                <a:cs typeface="Arial"/>
              </a:defRPr>
            </a:defPPr>
            <a:lvl1pPr algn="ctr">
              <a:defRPr sz="8250" b="1">
                <a:solidFill>
                  <a:srgbClr val="167D8D"/>
                </a:solidFill>
                <a:latin typeface="Arial"/>
                <a:ea typeface="Arial"/>
                <a:cs typeface="Arial"/>
              </a:defRPr>
            </a:lvl1pPr>
            <a:lvl2pPr algn="ctr">
              <a:defRPr sz="8250" b="1">
                <a:solidFill>
                  <a:srgbClr val="167D8D"/>
                </a:solidFill>
                <a:latin typeface="Arial"/>
                <a:ea typeface="Arial"/>
                <a:cs typeface="Arial"/>
              </a:defRPr>
            </a:lvl2pPr>
            <a:lvl3pPr algn="ctr">
              <a:defRPr sz="8250" b="1">
                <a:solidFill>
                  <a:srgbClr val="167D8D"/>
                </a:solidFill>
                <a:latin typeface="Arial"/>
                <a:ea typeface="Arial"/>
                <a:cs typeface="Arial"/>
              </a:defRPr>
            </a:lvl3pPr>
            <a:lvl4pPr algn="ctr">
              <a:defRPr sz="8250" b="1">
                <a:solidFill>
                  <a:srgbClr val="167D8D"/>
                </a:solidFill>
                <a:latin typeface="Arial"/>
                <a:ea typeface="Arial"/>
                <a:cs typeface="Arial"/>
              </a:defRPr>
            </a:lvl4pPr>
            <a:lvl5pPr algn="ctr">
              <a:defRPr sz="8250" b="1">
                <a:solidFill>
                  <a:srgbClr val="167D8D"/>
                </a:solidFill>
                <a:latin typeface="Arial"/>
                <a:ea typeface="Arial"/>
                <a:cs typeface="Arial"/>
              </a:defRPr>
            </a:lvl5pPr>
            <a:lvl6pPr algn="ctr">
              <a:defRPr sz="8250" b="1">
                <a:solidFill>
                  <a:srgbClr val="167D8D"/>
                </a:solidFill>
                <a:latin typeface="Arial"/>
                <a:ea typeface="Arial"/>
                <a:cs typeface="Arial"/>
              </a:defRPr>
            </a:lvl6pPr>
            <a:lvl7pPr algn="ctr">
              <a:defRPr sz="8250" b="1">
                <a:solidFill>
                  <a:srgbClr val="167D8D"/>
                </a:solidFill>
                <a:latin typeface="Arial"/>
                <a:ea typeface="Arial"/>
                <a:cs typeface="Arial"/>
              </a:defRPr>
            </a:lvl7pPr>
            <a:lvl8pPr algn="ctr">
              <a:defRPr sz="8250" b="1">
                <a:solidFill>
                  <a:srgbClr val="167D8D"/>
                </a:solidFill>
                <a:latin typeface="Arial"/>
                <a:ea typeface="Arial"/>
                <a:cs typeface="Arial"/>
              </a:defRPr>
            </a:lvl8pPr>
            <a:lvl9pPr algn="ctr">
              <a:defRPr sz="8250" b="1">
                <a:solidFill>
                  <a:srgbClr val="167D8D"/>
                </a:solidFill>
                <a:latin typeface="Arial"/>
                <a:ea typeface="Arial"/>
                <a:cs typeface="Arial"/>
              </a:defRPr>
            </a:lvl9pPr>
          </a:lstStyle>
          <a:p xmlns:a="http://schemas.openxmlformats.org/drawingml/2006/main">
            <a:pPr algn="ctr">
              <a:defRPr sz="8250" b="1">
                <a:solidFill>
                  <a:srgbClr val="167D8D"/>
                </a:solidFill>
                <a:latin typeface="Arial"/>
                <a:ea typeface="Arial"/>
                <a:cs typeface="Arial"/>
              </a:defRPr>
            </a:pPr>
            <a:r>
              <a:rPr sz="8250" b="1">
                <a:solidFill>
                  <a:srgbClr val="167D8D"/>
                </a:solidFill>
                <a:latin typeface="Arial"/>
                <a:ea typeface="Arial"/>
                <a:cs typeface="Arial"/>
              </a:rPr>
              <a:t>16</a:t>
            </a:r>
          </a:p>
        </p:txBody>
      </p:sp>
      <p:sp>
        <p:nvSpPr>
          <p:cNvPr id="9" name="">
            <a:extLst xmlns:a="http://schemas.openxmlformats.org/drawingml/2006/main">
              <a:ext uri="{FF2B5EF4-FFF2-40B4-BE49-F238E27FC236}">
                <a16:creationId xmlns:a16="http://schemas.microsoft.com/office/drawing/2014/main" id="{C9ACA4E9-EA2E-4E61-B1BB-8089FA0162B1}"/>
              </a:ext>
            </a:extLst>
          </p:cNvPr>
          <p:cNvSpPr>
            <a:spLocks xmlns:a="http://schemas.openxmlformats.org/drawingml/2006/main" noGrp="1"/>
          </p:cNvSpPr>
          <p:nvPr/>
        </p:nvSpPr>
        <p:spPr>
          <a:xfrm xmlns:a="http://schemas.openxmlformats.org/drawingml/2006/main">
            <a:off x="2736604" y="4286250"/>
            <a:ext cx="371429"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حالة</a:t>
            </a:r>
          </a:p>
        </p:txBody>
      </p:sp>
      <p:sp>
        <p:nvSpPr>
          <p:cNvPr id="10" name="">
            <a:extLst xmlns:a="http://schemas.openxmlformats.org/drawingml/2006/main">
              <a:ext uri="{FF2B5EF4-FFF2-40B4-BE49-F238E27FC236}">
                <a16:creationId xmlns:a16="http://schemas.microsoft.com/office/drawing/2014/main" id="{E5AF69B1-07E0-4AD4-82E9-05320D7BDFC1}"/>
              </a:ext>
            </a:extLst>
          </p:cNvPr>
          <p:cNvSpPr>
            <a:spLocks xmlns:a="http://schemas.openxmlformats.org/drawingml/2006/main" noGrp="1"/>
          </p:cNvSpPr>
          <p:nvPr/>
        </p:nvSpPr>
        <p:spPr>
          <a:xfrm xmlns:a="http://schemas.openxmlformats.org/drawingml/2006/main">
            <a:off x="1988074" y="4286250"/>
            <a:ext cx="678331"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مختبرية</a:t>
            </a:r>
          </a:p>
        </p:txBody>
      </p:sp>
      <p:sp>
        <p:nvSpPr>
          <p:cNvPr id="11" name="">
            <a:extLst xmlns:a="http://schemas.openxmlformats.org/drawingml/2006/main">
              <a:ext uri="{FF2B5EF4-FFF2-40B4-BE49-F238E27FC236}">
                <a16:creationId xmlns:a16="http://schemas.microsoft.com/office/drawing/2014/main" id="{96771FD7-0838-4BBA-B90A-D289E36A04D3}"/>
              </a:ext>
            </a:extLst>
          </p:cNvPr>
          <p:cNvSpPr>
            <a:spLocks xmlns:a="http://schemas.openxmlformats.org/drawingml/2006/main" noGrp="1"/>
          </p:cNvSpPr>
          <p:nvPr/>
        </p:nvSpPr>
        <p:spPr>
          <a:xfrm xmlns:a="http://schemas.openxmlformats.org/drawingml/2006/main">
            <a:off x="1282992" y="4286250"/>
            <a:ext cx="634882"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مصممة</a:t>
            </a:r>
          </a:p>
        </p:txBody>
      </p:sp>
      <p:sp>
        <p:nvSpPr>
          <p:cNvPr id="12" name="">
            <a:extLst xmlns:a="http://schemas.openxmlformats.org/drawingml/2006/main">
              <a:ext uri="{FF2B5EF4-FFF2-40B4-BE49-F238E27FC236}">
                <a16:creationId xmlns:a16="http://schemas.microsoft.com/office/drawing/2014/main" id="{6EFB4838-353B-4CCF-BC8D-7F5F7820FF1F}"/>
              </a:ext>
            </a:extLst>
          </p:cNvPr>
          <p:cNvSpPr>
            <a:spLocks xmlns:a="http://schemas.openxmlformats.org/drawingml/2006/main" noGrp="1"/>
          </p:cNvSpPr>
          <p:nvPr/>
        </p:nvSpPr>
        <p:spPr>
          <a:xfrm xmlns:a="http://schemas.openxmlformats.org/drawingml/2006/main">
            <a:off x="2605304" y="4810125"/>
            <a:ext cx="47879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نموذج</a:t>
            </a:r>
          </a:p>
        </p:txBody>
      </p:sp>
      <p:sp>
        <p:nvSpPr>
          <p:cNvPr id="13" name="">
            <a:extLst xmlns:a="http://schemas.openxmlformats.org/drawingml/2006/main">
              <a:ext uri="{FF2B5EF4-FFF2-40B4-BE49-F238E27FC236}">
                <a16:creationId xmlns:a16="http://schemas.microsoft.com/office/drawing/2014/main" id="{972C5EA1-34FB-4C44-9B05-A88F39F2E4DD}"/>
              </a:ext>
            </a:extLst>
          </p:cNvPr>
          <p:cNvSpPr>
            <a:spLocks xmlns:a="http://schemas.openxmlformats.org/drawingml/2006/main" noGrp="1"/>
          </p:cNvSpPr>
          <p:nvPr/>
        </p:nvSpPr>
        <p:spPr>
          <a:xfrm xmlns:a="http://schemas.openxmlformats.org/drawingml/2006/main">
            <a:off x="1790135" y="4810125"/>
            <a:ext cx="75087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A6A70"/>
                </a:solidFill>
                <a:latin typeface="Arial"/>
                <a:ea typeface="Arial"/>
                <a:cs typeface="Arial"/>
              </a:defRPr>
            </a:defPPr>
            <a:lvl1pPr algn="l">
              <a:defRPr sz="1875" b="0">
                <a:solidFill>
                  <a:srgbClr val="5A6A70"/>
                </a:solidFill>
                <a:latin typeface="Arial"/>
                <a:ea typeface="Arial"/>
                <a:cs typeface="Arial"/>
              </a:defRPr>
            </a:lvl1pPr>
            <a:lvl2pPr algn="l">
              <a:defRPr sz="1875" b="0">
                <a:solidFill>
                  <a:srgbClr val="5A6A70"/>
                </a:solidFill>
                <a:latin typeface="Arial"/>
                <a:ea typeface="Arial"/>
                <a:cs typeface="Arial"/>
              </a:defRPr>
            </a:lvl2pPr>
            <a:lvl3pPr algn="l">
              <a:defRPr sz="1875" b="0">
                <a:solidFill>
                  <a:srgbClr val="5A6A70"/>
                </a:solidFill>
                <a:latin typeface="Arial"/>
                <a:ea typeface="Arial"/>
                <a:cs typeface="Arial"/>
              </a:defRPr>
            </a:lvl3pPr>
            <a:lvl4pPr algn="l">
              <a:defRPr sz="1875" b="0">
                <a:solidFill>
                  <a:srgbClr val="5A6A70"/>
                </a:solidFill>
                <a:latin typeface="Arial"/>
                <a:ea typeface="Arial"/>
                <a:cs typeface="Arial"/>
              </a:defRPr>
            </a:lvl4pPr>
            <a:lvl5pPr algn="l">
              <a:defRPr sz="1875" b="0">
                <a:solidFill>
                  <a:srgbClr val="5A6A70"/>
                </a:solidFill>
                <a:latin typeface="Arial"/>
                <a:ea typeface="Arial"/>
                <a:cs typeface="Arial"/>
              </a:defRPr>
            </a:lvl5pPr>
            <a:lvl6pPr algn="l">
              <a:defRPr sz="1875" b="0">
                <a:solidFill>
                  <a:srgbClr val="5A6A70"/>
                </a:solidFill>
                <a:latin typeface="Arial"/>
                <a:ea typeface="Arial"/>
                <a:cs typeface="Arial"/>
              </a:defRPr>
            </a:lvl6pPr>
            <a:lvl7pPr algn="l">
              <a:defRPr sz="1875" b="0">
                <a:solidFill>
                  <a:srgbClr val="5A6A70"/>
                </a:solidFill>
                <a:latin typeface="Arial"/>
                <a:ea typeface="Arial"/>
                <a:cs typeface="Arial"/>
              </a:defRPr>
            </a:lvl7pPr>
            <a:lvl8pPr algn="l">
              <a:defRPr sz="1875" b="0">
                <a:solidFill>
                  <a:srgbClr val="5A6A70"/>
                </a:solidFill>
                <a:latin typeface="Arial"/>
                <a:ea typeface="Arial"/>
                <a:cs typeface="Arial"/>
              </a:defRPr>
            </a:lvl8pPr>
            <a:lvl9pPr algn="l">
              <a:defRPr sz="1875" b="0">
                <a:solidFill>
                  <a:srgbClr val="5A6A70"/>
                </a:solidFill>
                <a:latin typeface="Arial"/>
                <a:ea typeface="Arial"/>
                <a:cs typeface="Arial"/>
              </a:defRPr>
            </a:lvl9pPr>
          </a:lstStyle>
          <a:p xmlns:a="http://schemas.openxmlformats.org/drawingml/2006/main">
            <a:pPr algn="l">
              <a:defRPr sz="1875" b="0">
                <a:solidFill>
                  <a:srgbClr val="5A6A70"/>
                </a:solidFill>
                <a:latin typeface="Arial"/>
                <a:ea typeface="Arial"/>
                <a:cs typeface="Arial"/>
              </a:defRPr>
            </a:pPr>
            <a:r>
              <a:rPr sz="1875" b="0">
                <a:solidFill>
                  <a:srgbClr val="5A6A70"/>
                </a:solidFill>
                <a:latin typeface="Arial"/>
                <a:ea typeface="Arial"/>
                <a:cs typeface="Arial"/>
              </a:rPr>
              <a:t>Python</a:t>
            </a:r>
          </a:p>
        </p:txBody>
      </p:sp>
      <p:sp>
        <p:nvSpPr>
          <p:cNvPr id="14" name="">
            <a:extLst xmlns:a="http://schemas.openxmlformats.org/drawingml/2006/main">
              <a:ext uri="{FF2B5EF4-FFF2-40B4-BE49-F238E27FC236}">
                <a16:creationId xmlns:a16="http://schemas.microsoft.com/office/drawing/2014/main" id="{9034D622-F5B9-4B9C-B900-4252DC1B5F2B}"/>
              </a:ext>
            </a:extLst>
          </p:cNvPr>
          <p:cNvSpPr>
            <a:spLocks xmlns:a="http://schemas.openxmlformats.org/drawingml/2006/main" noGrp="1"/>
          </p:cNvSpPr>
          <p:nvPr/>
        </p:nvSpPr>
        <p:spPr>
          <a:xfrm xmlns:a="http://schemas.openxmlformats.org/drawingml/2006/main">
            <a:off x="1306923" y="4810125"/>
            <a:ext cx="41891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محلي</a:t>
            </a:r>
          </a:p>
        </p:txBody>
      </p:sp>
      <p:sp>
        <p:nvSpPr>
          <p:cNvPr id="15" name="">
            <a:extLst xmlns:a="http://schemas.openxmlformats.org/drawingml/2006/main">
              <a:ext uri="{FF2B5EF4-FFF2-40B4-BE49-F238E27FC236}">
                <a16:creationId xmlns:a16="http://schemas.microsoft.com/office/drawing/2014/main" id="{203F9143-3B06-4499-9C9F-8F58C7E79E7C}"/>
              </a:ext>
            </a:extLst>
          </p:cNvPr>
          <p:cNvSpPr>
            <a:spLocks xmlns:a="http://schemas.openxmlformats.org/drawingml/2006/main" noGrp="1"/>
          </p:cNvSpPr>
          <p:nvPr/>
        </p:nvSpPr>
        <p:spPr>
          <a:xfrm xmlns:a="http://schemas.openxmlformats.org/drawingml/2006/main">
            <a:off x="4095750" y="271462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1">
                <a:solidFill>
                  <a:srgbClr val="167D8D"/>
                </a:solidFill>
                <a:latin typeface="Arial"/>
                <a:ea typeface="Arial"/>
                <a:cs typeface="Arial"/>
              </a:defRPr>
            </a:defPPr>
            <a:lvl1pPr algn="ctr">
              <a:defRPr sz="2775" b="1">
                <a:solidFill>
                  <a:srgbClr val="167D8D"/>
                </a:solidFill>
                <a:latin typeface="Arial"/>
                <a:ea typeface="Arial"/>
                <a:cs typeface="Arial"/>
              </a:defRPr>
            </a:lvl1pPr>
            <a:lvl2pPr algn="ctr">
              <a:defRPr sz="2775" b="1">
                <a:solidFill>
                  <a:srgbClr val="167D8D"/>
                </a:solidFill>
                <a:latin typeface="Arial"/>
                <a:ea typeface="Arial"/>
                <a:cs typeface="Arial"/>
              </a:defRPr>
            </a:lvl2pPr>
            <a:lvl3pPr algn="ctr">
              <a:defRPr sz="2775" b="1">
                <a:solidFill>
                  <a:srgbClr val="167D8D"/>
                </a:solidFill>
                <a:latin typeface="Arial"/>
                <a:ea typeface="Arial"/>
                <a:cs typeface="Arial"/>
              </a:defRPr>
            </a:lvl3pPr>
            <a:lvl4pPr algn="ctr">
              <a:defRPr sz="2775" b="1">
                <a:solidFill>
                  <a:srgbClr val="167D8D"/>
                </a:solidFill>
                <a:latin typeface="Arial"/>
                <a:ea typeface="Arial"/>
                <a:cs typeface="Arial"/>
              </a:defRPr>
            </a:lvl4pPr>
            <a:lvl5pPr algn="ctr">
              <a:defRPr sz="2775" b="1">
                <a:solidFill>
                  <a:srgbClr val="167D8D"/>
                </a:solidFill>
                <a:latin typeface="Arial"/>
                <a:ea typeface="Arial"/>
                <a:cs typeface="Arial"/>
              </a:defRPr>
            </a:lvl5pPr>
            <a:lvl6pPr algn="ctr">
              <a:defRPr sz="2775" b="1">
                <a:solidFill>
                  <a:srgbClr val="167D8D"/>
                </a:solidFill>
                <a:latin typeface="Arial"/>
                <a:ea typeface="Arial"/>
                <a:cs typeface="Arial"/>
              </a:defRPr>
            </a:lvl6pPr>
            <a:lvl7pPr algn="ctr">
              <a:defRPr sz="2775" b="1">
                <a:solidFill>
                  <a:srgbClr val="167D8D"/>
                </a:solidFill>
                <a:latin typeface="Arial"/>
                <a:ea typeface="Arial"/>
                <a:cs typeface="Arial"/>
              </a:defRPr>
            </a:lvl7pPr>
            <a:lvl8pPr algn="ctr">
              <a:defRPr sz="2775" b="1">
                <a:solidFill>
                  <a:srgbClr val="167D8D"/>
                </a:solidFill>
                <a:latin typeface="Arial"/>
                <a:ea typeface="Arial"/>
                <a:cs typeface="Arial"/>
              </a:defRPr>
            </a:lvl8pPr>
            <a:lvl9pPr algn="ctr">
              <a:defRPr sz="2775" b="1">
                <a:solidFill>
                  <a:srgbClr val="167D8D"/>
                </a:solidFill>
                <a:latin typeface="Arial"/>
                <a:ea typeface="Arial"/>
                <a:cs typeface="Arial"/>
              </a:defRPr>
            </a:lvl9pPr>
          </a:lstStyle>
          <a:p xmlns:a="http://schemas.openxmlformats.org/drawingml/2006/main">
            <a:pPr algn="ctr">
              <a:defRPr sz="2775" b="1">
                <a:solidFill>
                  <a:srgbClr val="167D8D"/>
                </a:solidFill>
                <a:latin typeface="Arial"/>
                <a:ea typeface="Arial"/>
                <a:cs typeface="Arial"/>
              </a:defRPr>
            </a:pPr>
            <a:r>
              <a:rPr sz="2775" b="1">
                <a:solidFill>
                  <a:srgbClr val="167D8D"/>
                </a:solidFill>
                <a:latin typeface="Arial"/>
                <a:ea typeface="Arial"/>
                <a:cs typeface="Arial"/>
              </a:rPr>
              <a:t>7</a:t>
            </a:r>
          </a:p>
        </p:txBody>
      </p:sp>
      <p:sp>
        <p:nvSpPr>
          <p:cNvPr id="16" name="">
            <a:extLst xmlns:a="http://schemas.openxmlformats.org/drawingml/2006/main">
              <a:ext uri="{FF2B5EF4-FFF2-40B4-BE49-F238E27FC236}">
                <a16:creationId xmlns:a16="http://schemas.microsoft.com/office/drawing/2014/main" id="{B8A52D63-B485-491B-BC35-560246FDF02B}"/>
              </a:ext>
            </a:extLst>
          </p:cNvPr>
          <p:cNvSpPr>
            <a:spLocks xmlns:a="http://schemas.openxmlformats.org/drawingml/2006/main" noGrp="1"/>
          </p:cNvSpPr>
          <p:nvPr/>
        </p:nvSpPr>
        <p:spPr>
          <a:xfrm xmlns:a="http://schemas.openxmlformats.org/drawingml/2006/main">
            <a:off x="13915137" y="2781300"/>
            <a:ext cx="477138"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خطط</a:t>
            </a:r>
          </a:p>
        </p:txBody>
      </p:sp>
      <p:sp>
        <p:nvSpPr>
          <p:cNvPr id="17" name="">
            <a:extLst xmlns:a="http://schemas.openxmlformats.org/drawingml/2006/main">
              <a:ext uri="{FF2B5EF4-FFF2-40B4-BE49-F238E27FC236}">
                <a16:creationId xmlns:a16="http://schemas.microsoft.com/office/drawing/2014/main" id="{1ED7D089-3D71-4242-9BE1-F9DAB417C82D}"/>
              </a:ext>
            </a:extLst>
          </p:cNvPr>
          <p:cNvSpPr>
            <a:spLocks xmlns:a="http://schemas.openxmlformats.org/drawingml/2006/main" noGrp="1"/>
          </p:cNvSpPr>
          <p:nvPr/>
        </p:nvSpPr>
        <p:spPr>
          <a:xfrm xmlns:a="http://schemas.openxmlformats.org/drawingml/2006/main">
            <a:off x="13217172" y="2781300"/>
            <a:ext cx="62186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إصلاح</a:t>
            </a:r>
          </a:p>
        </p:txBody>
      </p:sp>
      <p:sp>
        <p:nvSpPr>
          <p:cNvPr id="18" name="">
            <a:extLst xmlns:a="http://schemas.openxmlformats.org/drawingml/2006/main">
              <a:ext uri="{FF2B5EF4-FFF2-40B4-BE49-F238E27FC236}">
                <a16:creationId xmlns:a16="http://schemas.microsoft.com/office/drawing/2014/main" id="{C13E8315-2F4B-483D-9973-CE4C9F27265F}"/>
              </a:ext>
            </a:extLst>
          </p:cNvPr>
          <p:cNvSpPr>
            <a:spLocks xmlns:a="http://schemas.openxmlformats.org/drawingml/2006/main" noGrp="1"/>
          </p:cNvSpPr>
          <p:nvPr/>
        </p:nvSpPr>
        <p:spPr>
          <a:xfrm xmlns:a="http://schemas.openxmlformats.org/drawingml/2006/main">
            <a:off x="4095750" y="323850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1">
                <a:solidFill>
                  <a:srgbClr val="167D8D"/>
                </a:solidFill>
                <a:latin typeface="Arial"/>
                <a:ea typeface="Arial"/>
                <a:cs typeface="Arial"/>
              </a:defRPr>
            </a:defPPr>
            <a:lvl1pPr algn="ctr">
              <a:defRPr sz="2775" b="1">
                <a:solidFill>
                  <a:srgbClr val="167D8D"/>
                </a:solidFill>
                <a:latin typeface="Arial"/>
                <a:ea typeface="Arial"/>
                <a:cs typeface="Arial"/>
              </a:defRPr>
            </a:lvl1pPr>
            <a:lvl2pPr algn="ctr">
              <a:defRPr sz="2775" b="1">
                <a:solidFill>
                  <a:srgbClr val="167D8D"/>
                </a:solidFill>
                <a:latin typeface="Arial"/>
                <a:ea typeface="Arial"/>
                <a:cs typeface="Arial"/>
              </a:defRPr>
            </a:lvl2pPr>
            <a:lvl3pPr algn="ctr">
              <a:defRPr sz="2775" b="1">
                <a:solidFill>
                  <a:srgbClr val="167D8D"/>
                </a:solidFill>
                <a:latin typeface="Arial"/>
                <a:ea typeface="Arial"/>
                <a:cs typeface="Arial"/>
              </a:defRPr>
            </a:lvl3pPr>
            <a:lvl4pPr algn="ctr">
              <a:defRPr sz="2775" b="1">
                <a:solidFill>
                  <a:srgbClr val="167D8D"/>
                </a:solidFill>
                <a:latin typeface="Arial"/>
                <a:ea typeface="Arial"/>
                <a:cs typeface="Arial"/>
              </a:defRPr>
            </a:lvl4pPr>
            <a:lvl5pPr algn="ctr">
              <a:defRPr sz="2775" b="1">
                <a:solidFill>
                  <a:srgbClr val="167D8D"/>
                </a:solidFill>
                <a:latin typeface="Arial"/>
                <a:ea typeface="Arial"/>
                <a:cs typeface="Arial"/>
              </a:defRPr>
            </a:lvl5pPr>
            <a:lvl6pPr algn="ctr">
              <a:defRPr sz="2775" b="1">
                <a:solidFill>
                  <a:srgbClr val="167D8D"/>
                </a:solidFill>
                <a:latin typeface="Arial"/>
                <a:ea typeface="Arial"/>
                <a:cs typeface="Arial"/>
              </a:defRPr>
            </a:lvl6pPr>
            <a:lvl7pPr algn="ctr">
              <a:defRPr sz="2775" b="1">
                <a:solidFill>
                  <a:srgbClr val="167D8D"/>
                </a:solidFill>
                <a:latin typeface="Arial"/>
                <a:ea typeface="Arial"/>
                <a:cs typeface="Arial"/>
              </a:defRPr>
            </a:lvl7pPr>
            <a:lvl8pPr algn="ctr">
              <a:defRPr sz="2775" b="1">
                <a:solidFill>
                  <a:srgbClr val="167D8D"/>
                </a:solidFill>
                <a:latin typeface="Arial"/>
                <a:ea typeface="Arial"/>
                <a:cs typeface="Arial"/>
              </a:defRPr>
            </a:lvl8pPr>
            <a:lvl9pPr algn="ctr">
              <a:defRPr sz="2775" b="1">
                <a:solidFill>
                  <a:srgbClr val="167D8D"/>
                </a:solidFill>
                <a:latin typeface="Arial"/>
                <a:ea typeface="Arial"/>
                <a:cs typeface="Arial"/>
              </a:defRPr>
            </a:lvl9pPr>
          </a:lstStyle>
          <a:p xmlns:a="http://schemas.openxmlformats.org/drawingml/2006/main">
            <a:pPr algn="ctr">
              <a:defRPr sz="2775" b="1">
                <a:solidFill>
                  <a:srgbClr val="167D8D"/>
                </a:solidFill>
                <a:latin typeface="Arial"/>
                <a:ea typeface="Arial"/>
                <a:cs typeface="Arial"/>
              </a:defRPr>
            </a:pPr>
            <a:r>
              <a:rPr sz="2775" b="1">
                <a:solidFill>
                  <a:srgbClr val="167D8D"/>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15CD6F5F-93BD-4966-8D38-B8FDD391FCBA}"/>
              </a:ext>
            </a:extLst>
          </p:cNvPr>
          <p:cNvSpPr>
            <a:spLocks xmlns:a="http://schemas.openxmlformats.org/drawingml/2006/main" noGrp="1"/>
          </p:cNvSpPr>
          <p:nvPr/>
        </p:nvSpPr>
        <p:spPr>
          <a:xfrm xmlns:a="http://schemas.openxmlformats.org/drawingml/2006/main">
            <a:off x="13685309" y="3305175"/>
            <a:ext cx="706966"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صحيحة</a:t>
            </a:r>
          </a:p>
        </p:txBody>
      </p:sp>
      <p:sp>
        <p:nvSpPr>
          <p:cNvPr id="20" name="">
            <a:extLst xmlns:a="http://schemas.openxmlformats.org/drawingml/2006/main">
              <a:ext uri="{FF2B5EF4-FFF2-40B4-BE49-F238E27FC236}">
                <a16:creationId xmlns:a16="http://schemas.microsoft.com/office/drawing/2014/main" id="{A9B2E71C-B9A1-4A3C-9883-088AAA75D470}"/>
              </a:ext>
            </a:extLst>
          </p:cNvPr>
          <p:cNvSpPr>
            <a:spLocks xmlns:a="http://schemas.openxmlformats.org/drawingml/2006/main" noGrp="1"/>
          </p:cNvSpPr>
          <p:nvPr/>
        </p:nvSpPr>
        <p:spPr>
          <a:xfrm xmlns:a="http://schemas.openxmlformats.org/drawingml/2006/main">
            <a:off x="13142856" y="3305175"/>
            <a:ext cx="466348"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أصلًا</a:t>
            </a:r>
          </a:p>
        </p:txBody>
      </p:sp>
      <p:sp>
        <p:nvSpPr>
          <p:cNvPr id="21" name="">
            <a:extLst xmlns:a="http://schemas.openxmlformats.org/drawingml/2006/main">
              <a:ext uri="{FF2B5EF4-FFF2-40B4-BE49-F238E27FC236}">
                <a16:creationId xmlns:a16="http://schemas.microsoft.com/office/drawing/2014/main" id="{0144B9C0-515C-4EBA-B3D2-ABC3B3DDE5C4}"/>
              </a:ext>
            </a:extLst>
          </p:cNvPr>
          <p:cNvSpPr>
            <a:spLocks xmlns:a="http://schemas.openxmlformats.org/drawingml/2006/main" noGrp="1"/>
          </p:cNvSpPr>
          <p:nvPr/>
        </p:nvSpPr>
        <p:spPr>
          <a:xfrm xmlns:a="http://schemas.openxmlformats.org/drawingml/2006/main">
            <a:off x="4095750" y="376237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1">
                <a:solidFill>
                  <a:srgbClr val="DC6A43"/>
                </a:solidFill>
                <a:latin typeface="Arial"/>
                <a:ea typeface="Arial"/>
                <a:cs typeface="Arial"/>
              </a:defRPr>
            </a:defPPr>
            <a:lvl1pPr algn="ctr">
              <a:defRPr sz="2775" b="1">
                <a:solidFill>
                  <a:srgbClr val="DC6A43"/>
                </a:solidFill>
                <a:latin typeface="Arial"/>
                <a:ea typeface="Arial"/>
                <a:cs typeface="Arial"/>
              </a:defRPr>
            </a:lvl1pPr>
            <a:lvl2pPr algn="ctr">
              <a:defRPr sz="2775" b="1">
                <a:solidFill>
                  <a:srgbClr val="DC6A43"/>
                </a:solidFill>
                <a:latin typeface="Arial"/>
                <a:ea typeface="Arial"/>
                <a:cs typeface="Arial"/>
              </a:defRPr>
            </a:lvl2pPr>
            <a:lvl3pPr algn="ctr">
              <a:defRPr sz="2775" b="1">
                <a:solidFill>
                  <a:srgbClr val="DC6A43"/>
                </a:solidFill>
                <a:latin typeface="Arial"/>
                <a:ea typeface="Arial"/>
                <a:cs typeface="Arial"/>
              </a:defRPr>
            </a:lvl3pPr>
            <a:lvl4pPr algn="ctr">
              <a:defRPr sz="2775" b="1">
                <a:solidFill>
                  <a:srgbClr val="DC6A43"/>
                </a:solidFill>
                <a:latin typeface="Arial"/>
                <a:ea typeface="Arial"/>
                <a:cs typeface="Arial"/>
              </a:defRPr>
            </a:lvl4pPr>
            <a:lvl5pPr algn="ctr">
              <a:defRPr sz="2775" b="1">
                <a:solidFill>
                  <a:srgbClr val="DC6A43"/>
                </a:solidFill>
                <a:latin typeface="Arial"/>
                <a:ea typeface="Arial"/>
                <a:cs typeface="Arial"/>
              </a:defRPr>
            </a:lvl5pPr>
            <a:lvl6pPr algn="ctr">
              <a:defRPr sz="2775" b="1">
                <a:solidFill>
                  <a:srgbClr val="DC6A43"/>
                </a:solidFill>
                <a:latin typeface="Arial"/>
                <a:ea typeface="Arial"/>
                <a:cs typeface="Arial"/>
              </a:defRPr>
            </a:lvl6pPr>
            <a:lvl7pPr algn="ctr">
              <a:defRPr sz="2775" b="1">
                <a:solidFill>
                  <a:srgbClr val="DC6A43"/>
                </a:solidFill>
                <a:latin typeface="Arial"/>
                <a:ea typeface="Arial"/>
                <a:cs typeface="Arial"/>
              </a:defRPr>
            </a:lvl7pPr>
            <a:lvl8pPr algn="ctr">
              <a:defRPr sz="2775" b="1">
                <a:solidFill>
                  <a:srgbClr val="DC6A43"/>
                </a:solidFill>
                <a:latin typeface="Arial"/>
                <a:ea typeface="Arial"/>
                <a:cs typeface="Arial"/>
              </a:defRPr>
            </a:lvl8pPr>
            <a:lvl9pPr algn="ctr">
              <a:defRPr sz="2775" b="1">
                <a:solidFill>
                  <a:srgbClr val="DC6A43"/>
                </a:solidFill>
                <a:latin typeface="Arial"/>
                <a:ea typeface="Arial"/>
                <a:cs typeface="Arial"/>
              </a:defRPr>
            </a:lvl9pPr>
          </a:lstStyle>
          <a:p xmlns:a="http://schemas.openxmlformats.org/drawingml/2006/main">
            <a:pPr algn="ctr">
              <a:defRPr sz="2775" b="1">
                <a:solidFill>
                  <a:srgbClr val="DC6A43"/>
                </a:solidFill>
                <a:latin typeface="Arial"/>
                <a:ea typeface="Arial"/>
                <a:cs typeface="Arial"/>
              </a:defRPr>
            </a:pPr>
            <a:r>
              <a:rPr sz="2775" b="1">
                <a:solidFill>
                  <a:srgbClr val="DC6A43"/>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4C4B100C-B536-4035-AD00-8C0C7D797A05}"/>
              </a:ext>
            </a:extLst>
          </p:cNvPr>
          <p:cNvSpPr>
            <a:spLocks xmlns:a="http://schemas.openxmlformats.org/drawingml/2006/main" noGrp="1"/>
          </p:cNvSpPr>
          <p:nvPr/>
        </p:nvSpPr>
        <p:spPr>
          <a:xfrm xmlns:a="http://schemas.openxmlformats.org/drawingml/2006/main">
            <a:off x="14149415" y="3829050"/>
            <a:ext cx="24286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بلا</a:t>
            </a:r>
          </a:p>
        </p:txBody>
      </p:sp>
      <p:sp>
        <p:nvSpPr>
          <p:cNvPr id="23" name="">
            <a:extLst xmlns:a="http://schemas.openxmlformats.org/drawingml/2006/main">
              <a:ext uri="{FF2B5EF4-FFF2-40B4-BE49-F238E27FC236}">
                <a16:creationId xmlns:a16="http://schemas.microsoft.com/office/drawing/2014/main" id="{AD7C87A7-C251-44FC-8F92-3A45721CB72E}"/>
              </a:ext>
            </a:extLst>
          </p:cNvPr>
          <p:cNvSpPr>
            <a:spLocks xmlns:a="http://schemas.openxmlformats.org/drawingml/2006/main" noGrp="1"/>
          </p:cNvSpPr>
          <p:nvPr/>
        </p:nvSpPr>
        <p:spPr>
          <a:xfrm xmlns:a="http://schemas.openxmlformats.org/drawingml/2006/main">
            <a:off x="13653225" y="3829050"/>
            <a:ext cx="420086"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خطة</a:t>
            </a:r>
          </a:p>
        </p:txBody>
      </p:sp>
      <p:sp>
        <p:nvSpPr>
          <p:cNvPr id="24" name="">
            <a:extLst xmlns:a="http://schemas.openxmlformats.org/drawingml/2006/main">
              <a:ext uri="{FF2B5EF4-FFF2-40B4-BE49-F238E27FC236}">
                <a16:creationId xmlns:a16="http://schemas.microsoft.com/office/drawing/2014/main" id="{2957EC56-981E-4395-9615-46D16FC097DA}"/>
              </a:ext>
            </a:extLst>
          </p:cNvPr>
          <p:cNvSpPr>
            <a:spLocks xmlns:a="http://schemas.openxmlformats.org/drawingml/2006/main" noGrp="1"/>
          </p:cNvSpPr>
          <p:nvPr/>
        </p:nvSpPr>
        <p:spPr>
          <a:xfrm xmlns:a="http://schemas.openxmlformats.org/drawingml/2006/main">
            <a:off x="13079750" y="3829050"/>
            <a:ext cx="49737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ضمن</a:t>
            </a:r>
          </a:p>
        </p:txBody>
      </p:sp>
      <p:sp>
        <p:nvSpPr>
          <p:cNvPr id="25" name="">
            <a:extLst xmlns:a="http://schemas.openxmlformats.org/drawingml/2006/main">
              <a:ext uri="{FF2B5EF4-FFF2-40B4-BE49-F238E27FC236}">
                <a16:creationId xmlns:a16="http://schemas.microsoft.com/office/drawing/2014/main" id="{B2FFB3B5-41EF-4669-A912-8B0D14210D90}"/>
              </a:ext>
            </a:extLst>
          </p:cNvPr>
          <p:cNvSpPr>
            <a:spLocks xmlns:a="http://schemas.openxmlformats.org/drawingml/2006/main" noGrp="1"/>
          </p:cNvSpPr>
          <p:nvPr/>
        </p:nvSpPr>
        <p:spPr>
          <a:xfrm xmlns:a="http://schemas.openxmlformats.org/drawingml/2006/main">
            <a:off x="12406873" y="3829050"/>
            <a:ext cx="59677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كتابتين</a:t>
            </a:r>
          </a:p>
        </p:txBody>
      </p:sp>
      <p:sp>
        <p:nvSpPr>
          <p:cNvPr id="26" name="">
            <a:extLst xmlns:a="http://schemas.openxmlformats.org/drawingml/2006/main">
              <a:ext uri="{FF2B5EF4-FFF2-40B4-BE49-F238E27FC236}">
                <a16:creationId xmlns:a16="http://schemas.microsoft.com/office/drawing/2014/main" id="{D5B1F5C4-6525-41D5-BA18-FE841B314D73}"/>
              </a:ext>
            </a:extLst>
          </p:cNvPr>
          <p:cNvSpPr>
            <a:spLocks xmlns:a="http://schemas.openxmlformats.org/drawingml/2006/main" noGrp="1"/>
          </p:cNvSpPr>
          <p:nvPr/>
        </p:nvSpPr>
        <p:spPr>
          <a:xfrm xmlns:a="http://schemas.openxmlformats.org/drawingml/2006/main">
            <a:off x="4095750" y="428625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1">
                <a:solidFill>
                  <a:srgbClr val="DC6A43"/>
                </a:solidFill>
                <a:latin typeface="Arial"/>
                <a:ea typeface="Arial"/>
                <a:cs typeface="Arial"/>
              </a:defRPr>
            </a:defPPr>
            <a:lvl1pPr algn="ctr">
              <a:defRPr sz="2775" b="1">
                <a:solidFill>
                  <a:srgbClr val="DC6A43"/>
                </a:solidFill>
                <a:latin typeface="Arial"/>
                <a:ea typeface="Arial"/>
                <a:cs typeface="Arial"/>
              </a:defRPr>
            </a:lvl1pPr>
            <a:lvl2pPr algn="ctr">
              <a:defRPr sz="2775" b="1">
                <a:solidFill>
                  <a:srgbClr val="DC6A43"/>
                </a:solidFill>
                <a:latin typeface="Arial"/>
                <a:ea typeface="Arial"/>
                <a:cs typeface="Arial"/>
              </a:defRPr>
            </a:lvl2pPr>
            <a:lvl3pPr algn="ctr">
              <a:defRPr sz="2775" b="1">
                <a:solidFill>
                  <a:srgbClr val="DC6A43"/>
                </a:solidFill>
                <a:latin typeface="Arial"/>
                <a:ea typeface="Arial"/>
                <a:cs typeface="Arial"/>
              </a:defRPr>
            </a:lvl3pPr>
            <a:lvl4pPr algn="ctr">
              <a:defRPr sz="2775" b="1">
                <a:solidFill>
                  <a:srgbClr val="DC6A43"/>
                </a:solidFill>
                <a:latin typeface="Arial"/>
                <a:ea typeface="Arial"/>
                <a:cs typeface="Arial"/>
              </a:defRPr>
            </a:lvl4pPr>
            <a:lvl5pPr algn="ctr">
              <a:defRPr sz="2775" b="1">
                <a:solidFill>
                  <a:srgbClr val="DC6A43"/>
                </a:solidFill>
                <a:latin typeface="Arial"/>
                <a:ea typeface="Arial"/>
                <a:cs typeface="Arial"/>
              </a:defRPr>
            </a:lvl5pPr>
            <a:lvl6pPr algn="ctr">
              <a:defRPr sz="2775" b="1">
                <a:solidFill>
                  <a:srgbClr val="DC6A43"/>
                </a:solidFill>
                <a:latin typeface="Arial"/>
                <a:ea typeface="Arial"/>
                <a:cs typeface="Arial"/>
              </a:defRPr>
            </a:lvl6pPr>
            <a:lvl7pPr algn="ctr">
              <a:defRPr sz="2775" b="1">
                <a:solidFill>
                  <a:srgbClr val="DC6A43"/>
                </a:solidFill>
                <a:latin typeface="Arial"/>
                <a:ea typeface="Arial"/>
                <a:cs typeface="Arial"/>
              </a:defRPr>
            </a:lvl7pPr>
            <a:lvl8pPr algn="ctr">
              <a:defRPr sz="2775" b="1">
                <a:solidFill>
                  <a:srgbClr val="DC6A43"/>
                </a:solidFill>
                <a:latin typeface="Arial"/>
                <a:ea typeface="Arial"/>
                <a:cs typeface="Arial"/>
              </a:defRPr>
            </a:lvl8pPr>
            <a:lvl9pPr algn="ctr">
              <a:defRPr sz="2775" b="1">
                <a:solidFill>
                  <a:srgbClr val="DC6A43"/>
                </a:solidFill>
                <a:latin typeface="Arial"/>
                <a:ea typeface="Arial"/>
                <a:cs typeface="Arial"/>
              </a:defRPr>
            </a:lvl9pPr>
          </a:lstStyle>
          <a:p xmlns:a="http://schemas.openxmlformats.org/drawingml/2006/main">
            <a:pPr algn="ctr">
              <a:defRPr sz="2775" b="1">
                <a:solidFill>
                  <a:srgbClr val="DC6A43"/>
                </a:solidFill>
                <a:latin typeface="Arial"/>
                <a:ea typeface="Arial"/>
                <a:cs typeface="Arial"/>
              </a:defRPr>
            </a:pPr>
            <a:r>
              <a:rPr sz="2775" b="1">
                <a:solidFill>
                  <a:srgbClr val="DC6A43"/>
                </a:solidFill>
                <a:latin typeface="Arial"/>
                <a:ea typeface="Arial"/>
                <a:cs typeface="Arial"/>
              </a:rPr>
              <a:t>1</a:t>
            </a:r>
          </a:p>
        </p:txBody>
      </p:sp>
      <p:sp>
        <p:nvSpPr>
          <p:cNvPr id="27" name="">
            <a:extLst xmlns:a="http://schemas.openxmlformats.org/drawingml/2006/main">
              <a:ext uri="{FF2B5EF4-FFF2-40B4-BE49-F238E27FC236}">
                <a16:creationId xmlns:a16="http://schemas.microsoft.com/office/drawing/2014/main" id="{88C8BF1E-45D0-4ECC-82B4-C870C60E70E3}"/>
              </a:ext>
            </a:extLst>
          </p:cNvPr>
          <p:cNvSpPr>
            <a:spLocks xmlns:a="http://schemas.openxmlformats.org/drawingml/2006/main" noGrp="1"/>
          </p:cNvSpPr>
          <p:nvPr/>
        </p:nvSpPr>
        <p:spPr>
          <a:xfrm xmlns:a="http://schemas.openxmlformats.org/drawingml/2006/main">
            <a:off x="13660761" y="4352925"/>
            <a:ext cx="73151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متطلبات</a:t>
            </a:r>
          </a:p>
        </p:txBody>
      </p:sp>
      <p:sp>
        <p:nvSpPr>
          <p:cNvPr id="28" name="">
            <a:extLst xmlns:a="http://schemas.openxmlformats.org/drawingml/2006/main">
              <a:ext uri="{FF2B5EF4-FFF2-40B4-BE49-F238E27FC236}">
                <a16:creationId xmlns:a16="http://schemas.microsoft.com/office/drawing/2014/main" id="{2A157CD4-B7A8-4EE9-B0F0-8F53857CA6A5}"/>
              </a:ext>
            </a:extLst>
          </p:cNvPr>
          <p:cNvSpPr>
            <a:spLocks xmlns:a="http://schemas.openxmlformats.org/drawingml/2006/main" noGrp="1"/>
          </p:cNvSpPr>
          <p:nvPr/>
        </p:nvSpPr>
        <p:spPr>
          <a:xfrm xmlns:a="http://schemas.openxmlformats.org/drawingml/2006/main">
            <a:off x="12856785" y="4352925"/>
            <a:ext cx="727872"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متناقضة</a:t>
            </a:r>
          </a:p>
        </p:txBody>
      </p:sp>
      <p:sp>
        <p:nvSpPr>
          <p:cNvPr id="29" name="">
            <a:extLst xmlns:a="http://schemas.openxmlformats.org/drawingml/2006/main">
              <a:ext uri="{FF2B5EF4-FFF2-40B4-BE49-F238E27FC236}">
                <a16:creationId xmlns:a16="http://schemas.microsoft.com/office/drawing/2014/main" id="{DC0B0671-3538-4C93-81C4-9483D8A8DA10}"/>
              </a:ext>
            </a:extLst>
          </p:cNvPr>
          <p:cNvSpPr>
            <a:spLocks xmlns:a="http://schemas.openxmlformats.org/drawingml/2006/main" noGrp="1"/>
          </p:cNvSpPr>
          <p:nvPr/>
        </p:nvSpPr>
        <p:spPr>
          <a:xfrm xmlns:a="http://schemas.openxmlformats.org/drawingml/2006/main">
            <a:off x="4095750" y="4810125"/>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1">
                <a:solidFill>
                  <a:srgbClr val="DC6A43"/>
                </a:solidFill>
                <a:latin typeface="Arial"/>
                <a:ea typeface="Arial"/>
                <a:cs typeface="Arial"/>
              </a:defRPr>
            </a:defPPr>
            <a:lvl1pPr algn="ctr">
              <a:defRPr sz="2775" b="1">
                <a:solidFill>
                  <a:srgbClr val="DC6A43"/>
                </a:solidFill>
                <a:latin typeface="Arial"/>
                <a:ea typeface="Arial"/>
                <a:cs typeface="Arial"/>
              </a:defRPr>
            </a:lvl1pPr>
            <a:lvl2pPr algn="ctr">
              <a:defRPr sz="2775" b="1">
                <a:solidFill>
                  <a:srgbClr val="DC6A43"/>
                </a:solidFill>
                <a:latin typeface="Arial"/>
                <a:ea typeface="Arial"/>
                <a:cs typeface="Arial"/>
              </a:defRPr>
            </a:lvl2pPr>
            <a:lvl3pPr algn="ctr">
              <a:defRPr sz="2775" b="1">
                <a:solidFill>
                  <a:srgbClr val="DC6A43"/>
                </a:solidFill>
                <a:latin typeface="Arial"/>
                <a:ea typeface="Arial"/>
                <a:cs typeface="Arial"/>
              </a:defRPr>
            </a:lvl3pPr>
            <a:lvl4pPr algn="ctr">
              <a:defRPr sz="2775" b="1">
                <a:solidFill>
                  <a:srgbClr val="DC6A43"/>
                </a:solidFill>
                <a:latin typeface="Arial"/>
                <a:ea typeface="Arial"/>
                <a:cs typeface="Arial"/>
              </a:defRPr>
            </a:lvl4pPr>
            <a:lvl5pPr algn="ctr">
              <a:defRPr sz="2775" b="1">
                <a:solidFill>
                  <a:srgbClr val="DC6A43"/>
                </a:solidFill>
                <a:latin typeface="Arial"/>
                <a:ea typeface="Arial"/>
                <a:cs typeface="Arial"/>
              </a:defRPr>
            </a:lvl5pPr>
            <a:lvl6pPr algn="ctr">
              <a:defRPr sz="2775" b="1">
                <a:solidFill>
                  <a:srgbClr val="DC6A43"/>
                </a:solidFill>
                <a:latin typeface="Arial"/>
                <a:ea typeface="Arial"/>
                <a:cs typeface="Arial"/>
              </a:defRPr>
            </a:lvl6pPr>
            <a:lvl7pPr algn="ctr">
              <a:defRPr sz="2775" b="1">
                <a:solidFill>
                  <a:srgbClr val="DC6A43"/>
                </a:solidFill>
                <a:latin typeface="Arial"/>
                <a:ea typeface="Arial"/>
                <a:cs typeface="Arial"/>
              </a:defRPr>
            </a:lvl7pPr>
            <a:lvl8pPr algn="ctr">
              <a:defRPr sz="2775" b="1">
                <a:solidFill>
                  <a:srgbClr val="DC6A43"/>
                </a:solidFill>
                <a:latin typeface="Arial"/>
                <a:ea typeface="Arial"/>
                <a:cs typeface="Arial"/>
              </a:defRPr>
            </a:lvl8pPr>
            <a:lvl9pPr algn="ctr">
              <a:defRPr sz="2775" b="1">
                <a:solidFill>
                  <a:srgbClr val="DC6A43"/>
                </a:solidFill>
                <a:latin typeface="Arial"/>
                <a:ea typeface="Arial"/>
                <a:cs typeface="Arial"/>
              </a:defRPr>
            </a:lvl9pPr>
          </a:lstStyle>
          <a:p xmlns:a="http://schemas.openxmlformats.org/drawingml/2006/main">
            <a:pPr algn="ctr">
              <a:defRPr sz="2775" b="1">
                <a:solidFill>
                  <a:srgbClr val="DC6A43"/>
                </a:solidFill>
                <a:latin typeface="Arial"/>
                <a:ea typeface="Arial"/>
                <a:cs typeface="Arial"/>
              </a:defRPr>
            </a:pPr>
            <a:r>
              <a:rPr sz="2775" b="1">
                <a:solidFill>
                  <a:srgbClr val="DC6A43"/>
                </a:solidFill>
                <a:latin typeface="Arial"/>
                <a:ea typeface="Arial"/>
                <a:cs typeface="Arial"/>
              </a:rPr>
              <a:t>1</a:t>
            </a:r>
          </a:p>
        </p:txBody>
      </p:sp>
      <p:sp>
        <p:nvSpPr>
          <p:cNvPr id="30" name="">
            <a:extLst xmlns:a="http://schemas.openxmlformats.org/drawingml/2006/main">
              <a:ext uri="{FF2B5EF4-FFF2-40B4-BE49-F238E27FC236}">
                <a16:creationId xmlns:a16="http://schemas.microsoft.com/office/drawing/2014/main" id="{DCF878E3-2E58-482A-8537-6EBED3B607B5}"/>
              </a:ext>
            </a:extLst>
          </p:cNvPr>
          <p:cNvSpPr>
            <a:spLocks xmlns:a="http://schemas.openxmlformats.org/drawingml/2006/main" noGrp="1"/>
          </p:cNvSpPr>
          <p:nvPr/>
        </p:nvSpPr>
        <p:spPr>
          <a:xfrm xmlns:a="http://schemas.openxmlformats.org/drawingml/2006/main">
            <a:off x="13856601" y="4876800"/>
            <a:ext cx="53567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بيانات</a:t>
            </a:r>
          </a:p>
        </p:txBody>
      </p:sp>
      <p:sp>
        <p:nvSpPr>
          <p:cNvPr id="31" name="">
            <a:extLst xmlns:a="http://schemas.openxmlformats.org/drawingml/2006/main">
              <a:ext uri="{FF2B5EF4-FFF2-40B4-BE49-F238E27FC236}">
                <a16:creationId xmlns:a16="http://schemas.microsoft.com/office/drawing/2014/main" id="{02E91A44-9DF0-400A-B32F-5745D7FEBAA4}"/>
              </a:ext>
            </a:extLst>
          </p:cNvPr>
          <p:cNvSpPr>
            <a:spLocks xmlns:a="http://schemas.openxmlformats.org/drawingml/2006/main" noGrp="1"/>
          </p:cNvSpPr>
          <p:nvPr/>
        </p:nvSpPr>
        <p:spPr>
          <a:xfrm xmlns:a="http://schemas.openxmlformats.org/drawingml/2006/main">
            <a:off x="13228907" y="4876800"/>
            <a:ext cx="551589"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ناقصة</a:t>
            </a:r>
          </a:p>
        </p:txBody>
      </p:sp>
      <p:sp>
        <p:nvSpPr>
          <p:cNvPr id="32" name="">
            <a:extLst xmlns:a="http://schemas.openxmlformats.org/drawingml/2006/main">
              <a:ext uri="{FF2B5EF4-FFF2-40B4-BE49-F238E27FC236}">
                <a16:creationId xmlns:a16="http://schemas.microsoft.com/office/drawing/2014/main" id="{B2C82F6A-21C7-435A-B67B-777F219F2240}"/>
              </a:ext>
            </a:extLst>
          </p:cNvPr>
          <p:cNvSpPr>
            <a:spLocks xmlns:a="http://schemas.openxmlformats.org/drawingml/2006/main" noGrp="1"/>
          </p:cNvSpPr>
          <p:nvPr/>
        </p:nvSpPr>
        <p:spPr>
          <a:xfrm xmlns:a="http://schemas.openxmlformats.org/drawingml/2006/main">
            <a:off x="4095750" y="5334000"/>
            <a:ext cx="85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1">
                <a:solidFill>
                  <a:srgbClr val="DC6A43"/>
                </a:solidFill>
                <a:latin typeface="Arial"/>
                <a:ea typeface="Arial"/>
                <a:cs typeface="Arial"/>
              </a:defRPr>
            </a:defPPr>
            <a:lvl1pPr algn="ctr">
              <a:defRPr sz="2775" b="1">
                <a:solidFill>
                  <a:srgbClr val="DC6A43"/>
                </a:solidFill>
                <a:latin typeface="Arial"/>
                <a:ea typeface="Arial"/>
                <a:cs typeface="Arial"/>
              </a:defRPr>
            </a:lvl1pPr>
            <a:lvl2pPr algn="ctr">
              <a:defRPr sz="2775" b="1">
                <a:solidFill>
                  <a:srgbClr val="DC6A43"/>
                </a:solidFill>
                <a:latin typeface="Arial"/>
                <a:ea typeface="Arial"/>
                <a:cs typeface="Arial"/>
              </a:defRPr>
            </a:lvl2pPr>
            <a:lvl3pPr algn="ctr">
              <a:defRPr sz="2775" b="1">
                <a:solidFill>
                  <a:srgbClr val="DC6A43"/>
                </a:solidFill>
                <a:latin typeface="Arial"/>
                <a:ea typeface="Arial"/>
                <a:cs typeface="Arial"/>
              </a:defRPr>
            </a:lvl3pPr>
            <a:lvl4pPr algn="ctr">
              <a:defRPr sz="2775" b="1">
                <a:solidFill>
                  <a:srgbClr val="DC6A43"/>
                </a:solidFill>
                <a:latin typeface="Arial"/>
                <a:ea typeface="Arial"/>
                <a:cs typeface="Arial"/>
              </a:defRPr>
            </a:lvl4pPr>
            <a:lvl5pPr algn="ctr">
              <a:defRPr sz="2775" b="1">
                <a:solidFill>
                  <a:srgbClr val="DC6A43"/>
                </a:solidFill>
                <a:latin typeface="Arial"/>
                <a:ea typeface="Arial"/>
                <a:cs typeface="Arial"/>
              </a:defRPr>
            </a:lvl5pPr>
            <a:lvl6pPr algn="ctr">
              <a:defRPr sz="2775" b="1">
                <a:solidFill>
                  <a:srgbClr val="DC6A43"/>
                </a:solidFill>
                <a:latin typeface="Arial"/>
                <a:ea typeface="Arial"/>
                <a:cs typeface="Arial"/>
              </a:defRPr>
            </a:lvl6pPr>
            <a:lvl7pPr algn="ctr">
              <a:defRPr sz="2775" b="1">
                <a:solidFill>
                  <a:srgbClr val="DC6A43"/>
                </a:solidFill>
                <a:latin typeface="Arial"/>
                <a:ea typeface="Arial"/>
                <a:cs typeface="Arial"/>
              </a:defRPr>
            </a:lvl7pPr>
            <a:lvl8pPr algn="ctr">
              <a:defRPr sz="2775" b="1">
                <a:solidFill>
                  <a:srgbClr val="DC6A43"/>
                </a:solidFill>
                <a:latin typeface="Arial"/>
                <a:ea typeface="Arial"/>
                <a:cs typeface="Arial"/>
              </a:defRPr>
            </a:lvl8pPr>
            <a:lvl9pPr algn="ctr">
              <a:defRPr sz="2775" b="1">
                <a:solidFill>
                  <a:srgbClr val="DC6A43"/>
                </a:solidFill>
                <a:latin typeface="Arial"/>
                <a:ea typeface="Arial"/>
                <a:cs typeface="Arial"/>
              </a:defRPr>
            </a:lvl9pPr>
          </a:lstStyle>
          <a:p xmlns:a="http://schemas.openxmlformats.org/drawingml/2006/main">
            <a:pPr algn="ctr">
              <a:defRPr sz="2775" b="1">
                <a:solidFill>
                  <a:srgbClr val="DC6A43"/>
                </a:solidFill>
                <a:latin typeface="Arial"/>
                <a:ea typeface="Arial"/>
                <a:cs typeface="Arial"/>
              </a:defRPr>
            </a:pPr>
            <a:r>
              <a:rPr sz="2775" b="1">
                <a:solidFill>
                  <a:srgbClr val="DC6A43"/>
                </a:solidFill>
                <a:latin typeface="Arial"/>
                <a:ea typeface="Arial"/>
                <a:cs typeface="Arial"/>
              </a:rPr>
              <a:t>2</a:t>
            </a:r>
          </a:p>
        </p:txBody>
      </p:sp>
      <p:sp>
        <p:nvSpPr>
          <p:cNvPr id="33" name="">
            <a:extLst xmlns:a="http://schemas.openxmlformats.org/drawingml/2006/main">
              <a:ext uri="{FF2B5EF4-FFF2-40B4-BE49-F238E27FC236}">
                <a16:creationId xmlns:a16="http://schemas.microsoft.com/office/drawing/2014/main" id="{83273560-2165-4734-B117-607004C5982B}"/>
              </a:ext>
            </a:extLst>
          </p:cNvPr>
          <p:cNvSpPr>
            <a:spLocks xmlns:a="http://schemas.openxmlformats.org/drawingml/2006/main" noGrp="1"/>
          </p:cNvSpPr>
          <p:nvPr/>
        </p:nvSpPr>
        <p:spPr>
          <a:xfrm xmlns:a="http://schemas.openxmlformats.org/drawingml/2006/main">
            <a:off x="13882497" y="5400675"/>
            <a:ext cx="509778"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خارج</a:t>
            </a:r>
          </a:p>
        </p:txBody>
      </p:sp>
      <p:sp>
        <p:nvSpPr>
          <p:cNvPr id="34" name="">
            <a:extLst xmlns:a="http://schemas.openxmlformats.org/drawingml/2006/main">
              <a:ext uri="{FF2B5EF4-FFF2-40B4-BE49-F238E27FC236}">
                <a16:creationId xmlns:a16="http://schemas.microsoft.com/office/drawing/2014/main" id="{CB4011A0-EAFC-4EAC-9806-D1C1835AF8A9}"/>
              </a:ext>
            </a:extLst>
          </p:cNvPr>
          <p:cNvSpPr>
            <a:spLocks xmlns:a="http://schemas.openxmlformats.org/drawingml/2006/main" noGrp="1"/>
          </p:cNvSpPr>
          <p:nvPr/>
        </p:nvSpPr>
        <p:spPr>
          <a:xfrm xmlns:a="http://schemas.openxmlformats.org/drawingml/2006/main">
            <a:off x="13350699" y="5400675"/>
            <a:ext cx="455693"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الدعم</a:t>
            </a:r>
          </a:p>
        </p:txBody>
      </p:sp>
      <p:sp>
        <p:nvSpPr>
          <p:cNvPr id="35" name="">
            <a:extLst xmlns:a="http://schemas.openxmlformats.org/drawingml/2006/main">
              <a:ext uri="{FF2B5EF4-FFF2-40B4-BE49-F238E27FC236}">
                <a16:creationId xmlns:a16="http://schemas.microsoft.com/office/drawing/2014/main" id="{32E5A59C-5D30-42D8-9A5B-4AE74A41ECDA}"/>
              </a:ext>
            </a:extLst>
          </p:cNvPr>
          <p:cNvSpPr>
            <a:spLocks xmlns:a="http://schemas.openxmlformats.org/drawingml/2006/main" noGrp="1"/>
          </p:cNvSpPr>
          <p:nvPr/>
        </p:nvSpPr>
        <p:spPr>
          <a:xfrm xmlns:a="http://schemas.openxmlformats.org/drawingml/2006/main">
            <a:off x="13955799" y="6191250"/>
            <a:ext cx="436476"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تعادل</a:t>
            </a:r>
          </a:p>
        </p:txBody>
      </p:sp>
      <p:sp>
        <p:nvSpPr>
          <p:cNvPr id="36" name="">
            <a:extLst xmlns:a="http://schemas.openxmlformats.org/drawingml/2006/main">
              <a:ext uri="{FF2B5EF4-FFF2-40B4-BE49-F238E27FC236}">
                <a16:creationId xmlns:a16="http://schemas.microsoft.com/office/drawing/2014/main" id="{91C26A0B-F440-4053-A610-8FF6C54D9EC0}"/>
              </a:ext>
            </a:extLst>
          </p:cNvPr>
          <p:cNvSpPr>
            <a:spLocks xmlns:a="http://schemas.openxmlformats.org/drawingml/2006/main" noGrp="1"/>
          </p:cNvSpPr>
          <p:nvPr/>
        </p:nvSpPr>
        <p:spPr>
          <a:xfrm xmlns:a="http://schemas.openxmlformats.org/drawingml/2006/main">
            <a:off x="13560634" y="6191250"/>
            <a:ext cx="324966"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عدد</a:t>
            </a:r>
          </a:p>
        </p:txBody>
      </p:sp>
      <p:sp>
        <p:nvSpPr>
          <p:cNvPr id="37" name="">
            <a:extLst xmlns:a="http://schemas.openxmlformats.org/drawingml/2006/main">
              <a:ext uri="{FF2B5EF4-FFF2-40B4-BE49-F238E27FC236}">
                <a16:creationId xmlns:a16="http://schemas.microsoft.com/office/drawing/2014/main" id="{B3F69444-5EF6-4BBE-8645-9B5CF1664C52}"/>
              </a:ext>
            </a:extLst>
          </p:cNvPr>
          <p:cNvSpPr>
            <a:spLocks xmlns:a="http://schemas.openxmlformats.org/drawingml/2006/main" noGrp="1"/>
          </p:cNvSpPr>
          <p:nvPr/>
        </p:nvSpPr>
        <p:spPr>
          <a:xfrm xmlns:a="http://schemas.openxmlformats.org/drawingml/2006/main">
            <a:off x="12845004" y="6191250"/>
            <a:ext cx="645430"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الكتابات</a:t>
            </a:r>
          </a:p>
        </p:txBody>
      </p:sp>
      <p:sp>
        <p:nvSpPr>
          <p:cNvPr id="38" name="">
            <a:extLst xmlns:a="http://schemas.openxmlformats.org/drawingml/2006/main">
              <a:ext uri="{FF2B5EF4-FFF2-40B4-BE49-F238E27FC236}">
                <a16:creationId xmlns:a16="http://schemas.microsoft.com/office/drawing/2014/main" id="{F72AA6C7-4A71-4F89-B2FF-BEBDE780531F}"/>
              </a:ext>
            </a:extLst>
          </p:cNvPr>
          <p:cNvSpPr>
            <a:spLocks xmlns:a="http://schemas.openxmlformats.org/drawingml/2006/main" noGrp="1"/>
          </p:cNvSpPr>
          <p:nvPr/>
        </p:nvSpPr>
        <p:spPr>
          <a:xfrm xmlns:a="http://schemas.openxmlformats.org/drawingml/2006/main">
            <a:off x="12537992" y="6191250"/>
            <a:ext cx="236813"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مع</a:t>
            </a:r>
          </a:p>
        </p:txBody>
      </p:sp>
      <p:sp>
        <p:nvSpPr>
          <p:cNvPr id="39" name="">
            <a:extLst xmlns:a="http://schemas.openxmlformats.org/drawingml/2006/main">
              <a:ext uri="{FF2B5EF4-FFF2-40B4-BE49-F238E27FC236}">
                <a16:creationId xmlns:a16="http://schemas.microsoft.com/office/drawing/2014/main" id="{8707FF6C-D095-41A5-86C5-729FCBD06964}"/>
              </a:ext>
            </a:extLst>
          </p:cNvPr>
          <p:cNvSpPr>
            <a:spLocks xmlns:a="http://schemas.openxmlformats.org/drawingml/2006/main" noGrp="1"/>
          </p:cNvSpPr>
          <p:nvPr/>
        </p:nvSpPr>
        <p:spPr>
          <a:xfrm xmlns:a="http://schemas.openxmlformats.org/drawingml/2006/main">
            <a:off x="11869076" y="6191250"/>
            <a:ext cx="598717"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المرجع</a:t>
            </a:r>
          </a:p>
        </p:txBody>
      </p:sp>
      <p:sp>
        <p:nvSpPr>
          <p:cNvPr id="40" name="">
            <a:extLst xmlns:a="http://schemas.openxmlformats.org/drawingml/2006/main">
              <a:ext uri="{FF2B5EF4-FFF2-40B4-BE49-F238E27FC236}">
                <a16:creationId xmlns:a16="http://schemas.microsoft.com/office/drawing/2014/main" id="{B7313085-FEA4-41F2-BEBF-23B1E2B3210D}"/>
              </a:ext>
            </a:extLst>
          </p:cNvPr>
          <p:cNvSpPr>
            <a:spLocks xmlns:a="http://schemas.openxmlformats.org/drawingml/2006/main" noGrp="1"/>
          </p:cNvSpPr>
          <p:nvPr/>
        </p:nvSpPr>
        <p:spPr>
          <a:xfrm xmlns:a="http://schemas.openxmlformats.org/drawingml/2006/main">
            <a:off x="11233562" y="6191250"/>
            <a:ext cx="565314"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اليدوي</a:t>
            </a:r>
          </a:p>
        </p:txBody>
      </p:sp>
      <p:sp>
        <p:nvSpPr>
          <p:cNvPr id="41" name="">
            <a:extLst xmlns:a="http://schemas.openxmlformats.org/drawingml/2006/main">
              <a:ext uri="{FF2B5EF4-FFF2-40B4-BE49-F238E27FC236}">
                <a16:creationId xmlns:a16="http://schemas.microsoft.com/office/drawing/2014/main" id="{966334EC-E0C8-48BB-8F20-C03B797165B9}"/>
              </a:ext>
            </a:extLst>
          </p:cNvPr>
          <p:cNvSpPr>
            <a:spLocks xmlns:a="http://schemas.openxmlformats.org/drawingml/2006/main" noGrp="1"/>
          </p:cNvSpPr>
          <p:nvPr/>
        </p:nvSpPr>
        <p:spPr>
          <a:xfrm xmlns:a="http://schemas.openxmlformats.org/drawingml/2006/main">
            <a:off x="10491311" y="6191250"/>
            <a:ext cx="672052"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الصحيح</a:t>
            </a:r>
          </a:p>
        </p:txBody>
      </p:sp>
      <p:sp>
        <p:nvSpPr>
          <p:cNvPr id="42" name="">
            <a:extLst xmlns:a="http://schemas.openxmlformats.org/drawingml/2006/main">
              <a:ext uri="{FF2B5EF4-FFF2-40B4-BE49-F238E27FC236}">
                <a16:creationId xmlns:a16="http://schemas.microsoft.com/office/drawing/2014/main" id="{06FB95B9-A039-4B61-AD39-8802CD1D28F9}"/>
              </a:ext>
            </a:extLst>
          </p:cNvPr>
          <p:cNvSpPr>
            <a:spLocks xmlns:a="http://schemas.openxmlformats.org/drawingml/2006/main" noGrp="1"/>
          </p:cNvSpPr>
          <p:nvPr/>
        </p:nvSpPr>
        <p:spPr>
          <a:xfrm xmlns:a="http://schemas.openxmlformats.org/drawingml/2006/main">
            <a:off x="10184800" y="6191250"/>
            <a:ext cx="236311"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في</a:t>
            </a:r>
          </a:p>
        </p:txBody>
      </p:sp>
      <p:sp>
        <p:nvSpPr>
          <p:cNvPr id="43" name="">
            <a:extLst xmlns:a="http://schemas.openxmlformats.org/drawingml/2006/main">
              <a:ext uri="{FF2B5EF4-FFF2-40B4-BE49-F238E27FC236}">
                <a16:creationId xmlns:a16="http://schemas.microsoft.com/office/drawing/2014/main" id="{F3BC8BFF-CA0D-4A74-AF6A-10801E1BC10F}"/>
              </a:ext>
            </a:extLst>
          </p:cNvPr>
          <p:cNvSpPr>
            <a:spLocks xmlns:a="http://schemas.openxmlformats.org/drawingml/2006/main" noGrp="1"/>
          </p:cNvSpPr>
          <p:nvPr/>
        </p:nvSpPr>
        <p:spPr>
          <a:xfrm xmlns:a="http://schemas.openxmlformats.org/drawingml/2006/main">
            <a:off x="9502071" y="6191250"/>
            <a:ext cx="612530"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الحالات</a:t>
            </a:r>
          </a:p>
        </p:txBody>
      </p:sp>
      <p:sp>
        <p:nvSpPr>
          <p:cNvPr id="44" name="">
            <a:extLst xmlns:a="http://schemas.openxmlformats.org/drawingml/2006/main">
              <a:ext uri="{FF2B5EF4-FFF2-40B4-BE49-F238E27FC236}">
                <a16:creationId xmlns:a16="http://schemas.microsoft.com/office/drawing/2014/main" id="{617DAF7F-DDB6-4886-B4EF-75E579C68BF6}"/>
              </a:ext>
            </a:extLst>
          </p:cNvPr>
          <p:cNvSpPr>
            <a:spLocks xmlns:a="http://schemas.openxmlformats.org/drawingml/2006/main" noGrp="1"/>
          </p:cNvSpPr>
          <p:nvPr/>
        </p:nvSpPr>
        <p:spPr>
          <a:xfrm xmlns:a="http://schemas.openxmlformats.org/drawingml/2006/main">
            <a:off x="8851237" y="6191250"/>
            <a:ext cx="580634"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1">
                <a:solidFill>
                  <a:srgbClr val="142B36"/>
                </a:solidFill>
                <a:latin typeface="Arial"/>
                <a:ea typeface="Arial"/>
                <a:cs typeface="Arial"/>
              </a:defRPr>
            </a:defPPr>
            <a:lvl1pPr algn="r">
              <a:defRPr sz="2025" b="1">
                <a:solidFill>
                  <a:srgbClr val="142B36"/>
                </a:solidFill>
                <a:latin typeface="Arial"/>
                <a:ea typeface="Arial"/>
                <a:cs typeface="Arial"/>
              </a:defRPr>
            </a:lvl1pPr>
            <a:lvl2pPr algn="r">
              <a:defRPr sz="2025" b="1">
                <a:solidFill>
                  <a:srgbClr val="142B36"/>
                </a:solidFill>
                <a:latin typeface="Arial"/>
                <a:ea typeface="Arial"/>
                <a:cs typeface="Arial"/>
              </a:defRPr>
            </a:lvl2pPr>
            <a:lvl3pPr algn="r">
              <a:defRPr sz="2025" b="1">
                <a:solidFill>
                  <a:srgbClr val="142B36"/>
                </a:solidFill>
                <a:latin typeface="Arial"/>
                <a:ea typeface="Arial"/>
                <a:cs typeface="Arial"/>
              </a:defRPr>
            </a:lvl3pPr>
            <a:lvl4pPr algn="r">
              <a:defRPr sz="2025" b="1">
                <a:solidFill>
                  <a:srgbClr val="142B36"/>
                </a:solidFill>
                <a:latin typeface="Arial"/>
                <a:ea typeface="Arial"/>
                <a:cs typeface="Arial"/>
              </a:defRPr>
            </a:lvl4pPr>
            <a:lvl5pPr algn="r">
              <a:defRPr sz="2025" b="1">
                <a:solidFill>
                  <a:srgbClr val="142B36"/>
                </a:solidFill>
                <a:latin typeface="Arial"/>
                <a:ea typeface="Arial"/>
                <a:cs typeface="Arial"/>
              </a:defRPr>
            </a:lvl5pPr>
            <a:lvl6pPr algn="r">
              <a:defRPr sz="2025" b="1">
                <a:solidFill>
                  <a:srgbClr val="142B36"/>
                </a:solidFill>
                <a:latin typeface="Arial"/>
                <a:ea typeface="Arial"/>
                <a:cs typeface="Arial"/>
              </a:defRPr>
            </a:lvl6pPr>
            <a:lvl7pPr algn="r">
              <a:defRPr sz="2025" b="1">
                <a:solidFill>
                  <a:srgbClr val="142B36"/>
                </a:solidFill>
                <a:latin typeface="Arial"/>
                <a:ea typeface="Arial"/>
                <a:cs typeface="Arial"/>
              </a:defRPr>
            </a:lvl7pPr>
            <a:lvl8pPr algn="r">
              <a:defRPr sz="2025" b="1">
                <a:solidFill>
                  <a:srgbClr val="142B36"/>
                </a:solidFill>
                <a:latin typeface="Arial"/>
                <a:ea typeface="Arial"/>
                <a:cs typeface="Arial"/>
              </a:defRPr>
            </a:lvl8pPr>
            <a:lvl9pPr algn="r">
              <a:defRPr sz="2025" b="1">
                <a:solidFill>
                  <a:srgbClr val="142B36"/>
                </a:solidFill>
                <a:latin typeface="Arial"/>
                <a:ea typeface="Arial"/>
                <a:cs typeface="Arial"/>
              </a:defRPr>
            </a:lvl9pPr>
          </a:lstStyle>
          <a:p xmlns:a="http://schemas.openxmlformats.org/drawingml/2006/main">
            <a:pPr algn="r">
              <a:defRPr sz="2025" b="1">
                <a:solidFill>
                  <a:srgbClr val="142B36"/>
                </a:solidFill>
                <a:latin typeface="Arial"/>
                <a:ea typeface="Arial"/>
                <a:cs typeface="Arial"/>
              </a:defRPr>
            </a:pPr>
            <a:r>
              <a:rPr sz="2025" b="1">
                <a:solidFill>
                  <a:srgbClr val="142B36"/>
                </a:solidFill>
                <a:latin typeface="Arial"/>
                <a:ea typeface="Arial"/>
                <a:cs typeface="Arial"/>
              </a:rPr>
              <a:t>الثماني</a:t>
            </a:r>
          </a:p>
        </p:txBody>
      </p:sp>
      <p:sp>
        <p:nvSpPr>
          <p:cNvPr id="45" name="">
            <a:extLst xmlns:a="http://schemas.openxmlformats.org/drawingml/2006/main">
              <a:ext uri="{FF2B5EF4-FFF2-40B4-BE49-F238E27FC236}">
                <a16:creationId xmlns:a16="http://schemas.microsoft.com/office/drawing/2014/main" id="{CEC6F53F-10B7-4A49-89FA-4614A512D011}"/>
              </a:ext>
            </a:extLst>
          </p:cNvPr>
          <p:cNvSpPr>
            <a:spLocks xmlns:a="http://schemas.openxmlformats.org/drawingml/2006/main" noGrp="1"/>
          </p:cNvSpPr>
          <p:nvPr/>
        </p:nvSpPr>
        <p:spPr>
          <a:xfrm xmlns:a="http://schemas.openxmlformats.org/drawingml/2006/main">
            <a:off x="13850192" y="6762750"/>
            <a:ext cx="542083"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167D8D"/>
                </a:solidFill>
                <a:latin typeface="Arial"/>
                <a:ea typeface="Arial"/>
                <a:cs typeface="Arial"/>
              </a:defRPr>
            </a:defPPr>
            <a:lvl1pPr algn="r">
              <a:defRPr sz="2025" b="0">
                <a:solidFill>
                  <a:srgbClr val="167D8D"/>
                </a:solidFill>
                <a:latin typeface="Arial"/>
                <a:ea typeface="Arial"/>
                <a:cs typeface="Arial"/>
              </a:defRPr>
            </a:lvl1pPr>
            <a:lvl2pPr algn="r">
              <a:defRPr sz="2025" b="0">
                <a:solidFill>
                  <a:srgbClr val="167D8D"/>
                </a:solidFill>
                <a:latin typeface="Arial"/>
                <a:ea typeface="Arial"/>
                <a:cs typeface="Arial"/>
              </a:defRPr>
            </a:lvl2pPr>
            <a:lvl3pPr algn="r">
              <a:defRPr sz="2025" b="0">
                <a:solidFill>
                  <a:srgbClr val="167D8D"/>
                </a:solidFill>
                <a:latin typeface="Arial"/>
                <a:ea typeface="Arial"/>
                <a:cs typeface="Arial"/>
              </a:defRPr>
            </a:lvl3pPr>
            <a:lvl4pPr algn="r">
              <a:defRPr sz="2025" b="0">
                <a:solidFill>
                  <a:srgbClr val="167D8D"/>
                </a:solidFill>
                <a:latin typeface="Arial"/>
                <a:ea typeface="Arial"/>
                <a:cs typeface="Arial"/>
              </a:defRPr>
            </a:lvl4pPr>
            <a:lvl5pPr algn="r">
              <a:defRPr sz="2025" b="0">
                <a:solidFill>
                  <a:srgbClr val="167D8D"/>
                </a:solidFill>
                <a:latin typeface="Arial"/>
                <a:ea typeface="Arial"/>
                <a:cs typeface="Arial"/>
              </a:defRPr>
            </a:lvl5pPr>
            <a:lvl6pPr algn="r">
              <a:defRPr sz="2025" b="0">
                <a:solidFill>
                  <a:srgbClr val="167D8D"/>
                </a:solidFill>
                <a:latin typeface="Arial"/>
                <a:ea typeface="Arial"/>
                <a:cs typeface="Arial"/>
              </a:defRPr>
            </a:lvl6pPr>
            <a:lvl7pPr algn="r">
              <a:defRPr sz="2025" b="0">
                <a:solidFill>
                  <a:srgbClr val="167D8D"/>
                </a:solidFill>
                <a:latin typeface="Arial"/>
                <a:ea typeface="Arial"/>
                <a:cs typeface="Arial"/>
              </a:defRPr>
            </a:lvl7pPr>
            <a:lvl8pPr algn="r">
              <a:defRPr sz="2025" b="0">
                <a:solidFill>
                  <a:srgbClr val="167D8D"/>
                </a:solidFill>
                <a:latin typeface="Arial"/>
                <a:ea typeface="Arial"/>
                <a:cs typeface="Arial"/>
              </a:defRPr>
            </a:lvl8pPr>
            <a:lvl9pPr algn="r">
              <a:defRPr sz="2025" b="0">
                <a:solidFill>
                  <a:srgbClr val="167D8D"/>
                </a:solidFill>
                <a:latin typeface="Arial"/>
                <a:ea typeface="Arial"/>
                <a:cs typeface="Arial"/>
              </a:defRPr>
            </a:lvl9pPr>
          </a:lstStyle>
          <a:p xmlns:a="http://schemas.openxmlformats.org/drawingml/2006/main">
            <a:pPr algn="r">
              <a:defRPr sz="2025" b="0">
                <a:solidFill>
                  <a:srgbClr val="167D8D"/>
                </a:solidFill>
                <a:latin typeface="Arial"/>
                <a:ea typeface="Arial"/>
                <a:cs typeface="Arial"/>
              </a:defRPr>
            </a:pPr>
            <a:r>
              <a:rPr sz="2025" b="0">
                <a:solidFill>
                  <a:srgbClr val="167D8D"/>
                </a:solidFill>
                <a:latin typeface="Arial"/>
                <a:ea typeface="Arial"/>
                <a:cs typeface="Arial"/>
              </a:rPr>
              <a:t>المنجز</a:t>
            </a:r>
          </a:p>
        </p:txBody>
      </p:sp>
      <p:sp>
        <p:nvSpPr>
          <p:cNvPr id="46" name="">
            <a:extLst xmlns:a="http://schemas.openxmlformats.org/drawingml/2006/main">
              <a:ext uri="{FF2B5EF4-FFF2-40B4-BE49-F238E27FC236}">
                <a16:creationId xmlns:a16="http://schemas.microsoft.com/office/drawing/2014/main" id="{BAD03DA7-2BB9-4337-AFFA-6657B67CB787}"/>
              </a:ext>
            </a:extLst>
          </p:cNvPr>
          <p:cNvSpPr>
            <a:spLocks xmlns:a="http://schemas.openxmlformats.org/drawingml/2006/main" noGrp="1"/>
          </p:cNvSpPr>
          <p:nvPr/>
        </p:nvSpPr>
        <p:spPr>
          <a:xfrm xmlns:a="http://schemas.openxmlformats.org/drawingml/2006/main">
            <a:off x="13243058" y="6762750"/>
            <a:ext cx="536935"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167D8D"/>
                </a:solidFill>
                <a:latin typeface="Arial"/>
                <a:ea typeface="Arial"/>
                <a:cs typeface="Arial"/>
              </a:defRPr>
            </a:defPPr>
            <a:lvl1pPr algn="r">
              <a:defRPr sz="2025" b="0">
                <a:solidFill>
                  <a:srgbClr val="167D8D"/>
                </a:solidFill>
                <a:latin typeface="Arial"/>
                <a:ea typeface="Arial"/>
                <a:cs typeface="Arial"/>
              </a:defRPr>
            </a:lvl1pPr>
            <a:lvl2pPr algn="r">
              <a:defRPr sz="2025" b="0">
                <a:solidFill>
                  <a:srgbClr val="167D8D"/>
                </a:solidFill>
                <a:latin typeface="Arial"/>
                <a:ea typeface="Arial"/>
                <a:cs typeface="Arial"/>
              </a:defRPr>
            </a:lvl2pPr>
            <a:lvl3pPr algn="r">
              <a:defRPr sz="2025" b="0">
                <a:solidFill>
                  <a:srgbClr val="167D8D"/>
                </a:solidFill>
                <a:latin typeface="Arial"/>
                <a:ea typeface="Arial"/>
                <a:cs typeface="Arial"/>
              </a:defRPr>
            </a:lvl3pPr>
            <a:lvl4pPr algn="r">
              <a:defRPr sz="2025" b="0">
                <a:solidFill>
                  <a:srgbClr val="167D8D"/>
                </a:solidFill>
                <a:latin typeface="Arial"/>
                <a:ea typeface="Arial"/>
                <a:cs typeface="Arial"/>
              </a:defRPr>
            </a:lvl4pPr>
            <a:lvl5pPr algn="r">
              <a:defRPr sz="2025" b="0">
                <a:solidFill>
                  <a:srgbClr val="167D8D"/>
                </a:solidFill>
                <a:latin typeface="Arial"/>
                <a:ea typeface="Arial"/>
                <a:cs typeface="Arial"/>
              </a:defRPr>
            </a:lvl5pPr>
            <a:lvl6pPr algn="r">
              <a:defRPr sz="2025" b="0">
                <a:solidFill>
                  <a:srgbClr val="167D8D"/>
                </a:solidFill>
                <a:latin typeface="Arial"/>
                <a:ea typeface="Arial"/>
                <a:cs typeface="Arial"/>
              </a:defRPr>
            </a:lvl6pPr>
            <a:lvl7pPr algn="r">
              <a:defRPr sz="2025" b="0">
                <a:solidFill>
                  <a:srgbClr val="167D8D"/>
                </a:solidFill>
                <a:latin typeface="Arial"/>
                <a:ea typeface="Arial"/>
                <a:cs typeface="Arial"/>
              </a:defRPr>
            </a:lvl7pPr>
            <a:lvl8pPr algn="r">
              <a:defRPr sz="2025" b="0">
                <a:solidFill>
                  <a:srgbClr val="167D8D"/>
                </a:solidFill>
                <a:latin typeface="Arial"/>
                <a:ea typeface="Arial"/>
                <a:cs typeface="Arial"/>
              </a:defRPr>
            </a:lvl8pPr>
            <a:lvl9pPr algn="r">
              <a:defRPr sz="2025" b="0">
                <a:solidFill>
                  <a:srgbClr val="167D8D"/>
                </a:solidFill>
                <a:latin typeface="Arial"/>
                <a:ea typeface="Arial"/>
                <a:cs typeface="Arial"/>
              </a:defRPr>
            </a:lvl9pPr>
          </a:lstStyle>
          <a:p xmlns:a="http://schemas.openxmlformats.org/drawingml/2006/main">
            <a:pPr algn="r">
              <a:defRPr sz="2025" b="0">
                <a:solidFill>
                  <a:srgbClr val="167D8D"/>
                </a:solidFill>
                <a:latin typeface="Arial"/>
                <a:ea typeface="Arial"/>
                <a:cs typeface="Arial"/>
              </a:defRPr>
            </a:pPr>
            <a:r>
              <a:rPr sz="2025" b="0">
                <a:solidFill>
                  <a:srgbClr val="167D8D"/>
                </a:solidFill>
                <a:latin typeface="Arial"/>
                <a:ea typeface="Arial"/>
                <a:cs typeface="Arial"/>
              </a:rPr>
              <a:t>النطاق</a:t>
            </a:r>
          </a:p>
        </p:txBody>
      </p:sp>
      <p:sp>
        <p:nvSpPr>
          <p:cNvPr id="47" name="">
            <a:extLst xmlns:a="http://schemas.openxmlformats.org/drawingml/2006/main">
              <a:ext uri="{FF2B5EF4-FFF2-40B4-BE49-F238E27FC236}">
                <a16:creationId xmlns:a16="http://schemas.microsoft.com/office/drawing/2014/main" id="{5AC02A3F-B90F-496F-8C51-6491E721AE49}"/>
              </a:ext>
            </a:extLst>
          </p:cNvPr>
          <p:cNvSpPr>
            <a:spLocks xmlns:a="http://schemas.openxmlformats.org/drawingml/2006/main" noGrp="1"/>
          </p:cNvSpPr>
          <p:nvPr/>
        </p:nvSpPr>
        <p:spPr>
          <a:xfrm xmlns:a="http://schemas.openxmlformats.org/drawingml/2006/main">
            <a:off x="12447061" y="6762750"/>
            <a:ext cx="725797"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167D8D"/>
                </a:solidFill>
                <a:latin typeface="Arial"/>
                <a:ea typeface="Arial"/>
                <a:cs typeface="Arial"/>
              </a:defRPr>
            </a:defPPr>
            <a:lvl1pPr algn="r">
              <a:defRPr sz="2025" b="0">
                <a:solidFill>
                  <a:srgbClr val="167D8D"/>
                </a:solidFill>
                <a:latin typeface="Arial"/>
                <a:ea typeface="Arial"/>
                <a:cs typeface="Arial"/>
              </a:defRPr>
            </a:lvl1pPr>
            <a:lvl2pPr algn="r">
              <a:defRPr sz="2025" b="0">
                <a:solidFill>
                  <a:srgbClr val="167D8D"/>
                </a:solidFill>
                <a:latin typeface="Arial"/>
                <a:ea typeface="Arial"/>
                <a:cs typeface="Arial"/>
              </a:defRPr>
            </a:lvl2pPr>
            <a:lvl3pPr algn="r">
              <a:defRPr sz="2025" b="0">
                <a:solidFill>
                  <a:srgbClr val="167D8D"/>
                </a:solidFill>
                <a:latin typeface="Arial"/>
                <a:ea typeface="Arial"/>
                <a:cs typeface="Arial"/>
              </a:defRPr>
            </a:lvl3pPr>
            <a:lvl4pPr algn="r">
              <a:defRPr sz="2025" b="0">
                <a:solidFill>
                  <a:srgbClr val="167D8D"/>
                </a:solidFill>
                <a:latin typeface="Arial"/>
                <a:ea typeface="Arial"/>
                <a:cs typeface="Arial"/>
              </a:defRPr>
            </a:lvl4pPr>
            <a:lvl5pPr algn="r">
              <a:defRPr sz="2025" b="0">
                <a:solidFill>
                  <a:srgbClr val="167D8D"/>
                </a:solidFill>
                <a:latin typeface="Arial"/>
                <a:ea typeface="Arial"/>
                <a:cs typeface="Arial"/>
              </a:defRPr>
            </a:lvl5pPr>
            <a:lvl6pPr algn="r">
              <a:defRPr sz="2025" b="0">
                <a:solidFill>
                  <a:srgbClr val="167D8D"/>
                </a:solidFill>
                <a:latin typeface="Arial"/>
                <a:ea typeface="Arial"/>
                <a:cs typeface="Arial"/>
              </a:defRPr>
            </a:lvl6pPr>
            <a:lvl7pPr algn="r">
              <a:defRPr sz="2025" b="0">
                <a:solidFill>
                  <a:srgbClr val="167D8D"/>
                </a:solidFill>
                <a:latin typeface="Arial"/>
                <a:ea typeface="Arial"/>
                <a:cs typeface="Arial"/>
              </a:defRPr>
            </a:lvl7pPr>
            <a:lvl8pPr algn="r">
              <a:defRPr sz="2025" b="0">
                <a:solidFill>
                  <a:srgbClr val="167D8D"/>
                </a:solidFill>
                <a:latin typeface="Arial"/>
                <a:ea typeface="Arial"/>
                <a:cs typeface="Arial"/>
              </a:defRPr>
            </a:lvl8pPr>
            <a:lvl9pPr algn="r">
              <a:defRPr sz="2025" b="0">
                <a:solidFill>
                  <a:srgbClr val="167D8D"/>
                </a:solidFill>
                <a:latin typeface="Arial"/>
                <a:ea typeface="Arial"/>
                <a:cs typeface="Arial"/>
              </a:defRPr>
            </a:lvl9pPr>
          </a:lstStyle>
          <a:p xmlns:a="http://schemas.openxmlformats.org/drawingml/2006/main">
            <a:pPr algn="r">
              <a:defRPr sz="2025" b="0">
                <a:solidFill>
                  <a:srgbClr val="167D8D"/>
                </a:solidFill>
                <a:latin typeface="Arial"/>
                <a:ea typeface="Arial"/>
                <a:cs typeface="Arial"/>
              </a:defRPr>
            </a:pPr>
            <a:r>
              <a:rPr sz="2025" b="0">
                <a:solidFill>
                  <a:srgbClr val="167D8D"/>
                </a:solidFill>
                <a:latin typeface="Arial"/>
                <a:ea typeface="Arial"/>
                <a:cs typeface="Arial"/>
              </a:rPr>
              <a:t>والدراسة</a:t>
            </a:r>
          </a:p>
        </p:txBody>
      </p:sp>
      <p:sp>
        <p:nvSpPr>
          <p:cNvPr id="48" name="">
            <a:extLst xmlns:a="http://schemas.openxmlformats.org/drawingml/2006/main">
              <a:ext uri="{FF2B5EF4-FFF2-40B4-BE49-F238E27FC236}">
                <a16:creationId xmlns:a16="http://schemas.microsoft.com/office/drawing/2014/main" id="{935AC06A-FC4D-4EE7-B3D0-43640F6C1048}"/>
              </a:ext>
            </a:extLst>
          </p:cNvPr>
          <p:cNvSpPr>
            <a:spLocks xmlns:a="http://schemas.openxmlformats.org/drawingml/2006/main" noGrp="1"/>
          </p:cNvSpPr>
          <p:nvPr/>
        </p:nvSpPr>
        <p:spPr>
          <a:xfrm xmlns:a="http://schemas.openxmlformats.org/drawingml/2006/main">
            <a:off x="11636875" y="6762750"/>
            <a:ext cx="739987"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167D8D"/>
                </a:solidFill>
                <a:latin typeface="Arial"/>
                <a:ea typeface="Arial"/>
                <a:cs typeface="Arial"/>
              </a:defRPr>
            </a:defPPr>
            <a:lvl1pPr algn="r">
              <a:defRPr sz="2025" b="0">
                <a:solidFill>
                  <a:srgbClr val="167D8D"/>
                </a:solidFill>
                <a:latin typeface="Arial"/>
                <a:ea typeface="Arial"/>
                <a:cs typeface="Arial"/>
              </a:defRPr>
            </a:lvl1pPr>
            <a:lvl2pPr algn="r">
              <a:defRPr sz="2025" b="0">
                <a:solidFill>
                  <a:srgbClr val="167D8D"/>
                </a:solidFill>
                <a:latin typeface="Arial"/>
                <a:ea typeface="Arial"/>
                <a:cs typeface="Arial"/>
              </a:defRPr>
            </a:lvl2pPr>
            <a:lvl3pPr algn="r">
              <a:defRPr sz="2025" b="0">
                <a:solidFill>
                  <a:srgbClr val="167D8D"/>
                </a:solidFill>
                <a:latin typeface="Arial"/>
                <a:ea typeface="Arial"/>
                <a:cs typeface="Arial"/>
              </a:defRPr>
            </a:lvl3pPr>
            <a:lvl4pPr algn="r">
              <a:defRPr sz="2025" b="0">
                <a:solidFill>
                  <a:srgbClr val="167D8D"/>
                </a:solidFill>
                <a:latin typeface="Arial"/>
                <a:ea typeface="Arial"/>
                <a:cs typeface="Arial"/>
              </a:defRPr>
            </a:lvl4pPr>
            <a:lvl5pPr algn="r">
              <a:defRPr sz="2025" b="0">
                <a:solidFill>
                  <a:srgbClr val="167D8D"/>
                </a:solidFill>
                <a:latin typeface="Arial"/>
                <a:ea typeface="Arial"/>
                <a:cs typeface="Arial"/>
              </a:defRPr>
            </a:lvl5pPr>
            <a:lvl6pPr algn="r">
              <a:defRPr sz="2025" b="0">
                <a:solidFill>
                  <a:srgbClr val="167D8D"/>
                </a:solidFill>
                <a:latin typeface="Arial"/>
                <a:ea typeface="Arial"/>
                <a:cs typeface="Arial"/>
              </a:defRPr>
            </a:lvl6pPr>
            <a:lvl7pPr algn="r">
              <a:defRPr sz="2025" b="0">
                <a:solidFill>
                  <a:srgbClr val="167D8D"/>
                </a:solidFill>
                <a:latin typeface="Arial"/>
                <a:ea typeface="Arial"/>
                <a:cs typeface="Arial"/>
              </a:defRPr>
            </a:lvl7pPr>
            <a:lvl8pPr algn="r">
              <a:defRPr sz="2025" b="0">
                <a:solidFill>
                  <a:srgbClr val="167D8D"/>
                </a:solidFill>
                <a:latin typeface="Arial"/>
                <a:ea typeface="Arial"/>
                <a:cs typeface="Arial"/>
              </a:defRPr>
            </a:lvl8pPr>
            <a:lvl9pPr algn="r">
              <a:defRPr sz="2025" b="0">
                <a:solidFill>
                  <a:srgbClr val="167D8D"/>
                </a:solidFill>
                <a:latin typeface="Arial"/>
                <a:ea typeface="Arial"/>
                <a:cs typeface="Arial"/>
              </a:defRPr>
            </a:lvl9pPr>
          </a:lstStyle>
          <a:p xmlns:a="http://schemas.openxmlformats.org/drawingml/2006/main">
            <a:pPr algn="r">
              <a:defRPr sz="2025" b="0">
                <a:solidFill>
                  <a:srgbClr val="167D8D"/>
                </a:solidFill>
                <a:latin typeface="Arial"/>
                <a:ea typeface="Arial"/>
                <a:cs typeface="Arial"/>
              </a:defRPr>
            </a:pPr>
            <a:r>
              <a:rPr sz="2025" b="0">
                <a:solidFill>
                  <a:srgbClr val="167D8D"/>
                </a:solidFill>
                <a:latin typeface="Arial"/>
                <a:ea typeface="Arial"/>
                <a:cs typeface="Arial"/>
              </a:rPr>
              <a:t>والمقارنة</a:t>
            </a:r>
          </a:p>
        </p:txBody>
      </p:sp>
      <p:sp>
        <p:nvSpPr>
          <p:cNvPr id="49" name="">
            <a:extLst xmlns:a="http://schemas.openxmlformats.org/drawingml/2006/main">
              <a:ext uri="{FF2B5EF4-FFF2-40B4-BE49-F238E27FC236}">
                <a16:creationId xmlns:a16="http://schemas.microsoft.com/office/drawing/2014/main" id="{36810E4A-2BB4-4353-9AE8-A413D7677DC9}"/>
              </a:ext>
            </a:extLst>
          </p:cNvPr>
          <p:cNvSpPr>
            <a:spLocks xmlns:a="http://schemas.openxmlformats.org/drawingml/2006/main" noGrp="1"/>
          </p:cNvSpPr>
          <p:nvPr/>
        </p:nvSpPr>
        <p:spPr>
          <a:xfrm xmlns:a="http://schemas.openxmlformats.org/drawingml/2006/main">
            <a:off x="10808103" y="6762750"/>
            <a:ext cx="758572"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167D8D"/>
                </a:solidFill>
                <a:latin typeface="Arial"/>
                <a:ea typeface="Arial"/>
                <a:cs typeface="Arial"/>
              </a:defRPr>
            </a:defPPr>
            <a:lvl1pPr algn="r">
              <a:defRPr sz="2025" b="0">
                <a:solidFill>
                  <a:srgbClr val="167D8D"/>
                </a:solidFill>
                <a:latin typeface="Arial"/>
                <a:ea typeface="Arial"/>
                <a:cs typeface="Arial"/>
              </a:defRPr>
            </a:lvl1pPr>
            <a:lvl2pPr algn="r">
              <a:defRPr sz="2025" b="0">
                <a:solidFill>
                  <a:srgbClr val="167D8D"/>
                </a:solidFill>
                <a:latin typeface="Arial"/>
                <a:ea typeface="Arial"/>
                <a:cs typeface="Arial"/>
              </a:defRPr>
            </a:lvl2pPr>
            <a:lvl3pPr algn="r">
              <a:defRPr sz="2025" b="0">
                <a:solidFill>
                  <a:srgbClr val="167D8D"/>
                </a:solidFill>
                <a:latin typeface="Arial"/>
                <a:ea typeface="Arial"/>
                <a:cs typeface="Arial"/>
              </a:defRPr>
            </a:lvl3pPr>
            <a:lvl4pPr algn="r">
              <a:defRPr sz="2025" b="0">
                <a:solidFill>
                  <a:srgbClr val="167D8D"/>
                </a:solidFill>
                <a:latin typeface="Arial"/>
                <a:ea typeface="Arial"/>
                <a:cs typeface="Arial"/>
              </a:defRPr>
            </a:lvl4pPr>
            <a:lvl5pPr algn="r">
              <a:defRPr sz="2025" b="0">
                <a:solidFill>
                  <a:srgbClr val="167D8D"/>
                </a:solidFill>
                <a:latin typeface="Arial"/>
                <a:ea typeface="Arial"/>
                <a:cs typeface="Arial"/>
              </a:defRPr>
            </a:lvl5pPr>
            <a:lvl6pPr algn="r">
              <a:defRPr sz="2025" b="0">
                <a:solidFill>
                  <a:srgbClr val="167D8D"/>
                </a:solidFill>
                <a:latin typeface="Arial"/>
                <a:ea typeface="Arial"/>
                <a:cs typeface="Arial"/>
              </a:defRPr>
            </a:lvl6pPr>
            <a:lvl7pPr algn="r">
              <a:defRPr sz="2025" b="0">
                <a:solidFill>
                  <a:srgbClr val="167D8D"/>
                </a:solidFill>
                <a:latin typeface="Arial"/>
                <a:ea typeface="Arial"/>
                <a:cs typeface="Arial"/>
              </a:defRPr>
            </a:lvl7pPr>
            <a:lvl8pPr algn="r">
              <a:defRPr sz="2025" b="0">
                <a:solidFill>
                  <a:srgbClr val="167D8D"/>
                </a:solidFill>
                <a:latin typeface="Arial"/>
                <a:ea typeface="Arial"/>
                <a:cs typeface="Arial"/>
              </a:defRPr>
            </a:lvl8pPr>
            <a:lvl9pPr algn="r">
              <a:defRPr sz="2025" b="0">
                <a:solidFill>
                  <a:srgbClr val="167D8D"/>
                </a:solidFill>
                <a:latin typeface="Arial"/>
                <a:ea typeface="Arial"/>
                <a:cs typeface="Arial"/>
              </a:defRPr>
            </a:lvl9pPr>
          </a:lstStyle>
          <a:p xmlns:a="http://schemas.openxmlformats.org/drawingml/2006/main">
            <a:pPr algn="r">
              <a:defRPr sz="2025" b="0">
                <a:solidFill>
                  <a:srgbClr val="167D8D"/>
                </a:solidFill>
                <a:latin typeface="Arial"/>
                <a:ea typeface="Arial"/>
                <a:cs typeface="Arial"/>
              </a:defRPr>
            </a:pPr>
            <a:r>
              <a:rPr sz="2025" b="0">
                <a:solidFill>
                  <a:srgbClr val="167D8D"/>
                </a:solidFill>
                <a:latin typeface="Arial"/>
                <a:ea typeface="Arial"/>
                <a:cs typeface="Arial"/>
              </a:rPr>
              <a:t>والتصميم</a:t>
            </a:r>
          </a:p>
        </p:txBody>
      </p:sp>
      <p:sp>
        <p:nvSpPr>
          <p:cNvPr id="50" name="">
            <a:extLst xmlns:a="http://schemas.openxmlformats.org/drawingml/2006/main">
              <a:ext uri="{FF2B5EF4-FFF2-40B4-BE49-F238E27FC236}">
                <a16:creationId xmlns:a16="http://schemas.microsoft.com/office/drawing/2014/main" id="{C0035E64-B202-4442-A90D-4CE306202A8A}"/>
              </a:ext>
            </a:extLst>
          </p:cNvPr>
          <p:cNvSpPr>
            <a:spLocks xmlns:a="http://schemas.openxmlformats.org/drawingml/2006/main" noGrp="1"/>
          </p:cNvSpPr>
          <p:nvPr/>
        </p:nvSpPr>
        <p:spPr>
          <a:xfrm xmlns:a="http://schemas.openxmlformats.org/drawingml/2006/main">
            <a:off x="10003944" y="6762750"/>
            <a:ext cx="733960"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167D8D"/>
                </a:solidFill>
                <a:latin typeface="Arial"/>
                <a:ea typeface="Arial"/>
                <a:cs typeface="Arial"/>
              </a:defRPr>
            </a:defPPr>
            <a:lvl1pPr algn="r">
              <a:defRPr sz="2025" b="0">
                <a:solidFill>
                  <a:srgbClr val="167D8D"/>
                </a:solidFill>
                <a:latin typeface="Arial"/>
                <a:ea typeface="Arial"/>
                <a:cs typeface="Arial"/>
              </a:defRPr>
            </a:lvl1pPr>
            <a:lvl2pPr algn="r">
              <a:defRPr sz="2025" b="0">
                <a:solidFill>
                  <a:srgbClr val="167D8D"/>
                </a:solidFill>
                <a:latin typeface="Arial"/>
                <a:ea typeface="Arial"/>
                <a:cs typeface="Arial"/>
              </a:defRPr>
            </a:lvl2pPr>
            <a:lvl3pPr algn="r">
              <a:defRPr sz="2025" b="0">
                <a:solidFill>
                  <a:srgbClr val="167D8D"/>
                </a:solidFill>
                <a:latin typeface="Arial"/>
                <a:ea typeface="Arial"/>
                <a:cs typeface="Arial"/>
              </a:defRPr>
            </a:lvl3pPr>
            <a:lvl4pPr algn="r">
              <a:defRPr sz="2025" b="0">
                <a:solidFill>
                  <a:srgbClr val="167D8D"/>
                </a:solidFill>
                <a:latin typeface="Arial"/>
                <a:ea typeface="Arial"/>
                <a:cs typeface="Arial"/>
              </a:defRPr>
            </a:lvl4pPr>
            <a:lvl5pPr algn="r">
              <a:defRPr sz="2025" b="0">
                <a:solidFill>
                  <a:srgbClr val="167D8D"/>
                </a:solidFill>
                <a:latin typeface="Arial"/>
                <a:ea typeface="Arial"/>
                <a:cs typeface="Arial"/>
              </a:defRPr>
            </a:lvl5pPr>
            <a:lvl6pPr algn="r">
              <a:defRPr sz="2025" b="0">
                <a:solidFill>
                  <a:srgbClr val="167D8D"/>
                </a:solidFill>
                <a:latin typeface="Arial"/>
                <a:ea typeface="Arial"/>
                <a:cs typeface="Arial"/>
              </a:defRPr>
            </a:lvl6pPr>
            <a:lvl7pPr algn="r">
              <a:defRPr sz="2025" b="0">
                <a:solidFill>
                  <a:srgbClr val="167D8D"/>
                </a:solidFill>
                <a:latin typeface="Arial"/>
                <a:ea typeface="Arial"/>
                <a:cs typeface="Arial"/>
              </a:defRPr>
            </a:lvl7pPr>
            <a:lvl8pPr algn="r">
              <a:defRPr sz="2025" b="0">
                <a:solidFill>
                  <a:srgbClr val="167D8D"/>
                </a:solidFill>
                <a:latin typeface="Arial"/>
                <a:ea typeface="Arial"/>
                <a:cs typeface="Arial"/>
              </a:defRPr>
            </a:lvl8pPr>
            <a:lvl9pPr algn="r">
              <a:defRPr sz="2025" b="0">
                <a:solidFill>
                  <a:srgbClr val="167D8D"/>
                </a:solidFill>
                <a:latin typeface="Arial"/>
                <a:ea typeface="Arial"/>
                <a:cs typeface="Arial"/>
              </a:defRPr>
            </a:lvl9pPr>
          </a:lstStyle>
          <a:p xmlns:a="http://schemas.openxmlformats.org/drawingml/2006/main">
            <a:pPr algn="r">
              <a:defRPr sz="2025" b="0">
                <a:solidFill>
                  <a:srgbClr val="167D8D"/>
                </a:solidFill>
                <a:latin typeface="Arial"/>
                <a:ea typeface="Arial"/>
                <a:cs typeface="Arial"/>
              </a:defRPr>
            </a:pPr>
            <a:r>
              <a:rPr sz="2025" b="0">
                <a:solidFill>
                  <a:srgbClr val="167D8D"/>
                </a:solidFill>
                <a:latin typeface="Arial"/>
                <a:ea typeface="Arial"/>
                <a:cs typeface="Arial"/>
              </a:rPr>
              <a:t>والنموذج</a:t>
            </a:r>
          </a:p>
        </p:txBody>
      </p:sp>
      <p:sp>
        <p:nvSpPr>
          <p:cNvPr id="51" name="">
            <a:extLst xmlns:a="http://schemas.openxmlformats.org/drawingml/2006/main">
              <a:ext uri="{FF2B5EF4-FFF2-40B4-BE49-F238E27FC236}">
                <a16:creationId xmlns:a16="http://schemas.microsoft.com/office/drawing/2014/main" id="{5154C3A9-EA70-4FBE-BEBD-0B6E97DB0B2E}"/>
              </a:ext>
            </a:extLst>
          </p:cNvPr>
          <p:cNvSpPr>
            <a:spLocks xmlns:a="http://schemas.openxmlformats.org/drawingml/2006/main" noGrp="1"/>
          </p:cNvSpPr>
          <p:nvPr/>
        </p:nvSpPr>
        <p:spPr>
          <a:xfrm xmlns:a="http://schemas.openxmlformats.org/drawingml/2006/main">
            <a:off x="9375588" y="6762750"/>
            <a:ext cx="558157" cy="398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025" b="0">
                <a:solidFill>
                  <a:srgbClr val="167D8D"/>
                </a:solidFill>
                <a:latin typeface="Arial"/>
                <a:ea typeface="Arial"/>
                <a:cs typeface="Arial"/>
              </a:defRPr>
            </a:defPPr>
            <a:lvl1pPr algn="r">
              <a:defRPr sz="2025" b="0">
                <a:solidFill>
                  <a:srgbClr val="167D8D"/>
                </a:solidFill>
                <a:latin typeface="Arial"/>
                <a:ea typeface="Arial"/>
                <a:cs typeface="Arial"/>
              </a:defRPr>
            </a:lvl1pPr>
            <a:lvl2pPr algn="r">
              <a:defRPr sz="2025" b="0">
                <a:solidFill>
                  <a:srgbClr val="167D8D"/>
                </a:solidFill>
                <a:latin typeface="Arial"/>
                <a:ea typeface="Arial"/>
                <a:cs typeface="Arial"/>
              </a:defRPr>
            </a:lvl2pPr>
            <a:lvl3pPr algn="r">
              <a:defRPr sz="2025" b="0">
                <a:solidFill>
                  <a:srgbClr val="167D8D"/>
                </a:solidFill>
                <a:latin typeface="Arial"/>
                <a:ea typeface="Arial"/>
                <a:cs typeface="Arial"/>
              </a:defRPr>
            </a:lvl3pPr>
            <a:lvl4pPr algn="r">
              <a:defRPr sz="2025" b="0">
                <a:solidFill>
                  <a:srgbClr val="167D8D"/>
                </a:solidFill>
                <a:latin typeface="Arial"/>
                <a:ea typeface="Arial"/>
                <a:cs typeface="Arial"/>
              </a:defRPr>
            </a:lvl4pPr>
            <a:lvl5pPr algn="r">
              <a:defRPr sz="2025" b="0">
                <a:solidFill>
                  <a:srgbClr val="167D8D"/>
                </a:solidFill>
                <a:latin typeface="Arial"/>
                <a:ea typeface="Arial"/>
                <a:cs typeface="Arial"/>
              </a:defRPr>
            </a:lvl5pPr>
            <a:lvl6pPr algn="r">
              <a:defRPr sz="2025" b="0">
                <a:solidFill>
                  <a:srgbClr val="167D8D"/>
                </a:solidFill>
                <a:latin typeface="Arial"/>
                <a:ea typeface="Arial"/>
                <a:cs typeface="Arial"/>
              </a:defRPr>
            </a:lvl6pPr>
            <a:lvl7pPr algn="r">
              <a:defRPr sz="2025" b="0">
                <a:solidFill>
                  <a:srgbClr val="167D8D"/>
                </a:solidFill>
                <a:latin typeface="Arial"/>
                <a:ea typeface="Arial"/>
                <a:cs typeface="Arial"/>
              </a:defRPr>
            </a:lvl7pPr>
            <a:lvl8pPr algn="r">
              <a:defRPr sz="2025" b="0">
                <a:solidFill>
                  <a:srgbClr val="167D8D"/>
                </a:solidFill>
                <a:latin typeface="Arial"/>
                <a:ea typeface="Arial"/>
                <a:cs typeface="Arial"/>
              </a:defRPr>
            </a:lvl8pPr>
            <a:lvl9pPr algn="r">
              <a:defRPr sz="2025" b="0">
                <a:solidFill>
                  <a:srgbClr val="167D8D"/>
                </a:solidFill>
                <a:latin typeface="Arial"/>
                <a:ea typeface="Arial"/>
                <a:cs typeface="Arial"/>
              </a:defRPr>
            </a:lvl9pPr>
          </a:lstStyle>
          <a:p xmlns:a="http://schemas.openxmlformats.org/drawingml/2006/main">
            <a:pPr algn="r">
              <a:defRPr sz="2025" b="0">
                <a:solidFill>
                  <a:srgbClr val="167D8D"/>
                </a:solidFill>
                <a:latin typeface="Arial"/>
                <a:ea typeface="Arial"/>
                <a:cs typeface="Arial"/>
              </a:defRPr>
            </a:pPr>
            <a:r>
              <a:rPr sz="2025" b="0">
                <a:solidFill>
                  <a:srgbClr val="167D8D"/>
                </a:solidFill>
                <a:latin typeface="Arial"/>
                <a:ea typeface="Arial"/>
                <a:cs typeface="Arial"/>
              </a:rPr>
              <a:t>المحلي</a:t>
            </a:r>
          </a:p>
        </p:txBody>
      </p:sp>
      <p:sp>
        <p:nvSpPr>
          <p:cNvPr id="52" name="">
            <a:extLst xmlns:a="http://schemas.openxmlformats.org/drawingml/2006/main">
              <a:ext uri="{FF2B5EF4-FFF2-40B4-BE49-F238E27FC236}">
                <a16:creationId xmlns:a16="http://schemas.microsoft.com/office/drawing/2014/main" id="{A70F6CA5-D39E-4A28-9E9E-A3DFA295F63D}"/>
              </a:ext>
            </a:extLst>
          </p:cNvPr>
          <p:cNvSpPr>
            <a:spLocks xmlns:a="http://schemas.openxmlformats.org/drawingml/2006/main" noGrp="1"/>
          </p:cNvSpPr>
          <p:nvPr/>
        </p:nvSpPr>
        <p:spPr>
          <a:xfrm xmlns:a="http://schemas.openxmlformats.org/drawingml/2006/main">
            <a:off x="14006145" y="7334250"/>
            <a:ext cx="38613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القادم</a:t>
            </a:r>
          </a:p>
        </p:txBody>
      </p:sp>
      <p:sp>
        <p:nvSpPr>
          <p:cNvPr id="53" name="">
            <a:extLst xmlns:a="http://schemas.openxmlformats.org/drawingml/2006/main">
              <a:ext uri="{FF2B5EF4-FFF2-40B4-BE49-F238E27FC236}">
                <a16:creationId xmlns:a16="http://schemas.microsoft.com/office/drawing/2014/main" id="{B3EC6CE3-B1C4-44C1-8071-1AF199352D7F}"/>
              </a:ext>
            </a:extLst>
          </p:cNvPr>
          <p:cNvSpPr>
            <a:spLocks xmlns:a="http://schemas.openxmlformats.org/drawingml/2006/main" noGrp="1"/>
          </p:cNvSpPr>
          <p:nvPr/>
        </p:nvSpPr>
        <p:spPr>
          <a:xfrm xmlns:a="http://schemas.openxmlformats.org/drawingml/2006/main">
            <a:off x="13547001" y="7334250"/>
            <a:ext cx="39485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تحقق</a:t>
            </a:r>
          </a:p>
        </p:txBody>
      </p:sp>
      <p:sp>
        <p:nvSpPr>
          <p:cNvPr id="54" name="">
            <a:extLst xmlns:a="http://schemas.openxmlformats.org/drawingml/2006/main">
              <a:ext uri="{FF2B5EF4-FFF2-40B4-BE49-F238E27FC236}">
                <a16:creationId xmlns:a16="http://schemas.microsoft.com/office/drawing/2014/main" id="{4D2D9EC7-C780-46B1-8463-38DA7DEEF3CF}"/>
              </a:ext>
            </a:extLst>
          </p:cNvPr>
          <p:cNvSpPr>
            <a:spLocks xmlns:a="http://schemas.openxmlformats.org/drawingml/2006/main" noGrp="1"/>
          </p:cNvSpPr>
          <p:nvPr/>
        </p:nvSpPr>
        <p:spPr>
          <a:xfrm xmlns:a="http://schemas.openxmlformats.org/drawingml/2006/main">
            <a:off x="12732065" y="7334250"/>
            <a:ext cx="75064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A6A70"/>
                </a:solidFill>
                <a:latin typeface="Arial"/>
                <a:ea typeface="Arial"/>
                <a:cs typeface="Arial"/>
              </a:defRPr>
            </a:defPPr>
            <a:lvl1pPr algn="l">
              <a:defRPr sz="1875" b="0">
                <a:solidFill>
                  <a:srgbClr val="5A6A70"/>
                </a:solidFill>
                <a:latin typeface="Arial"/>
                <a:ea typeface="Arial"/>
                <a:cs typeface="Arial"/>
              </a:defRPr>
            </a:lvl1pPr>
            <a:lvl2pPr algn="l">
              <a:defRPr sz="1875" b="0">
                <a:solidFill>
                  <a:srgbClr val="5A6A70"/>
                </a:solidFill>
                <a:latin typeface="Arial"/>
                <a:ea typeface="Arial"/>
                <a:cs typeface="Arial"/>
              </a:defRPr>
            </a:lvl2pPr>
            <a:lvl3pPr algn="l">
              <a:defRPr sz="1875" b="0">
                <a:solidFill>
                  <a:srgbClr val="5A6A70"/>
                </a:solidFill>
                <a:latin typeface="Arial"/>
                <a:ea typeface="Arial"/>
                <a:cs typeface="Arial"/>
              </a:defRPr>
            </a:lvl3pPr>
            <a:lvl4pPr algn="l">
              <a:defRPr sz="1875" b="0">
                <a:solidFill>
                  <a:srgbClr val="5A6A70"/>
                </a:solidFill>
                <a:latin typeface="Arial"/>
                <a:ea typeface="Arial"/>
                <a:cs typeface="Arial"/>
              </a:defRPr>
            </a:lvl4pPr>
            <a:lvl5pPr algn="l">
              <a:defRPr sz="1875" b="0">
                <a:solidFill>
                  <a:srgbClr val="5A6A70"/>
                </a:solidFill>
                <a:latin typeface="Arial"/>
                <a:ea typeface="Arial"/>
                <a:cs typeface="Arial"/>
              </a:defRPr>
            </a:lvl5pPr>
            <a:lvl6pPr algn="l">
              <a:defRPr sz="1875" b="0">
                <a:solidFill>
                  <a:srgbClr val="5A6A70"/>
                </a:solidFill>
                <a:latin typeface="Arial"/>
                <a:ea typeface="Arial"/>
                <a:cs typeface="Arial"/>
              </a:defRPr>
            </a:lvl6pPr>
            <a:lvl7pPr algn="l">
              <a:defRPr sz="1875" b="0">
                <a:solidFill>
                  <a:srgbClr val="5A6A70"/>
                </a:solidFill>
                <a:latin typeface="Arial"/>
                <a:ea typeface="Arial"/>
                <a:cs typeface="Arial"/>
              </a:defRPr>
            </a:lvl7pPr>
            <a:lvl8pPr algn="l">
              <a:defRPr sz="1875" b="0">
                <a:solidFill>
                  <a:srgbClr val="5A6A70"/>
                </a:solidFill>
                <a:latin typeface="Arial"/>
                <a:ea typeface="Arial"/>
                <a:cs typeface="Arial"/>
              </a:defRPr>
            </a:lvl8pPr>
            <a:lvl9pPr algn="l">
              <a:defRPr sz="1875" b="0">
                <a:solidFill>
                  <a:srgbClr val="5A6A70"/>
                </a:solidFill>
                <a:latin typeface="Arial"/>
                <a:ea typeface="Arial"/>
                <a:cs typeface="Arial"/>
              </a:defRPr>
            </a:lvl9pPr>
          </a:lstStyle>
          <a:p xmlns:a="http://schemas.openxmlformats.org/drawingml/2006/main">
            <a:pPr algn="l">
              <a:defRPr sz="1875" b="0">
                <a:solidFill>
                  <a:srgbClr val="5A6A70"/>
                </a:solidFill>
                <a:latin typeface="Arial"/>
                <a:ea typeface="Arial"/>
                <a:cs typeface="Arial"/>
              </a:defRPr>
            </a:pPr>
            <a:r>
              <a:rPr sz="1875" b="0">
                <a:solidFill>
                  <a:srgbClr val="5A6A70"/>
                </a:solidFill>
                <a:latin typeface="Arial"/>
                <a:ea typeface="Arial"/>
                <a:cs typeface="Arial"/>
              </a:rPr>
              <a:t>GitHub</a:t>
            </a:r>
          </a:p>
        </p:txBody>
      </p:sp>
      <p:sp>
        <p:nvSpPr>
          <p:cNvPr id="55" name="">
            <a:extLst xmlns:a="http://schemas.openxmlformats.org/drawingml/2006/main">
              <a:ext uri="{FF2B5EF4-FFF2-40B4-BE49-F238E27FC236}">
                <a16:creationId xmlns:a16="http://schemas.microsoft.com/office/drawing/2014/main" id="{D05A49A0-5FCE-48DA-9902-51E2D2E5E836}"/>
              </a:ext>
            </a:extLst>
          </p:cNvPr>
          <p:cNvSpPr>
            <a:spLocks xmlns:a="http://schemas.openxmlformats.org/drawingml/2006/main" noGrp="1"/>
          </p:cNvSpPr>
          <p:nvPr/>
        </p:nvSpPr>
        <p:spPr>
          <a:xfrm xmlns:a="http://schemas.openxmlformats.org/drawingml/2006/main">
            <a:off x="12391983" y="7334250"/>
            <a:ext cx="275788"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حي</a:t>
            </a:r>
          </a:p>
        </p:txBody>
      </p:sp>
      <p:sp>
        <p:nvSpPr>
          <p:cNvPr id="56" name="">
            <a:extLst xmlns:a="http://schemas.openxmlformats.org/drawingml/2006/main">
              <a:ext uri="{FF2B5EF4-FFF2-40B4-BE49-F238E27FC236}">
                <a16:creationId xmlns:a16="http://schemas.microsoft.com/office/drawing/2014/main" id="{C836DB1D-8CCF-4B1C-9ED6-193322700417}"/>
              </a:ext>
            </a:extLst>
          </p:cNvPr>
          <p:cNvSpPr>
            <a:spLocks xmlns:a="http://schemas.openxmlformats.org/drawingml/2006/main" noGrp="1"/>
          </p:cNvSpPr>
          <p:nvPr/>
        </p:nvSpPr>
        <p:spPr>
          <a:xfrm xmlns:a="http://schemas.openxmlformats.org/drawingml/2006/main">
            <a:off x="11942490" y="7334250"/>
            <a:ext cx="38520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وأول</a:t>
            </a:r>
          </a:p>
        </p:txBody>
      </p:sp>
      <p:sp>
        <p:nvSpPr>
          <p:cNvPr id="57" name="">
            <a:extLst xmlns:a="http://schemas.openxmlformats.org/drawingml/2006/main">
              <a:ext uri="{FF2B5EF4-FFF2-40B4-BE49-F238E27FC236}">
                <a16:creationId xmlns:a16="http://schemas.microsoft.com/office/drawing/2014/main" id="{E2DA807F-635B-47A3-BEA6-B0DDD0CDF61C}"/>
              </a:ext>
            </a:extLst>
          </p:cNvPr>
          <p:cNvSpPr>
            <a:spLocks xmlns:a="http://schemas.openxmlformats.org/drawingml/2006/main" noGrp="1"/>
          </p:cNvSpPr>
          <p:nvPr/>
        </p:nvSpPr>
        <p:spPr>
          <a:xfrm xmlns:a="http://schemas.openxmlformats.org/drawingml/2006/main">
            <a:off x="11477416" y="7334250"/>
            <a:ext cx="40078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مسار</a:t>
            </a:r>
          </a:p>
        </p:txBody>
      </p:sp>
      <p:sp>
        <p:nvSpPr>
          <p:cNvPr id="58" name="">
            <a:extLst xmlns:a="http://schemas.openxmlformats.org/drawingml/2006/main">
              <a:ext uri="{FF2B5EF4-FFF2-40B4-BE49-F238E27FC236}">
                <a16:creationId xmlns:a16="http://schemas.microsoft.com/office/drawing/2014/main" id="{C598D610-FB2A-44B9-A223-824094C5AD25}"/>
              </a:ext>
            </a:extLst>
          </p:cNvPr>
          <p:cNvSpPr>
            <a:spLocks xmlns:a="http://schemas.openxmlformats.org/drawingml/2006/main" noGrp="1"/>
          </p:cNvSpPr>
          <p:nvPr/>
        </p:nvSpPr>
        <p:spPr>
          <a:xfrm xmlns:a="http://schemas.openxmlformats.org/drawingml/2006/main">
            <a:off x="10964787" y="7334250"/>
            <a:ext cx="44833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كامل؛</a:t>
            </a:r>
          </a:p>
        </p:txBody>
      </p:sp>
      <p:sp>
        <p:nvSpPr>
          <p:cNvPr id="59" name="">
            <a:extLst xmlns:a="http://schemas.openxmlformats.org/drawingml/2006/main">
              <a:ext uri="{FF2B5EF4-FFF2-40B4-BE49-F238E27FC236}">
                <a16:creationId xmlns:a16="http://schemas.microsoft.com/office/drawing/2014/main" id="{FCBD0DF1-AB43-4940-8188-ECFED826DE85}"/>
              </a:ext>
            </a:extLst>
          </p:cNvPr>
          <p:cNvSpPr>
            <a:spLocks xmlns:a="http://schemas.openxmlformats.org/drawingml/2006/main" noGrp="1"/>
          </p:cNvSpPr>
          <p:nvPr/>
        </p:nvSpPr>
        <p:spPr>
          <a:xfrm xmlns:a="http://schemas.openxmlformats.org/drawingml/2006/main">
            <a:off x="10341002" y="7334250"/>
            <a:ext cx="55949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التطبيق</a:t>
            </a:r>
          </a:p>
        </p:txBody>
      </p:sp>
      <p:sp>
        <p:nvSpPr>
          <p:cNvPr id="60" name="">
            <a:extLst xmlns:a="http://schemas.openxmlformats.org/drawingml/2006/main">
              <a:ext uri="{FF2B5EF4-FFF2-40B4-BE49-F238E27FC236}">
                <a16:creationId xmlns:a16="http://schemas.microsoft.com/office/drawing/2014/main" id="{848C0012-342E-4531-AB40-3FE3DB68D0F1}"/>
              </a:ext>
            </a:extLst>
          </p:cNvPr>
          <p:cNvSpPr>
            <a:spLocks xmlns:a="http://schemas.openxmlformats.org/drawingml/2006/main" noGrp="1"/>
          </p:cNvSpPr>
          <p:nvPr/>
        </p:nvSpPr>
        <p:spPr>
          <a:xfrm xmlns:a="http://schemas.openxmlformats.org/drawingml/2006/main">
            <a:off x="9782445" y="7334250"/>
            <a:ext cx="49426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وجامع</a:t>
            </a:r>
          </a:p>
        </p:txBody>
      </p:sp>
      <p:sp>
        <p:nvSpPr>
          <p:cNvPr id="61" name="">
            <a:extLst xmlns:a="http://schemas.openxmlformats.org/drawingml/2006/main">
              <a:ext uri="{FF2B5EF4-FFF2-40B4-BE49-F238E27FC236}">
                <a16:creationId xmlns:a16="http://schemas.microsoft.com/office/drawing/2014/main" id="{6B41B4B5-1D0E-41E6-9E1F-2EC904CF40A8}"/>
              </a:ext>
            </a:extLst>
          </p:cNvPr>
          <p:cNvSpPr>
            <a:spLocks xmlns:a="http://schemas.openxmlformats.org/drawingml/2006/main" noGrp="1"/>
          </p:cNvSpPr>
          <p:nvPr/>
        </p:nvSpPr>
        <p:spPr>
          <a:xfrm xmlns:a="http://schemas.openxmlformats.org/drawingml/2006/main">
            <a:off x="9156450" y="7334250"/>
            <a:ext cx="56170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البيانات</a:t>
            </a:r>
          </a:p>
        </p:txBody>
      </p:sp>
      <p:sp>
        <p:nvSpPr>
          <p:cNvPr id="62" name="">
            <a:extLst xmlns:a="http://schemas.openxmlformats.org/drawingml/2006/main">
              <a:ext uri="{FF2B5EF4-FFF2-40B4-BE49-F238E27FC236}">
                <a16:creationId xmlns:a16="http://schemas.microsoft.com/office/drawing/2014/main" id="{C7E531D5-CE29-4567-BD81-8227D164B6B4}"/>
              </a:ext>
            </a:extLst>
          </p:cNvPr>
          <p:cNvSpPr>
            <a:spLocks xmlns:a="http://schemas.openxmlformats.org/drawingml/2006/main" noGrp="1"/>
          </p:cNvSpPr>
          <p:nvPr/>
        </p:nvSpPr>
        <p:spPr>
          <a:xfrm xmlns:a="http://schemas.openxmlformats.org/drawingml/2006/main">
            <a:off x="8952872" y="7334250"/>
            <a:ext cx="13928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لم</a:t>
            </a:r>
          </a:p>
        </p:txBody>
      </p:sp>
      <p:sp>
        <p:nvSpPr>
          <p:cNvPr id="63" name="">
            <a:extLst xmlns:a="http://schemas.openxmlformats.org/drawingml/2006/main">
              <a:ext uri="{FF2B5EF4-FFF2-40B4-BE49-F238E27FC236}">
                <a16:creationId xmlns:a16="http://schemas.microsoft.com/office/drawing/2014/main" id="{C3E7EEEA-B646-4189-A5EB-E7812FE67663}"/>
              </a:ext>
            </a:extLst>
          </p:cNvPr>
          <p:cNvSpPr>
            <a:spLocks xmlns:a="http://schemas.openxmlformats.org/drawingml/2006/main" noGrp="1"/>
          </p:cNvSpPr>
          <p:nvPr/>
        </p:nvSpPr>
        <p:spPr>
          <a:xfrm xmlns:a="http://schemas.openxmlformats.org/drawingml/2006/main">
            <a:off x="8570584" y="7334250"/>
            <a:ext cx="31799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ينفذا</a:t>
            </a:r>
          </a:p>
        </p:txBody>
      </p:sp>
    </p:spTree>
    <p:extLst>
      <p:ext uri="{BB962C8B-B14F-4D97-AF65-F5344CB8AC3E}">
        <p14:creationId xmlns:p14="http://schemas.microsoft.com/office/powerpoint/2010/main" val="328002737"/>
      </p:ext>
    </p:extLst>
  </p:cSld>
</p:sld>
</file>

<file path=ppt/slides/slide1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C75639A-3735-4CF1-A0A0-6773DA773899}"/>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F933C34B-7FB5-4605-8235-B09ED1EB1769}"/>
              </a:ext>
            </a:extLst>
          </p:cNvPr>
          <p:cNvSpPr>
            <a:spLocks xmlns:a="http://schemas.openxmlformats.org/drawingml/2006/main" noGrp="1"/>
          </p:cNvSpPr>
          <p:nvPr/>
        </p:nvSpPr>
        <p:spPr>
          <a:xfrm xmlns:a="http://schemas.openxmlformats.org/drawingml/2006/main">
            <a:off x="13074272" y="1190625"/>
            <a:ext cx="1318003"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معمارية</a:t>
            </a:r>
          </a:p>
        </p:txBody>
      </p:sp>
      <p:sp>
        <p:nvSpPr>
          <p:cNvPr id="4" name="">
            <a:extLst xmlns:a="http://schemas.openxmlformats.org/drawingml/2006/main">
              <a:ext uri="{FF2B5EF4-FFF2-40B4-BE49-F238E27FC236}">
                <a16:creationId xmlns:a16="http://schemas.microsoft.com/office/drawing/2014/main" id="{8C650FB8-4435-420D-A0F9-C1D380ADD5AE}"/>
              </a:ext>
            </a:extLst>
          </p:cNvPr>
          <p:cNvSpPr>
            <a:spLocks xmlns:a="http://schemas.openxmlformats.org/drawingml/2006/main" noGrp="1"/>
          </p:cNvSpPr>
          <p:nvPr/>
        </p:nvSpPr>
        <p:spPr>
          <a:xfrm xmlns:a="http://schemas.openxmlformats.org/drawingml/2006/main">
            <a:off x="11719361" y="1190625"/>
            <a:ext cx="1204987"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المنصة</a:t>
            </a:r>
          </a:p>
        </p:txBody>
      </p:sp>
      <p:sp>
        <p:nvSpPr>
          <p:cNvPr id="5" name="">
            <a:extLst xmlns:a="http://schemas.openxmlformats.org/drawingml/2006/main">
              <a:ext uri="{FF2B5EF4-FFF2-40B4-BE49-F238E27FC236}">
                <a16:creationId xmlns:a16="http://schemas.microsoft.com/office/drawing/2014/main" id="{CC8804EA-5316-421B-A08E-4D193CD820DF}"/>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16 / 21</a:t>
            </a:r>
          </a:p>
        </p:txBody>
      </p:sp>
      <p:sp>
        <p:nvSpPr>
          <p:cNvPr id="6" name="">
            <a:extLst xmlns:a="http://schemas.openxmlformats.org/drawingml/2006/main">
              <a:ext uri="{FF2B5EF4-FFF2-40B4-BE49-F238E27FC236}">
                <a16:creationId xmlns:a16="http://schemas.microsoft.com/office/drawing/2014/main" id="{B79B0D99-A25A-4EDF-91DD-D9CA9E662FAA}"/>
              </a:ext>
            </a:extLst>
          </p:cNvPr>
          <p:cNvSpPr>
            <a:spLocks xmlns:a="http://schemas.openxmlformats.org/drawingml/2006/main" noGrp="1"/>
          </p:cNvSpPr>
          <p:nvPr/>
        </p:nvSpPr>
        <p:spPr>
          <a:xfrm xmlns:a="http://schemas.openxmlformats.org/drawingml/2006/main">
            <a:off x="12081370" y="2143125"/>
            <a:ext cx="231090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67D8D"/>
                </a:solidFill>
                <a:latin typeface="Arial"/>
                <a:ea typeface="Arial"/>
                <a:cs typeface="Arial"/>
              </a:defRPr>
            </a:defPPr>
            <a:lvl1pPr algn="l">
              <a:defRPr sz="2175" b="1">
                <a:solidFill>
                  <a:srgbClr val="167D8D"/>
                </a:solidFill>
                <a:latin typeface="Arial"/>
                <a:ea typeface="Arial"/>
                <a:cs typeface="Arial"/>
              </a:defRPr>
            </a:lvl1pPr>
            <a:lvl2pPr algn="l">
              <a:defRPr sz="2175" b="1">
                <a:solidFill>
                  <a:srgbClr val="167D8D"/>
                </a:solidFill>
                <a:latin typeface="Arial"/>
                <a:ea typeface="Arial"/>
                <a:cs typeface="Arial"/>
              </a:defRPr>
            </a:lvl2pPr>
            <a:lvl3pPr algn="l">
              <a:defRPr sz="2175" b="1">
                <a:solidFill>
                  <a:srgbClr val="167D8D"/>
                </a:solidFill>
                <a:latin typeface="Arial"/>
                <a:ea typeface="Arial"/>
                <a:cs typeface="Arial"/>
              </a:defRPr>
            </a:lvl3pPr>
            <a:lvl4pPr algn="l">
              <a:defRPr sz="2175" b="1">
                <a:solidFill>
                  <a:srgbClr val="167D8D"/>
                </a:solidFill>
                <a:latin typeface="Arial"/>
                <a:ea typeface="Arial"/>
                <a:cs typeface="Arial"/>
              </a:defRPr>
            </a:lvl4pPr>
            <a:lvl5pPr algn="l">
              <a:defRPr sz="2175" b="1">
                <a:solidFill>
                  <a:srgbClr val="167D8D"/>
                </a:solidFill>
                <a:latin typeface="Arial"/>
                <a:ea typeface="Arial"/>
                <a:cs typeface="Arial"/>
              </a:defRPr>
            </a:lvl5pPr>
            <a:lvl6pPr algn="l">
              <a:defRPr sz="2175" b="1">
                <a:solidFill>
                  <a:srgbClr val="167D8D"/>
                </a:solidFill>
                <a:latin typeface="Arial"/>
                <a:ea typeface="Arial"/>
                <a:cs typeface="Arial"/>
              </a:defRPr>
            </a:lvl6pPr>
            <a:lvl7pPr algn="l">
              <a:defRPr sz="2175" b="1">
                <a:solidFill>
                  <a:srgbClr val="167D8D"/>
                </a:solidFill>
                <a:latin typeface="Arial"/>
                <a:ea typeface="Arial"/>
                <a:cs typeface="Arial"/>
              </a:defRPr>
            </a:lvl7pPr>
            <a:lvl8pPr algn="l">
              <a:defRPr sz="2175" b="1">
                <a:solidFill>
                  <a:srgbClr val="167D8D"/>
                </a:solidFill>
                <a:latin typeface="Arial"/>
                <a:ea typeface="Arial"/>
                <a:cs typeface="Arial"/>
              </a:defRPr>
            </a:lvl8pPr>
            <a:lvl9pPr algn="l">
              <a:defRPr sz="2175" b="1">
                <a:solidFill>
                  <a:srgbClr val="167D8D"/>
                </a:solidFill>
                <a:latin typeface="Arial"/>
                <a:ea typeface="Arial"/>
                <a:cs typeface="Arial"/>
              </a:defRPr>
            </a:lvl9pPr>
          </a:lstStyle>
          <a:p xmlns:a="http://schemas.openxmlformats.org/drawingml/2006/main">
            <a:pPr algn="l">
              <a:defRPr sz="2175" b="1">
                <a:solidFill>
                  <a:srgbClr val="167D8D"/>
                </a:solidFill>
                <a:latin typeface="Arial"/>
                <a:ea typeface="Arial"/>
                <a:cs typeface="Arial"/>
              </a:defRPr>
            </a:pPr>
            <a:r>
              <a:rPr sz="2175" b="1">
                <a:solidFill>
                  <a:srgbClr val="167D8D"/>
                </a:solidFill>
                <a:latin typeface="Arial"/>
                <a:ea typeface="Arial"/>
                <a:cs typeface="Arial"/>
              </a:rPr>
              <a:t>Modular Monolith</a:t>
            </a:r>
          </a:p>
        </p:txBody>
      </p:sp>
      <p:sp>
        <p:nvSpPr>
          <p:cNvPr id="7" name="">
            <a:extLst xmlns:a="http://schemas.openxmlformats.org/drawingml/2006/main">
              <a:ext uri="{FF2B5EF4-FFF2-40B4-BE49-F238E27FC236}">
                <a16:creationId xmlns:a16="http://schemas.microsoft.com/office/drawing/2014/main" id="{1C14EFA3-A60E-4A23-91CC-5DC7E755423F}"/>
              </a:ext>
            </a:extLst>
          </p:cNvPr>
          <p:cNvSpPr>
            <a:spLocks xmlns:a="http://schemas.openxmlformats.org/drawingml/2006/main" noGrp="1"/>
          </p:cNvSpPr>
          <p:nvPr/>
        </p:nvSpPr>
        <p:spPr>
          <a:xfrm xmlns:a="http://schemas.openxmlformats.org/drawingml/2006/main">
            <a:off x="11417394" y="2143125"/>
            <a:ext cx="587871"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67D8D"/>
                </a:solidFill>
                <a:latin typeface="Arial"/>
                <a:ea typeface="Arial"/>
                <a:cs typeface="Arial"/>
              </a:defRPr>
            </a:defPPr>
            <a:lvl1pPr algn="r">
              <a:defRPr sz="2175" b="1">
                <a:solidFill>
                  <a:srgbClr val="167D8D"/>
                </a:solidFill>
                <a:latin typeface="Arial"/>
                <a:ea typeface="Arial"/>
                <a:cs typeface="Arial"/>
              </a:defRPr>
            </a:lvl1pPr>
            <a:lvl2pPr algn="r">
              <a:defRPr sz="2175" b="1">
                <a:solidFill>
                  <a:srgbClr val="167D8D"/>
                </a:solidFill>
                <a:latin typeface="Arial"/>
                <a:ea typeface="Arial"/>
                <a:cs typeface="Arial"/>
              </a:defRPr>
            </a:lvl2pPr>
            <a:lvl3pPr algn="r">
              <a:defRPr sz="2175" b="1">
                <a:solidFill>
                  <a:srgbClr val="167D8D"/>
                </a:solidFill>
                <a:latin typeface="Arial"/>
                <a:ea typeface="Arial"/>
                <a:cs typeface="Arial"/>
              </a:defRPr>
            </a:lvl3pPr>
            <a:lvl4pPr algn="r">
              <a:defRPr sz="2175" b="1">
                <a:solidFill>
                  <a:srgbClr val="167D8D"/>
                </a:solidFill>
                <a:latin typeface="Arial"/>
                <a:ea typeface="Arial"/>
                <a:cs typeface="Arial"/>
              </a:defRPr>
            </a:lvl4pPr>
            <a:lvl5pPr algn="r">
              <a:defRPr sz="2175" b="1">
                <a:solidFill>
                  <a:srgbClr val="167D8D"/>
                </a:solidFill>
                <a:latin typeface="Arial"/>
                <a:ea typeface="Arial"/>
                <a:cs typeface="Arial"/>
              </a:defRPr>
            </a:lvl5pPr>
            <a:lvl6pPr algn="r">
              <a:defRPr sz="2175" b="1">
                <a:solidFill>
                  <a:srgbClr val="167D8D"/>
                </a:solidFill>
                <a:latin typeface="Arial"/>
                <a:ea typeface="Arial"/>
                <a:cs typeface="Arial"/>
              </a:defRPr>
            </a:lvl6pPr>
            <a:lvl7pPr algn="r">
              <a:defRPr sz="2175" b="1">
                <a:solidFill>
                  <a:srgbClr val="167D8D"/>
                </a:solidFill>
                <a:latin typeface="Arial"/>
                <a:ea typeface="Arial"/>
                <a:cs typeface="Arial"/>
              </a:defRPr>
            </a:lvl7pPr>
            <a:lvl8pPr algn="r">
              <a:defRPr sz="2175" b="1">
                <a:solidFill>
                  <a:srgbClr val="167D8D"/>
                </a:solidFill>
                <a:latin typeface="Arial"/>
                <a:ea typeface="Arial"/>
                <a:cs typeface="Arial"/>
              </a:defRPr>
            </a:lvl8pPr>
            <a:lvl9pPr algn="r">
              <a:defRPr sz="2175" b="1">
                <a:solidFill>
                  <a:srgbClr val="167D8D"/>
                </a:solidFill>
                <a:latin typeface="Arial"/>
                <a:ea typeface="Arial"/>
                <a:cs typeface="Arial"/>
              </a:defRPr>
            </a:lvl9pPr>
          </a:lstStyle>
          <a:p xmlns:a="http://schemas.openxmlformats.org/drawingml/2006/main">
            <a:pPr algn="r">
              <a:defRPr sz="2175" b="1">
                <a:solidFill>
                  <a:srgbClr val="167D8D"/>
                </a:solidFill>
                <a:latin typeface="Arial"/>
                <a:ea typeface="Arial"/>
                <a:cs typeface="Arial"/>
              </a:defRPr>
            </a:pPr>
            <a:r>
              <a:rPr sz="2175" b="1">
                <a:solidFill>
                  <a:srgbClr val="167D8D"/>
                </a:solidFill>
                <a:latin typeface="Arial"/>
                <a:ea typeface="Arial"/>
                <a:cs typeface="Arial"/>
              </a:rPr>
              <a:t>بمنطق</a:t>
            </a:r>
          </a:p>
        </p:txBody>
      </p:sp>
      <p:sp>
        <p:nvSpPr>
          <p:cNvPr id="8" name="">
            <a:extLst xmlns:a="http://schemas.openxmlformats.org/drawingml/2006/main">
              <a:ext uri="{FF2B5EF4-FFF2-40B4-BE49-F238E27FC236}">
                <a16:creationId xmlns:a16="http://schemas.microsoft.com/office/drawing/2014/main" id="{F1B5847D-38F4-47F0-BB92-B212091BE6AA}"/>
              </a:ext>
            </a:extLst>
          </p:cNvPr>
          <p:cNvSpPr>
            <a:spLocks xmlns:a="http://schemas.openxmlformats.org/drawingml/2006/main" noGrp="1"/>
          </p:cNvSpPr>
          <p:nvPr/>
        </p:nvSpPr>
        <p:spPr>
          <a:xfrm xmlns:a="http://schemas.openxmlformats.org/drawingml/2006/main">
            <a:off x="10705132" y="2143125"/>
            <a:ext cx="636157"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67D8D"/>
                </a:solidFill>
                <a:latin typeface="Arial"/>
                <a:ea typeface="Arial"/>
                <a:cs typeface="Arial"/>
              </a:defRPr>
            </a:defPPr>
            <a:lvl1pPr algn="r">
              <a:defRPr sz="2175" b="1">
                <a:solidFill>
                  <a:srgbClr val="167D8D"/>
                </a:solidFill>
                <a:latin typeface="Arial"/>
                <a:ea typeface="Arial"/>
                <a:cs typeface="Arial"/>
              </a:defRPr>
            </a:lvl1pPr>
            <a:lvl2pPr algn="r">
              <a:defRPr sz="2175" b="1">
                <a:solidFill>
                  <a:srgbClr val="167D8D"/>
                </a:solidFill>
                <a:latin typeface="Arial"/>
                <a:ea typeface="Arial"/>
                <a:cs typeface="Arial"/>
              </a:defRPr>
            </a:lvl2pPr>
            <a:lvl3pPr algn="r">
              <a:defRPr sz="2175" b="1">
                <a:solidFill>
                  <a:srgbClr val="167D8D"/>
                </a:solidFill>
                <a:latin typeface="Arial"/>
                <a:ea typeface="Arial"/>
                <a:cs typeface="Arial"/>
              </a:defRPr>
            </a:lvl3pPr>
            <a:lvl4pPr algn="r">
              <a:defRPr sz="2175" b="1">
                <a:solidFill>
                  <a:srgbClr val="167D8D"/>
                </a:solidFill>
                <a:latin typeface="Arial"/>
                <a:ea typeface="Arial"/>
                <a:cs typeface="Arial"/>
              </a:defRPr>
            </a:lvl4pPr>
            <a:lvl5pPr algn="r">
              <a:defRPr sz="2175" b="1">
                <a:solidFill>
                  <a:srgbClr val="167D8D"/>
                </a:solidFill>
                <a:latin typeface="Arial"/>
                <a:ea typeface="Arial"/>
                <a:cs typeface="Arial"/>
              </a:defRPr>
            </a:lvl5pPr>
            <a:lvl6pPr algn="r">
              <a:defRPr sz="2175" b="1">
                <a:solidFill>
                  <a:srgbClr val="167D8D"/>
                </a:solidFill>
                <a:latin typeface="Arial"/>
                <a:ea typeface="Arial"/>
                <a:cs typeface="Arial"/>
              </a:defRPr>
            </a:lvl6pPr>
            <a:lvl7pPr algn="r">
              <a:defRPr sz="2175" b="1">
                <a:solidFill>
                  <a:srgbClr val="167D8D"/>
                </a:solidFill>
                <a:latin typeface="Arial"/>
                <a:ea typeface="Arial"/>
                <a:cs typeface="Arial"/>
              </a:defRPr>
            </a:lvl7pPr>
            <a:lvl8pPr algn="r">
              <a:defRPr sz="2175" b="1">
                <a:solidFill>
                  <a:srgbClr val="167D8D"/>
                </a:solidFill>
                <a:latin typeface="Arial"/>
                <a:ea typeface="Arial"/>
                <a:cs typeface="Arial"/>
              </a:defRPr>
            </a:lvl8pPr>
            <a:lvl9pPr algn="r">
              <a:defRPr sz="2175" b="1">
                <a:solidFill>
                  <a:srgbClr val="167D8D"/>
                </a:solidFill>
                <a:latin typeface="Arial"/>
                <a:ea typeface="Arial"/>
                <a:cs typeface="Arial"/>
              </a:defRPr>
            </a:lvl9pPr>
          </a:lstStyle>
          <a:p xmlns:a="http://schemas.openxmlformats.org/drawingml/2006/main">
            <a:pPr algn="r">
              <a:defRPr sz="2175" b="1">
                <a:solidFill>
                  <a:srgbClr val="167D8D"/>
                </a:solidFill>
                <a:latin typeface="Arial"/>
                <a:ea typeface="Arial"/>
                <a:cs typeface="Arial"/>
              </a:defRPr>
            </a:pPr>
            <a:r>
              <a:rPr sz="2175" b="1">
                <a:solidFill>
                  <a:srgbClr val="167D8D"/>
                </a:solidFill>
                <a:latin typeface="Arial"/>
                <a:ea typeface="Arial"/>
                <a:cs typeface="Arial"/>
              </a:rPr>
              <a:t>مشترك</a:t>
            </a:r>
          </a:p>
        </p:txBody>
      </p:sp>
      <p:sp>
        <p:nvSpPr>
          <p:cNvPr id="9" name="">
            <a:extLst xmlns:a="http://schemas.openxmlformats.org/drawingml/2006/main">
              <a:ext uri="{FF2B5EF4-FFF2-40B4-BE49-F238E27FC236}">
                <a16:creationId xmlns:a16="http://schemas.microsoft.com/office/drawing/2014/main" id="{96C9D17E-356D-4A78-AB09-64537E5A8E9C}"/>
              </a:ext>
            </a:extLst>
          </p:cNvPr>
          <p:cNvSpPr>
            <a:spLocks xmlns:a="http://schemas.openxmlformats.org/drawingml/2006/main" noGrp="1"/>
          </p:cNvSpPr>
          <p:nvPr/>
        </p:nvSpPr>
        <p:spPr>
          <a:xfrm xmlns:a="http://schemas.openxmlformats.org/drawingml/2006/main">
            <a:off x="10091330" y="2143125"/>
            <a:ext cx="537697"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67D8D"/>
                </a:solidFill>
                <a:latin typeface="Arial"/>
                <a:ea typeface="Arial"/>
                <a:cs typeface="Arial"/>
              </a:defRPr>
            </a:defPPr>
            <a:lvl1pPr algn="r">
              <a:defRPr sz="2175" b="1">
                <a:solidFill>
                  <a:srgbClr val="167D8D"/>
                </a:solidFill>
                <a:latin typeface="Arial"/>
                <a:ea typeface="Arial"/>
                <a:cs typeface="Arial"/>
              </a:defRPr>
            </a:lvl1pPr>
            <a:lvl2pPr algn="r">
              <a:defRPr sz="2175" b="1">
                <a:solidFill>
                  <a:srgbClr val="167D8D"/>
                </a:solidFill>
                <a:latin typeface="Arial"/>
                <a:ea typeface="Arial"/>
                <a:cs typeface="Arial"/>
              </a:defRPr>
            </a:lvl2pPr>
            <a:lvl3pPr algn="r">
              <a:defRPr sz="2175" b="1">
                <a:solidFill>
                  <a:srgbClr val="167D8D"/>
                </a:solidFill>
                <a:latin typeface="Arial"/>
                <a:ea typeface="Arial"/>
                <a:cs typeface="Arial"/>
              </a:defRPr>
            </a:lvl3pPr>
            <a:lvl4pPr algn="r">
              <a:defRPr sz="2175" b="1">
                <a:solidFill>
                  <a:srgbClr val="167D8D"/>
                </a:solidFill>
                <a:latin typeface="Arial"/>
                <a:ea typeface="Arial"/>
                <a:cs typeface="Arial"/>
              </a:defRPr>
            </a:lvl4pPr>
            <a:lvl5pPr algn="r">
              <a:defRPr sz="2175" b="1">
                <a:solidFill>
                  <a:srgbClr val="167D8D"/>
                </a:solidFill>
                <a:latin typeface="Arial"/>
                <a:ea typeface="Arial"/>
                <a:cs typeface="Arial"/>
              </a:defRPr>
            </a:lvl5pPr>
            <a:lvl6pPr algn="r">
              <a:defRPr sz="2175" b="1">
                <a:solidFill>
                  <a:srgbClr val="167D8D"/>
                </a:solidFill>
                <a:latin typeface="Arial"/>
                <a:ea typeface="Arial"/>
                <a:cs typeface="Arial"/>
              </a:defRPr>
            </a:lvl6pPr>
            <a:lvl7pPr algn="r">
              <a:defRPr sz="2175" b="1">
                <a:solidFill>
                  <a:srgbClr val="167D8D"/>
                </a:solidFill>
                <a:latin typeface="Arial"/>
                <a:ea typeface="Arial"/>
                <a:cs typeface="Arial"/>
              </a:defRPr>
            </a:lvl7pPr>
            <a:lvl8pPr algn="r">
              <a:defRPr sz="2175" b="1">
                <a:solidFill>
                  <a:srgbClr val="167D8D"/>
                </a:solidFill>
                <a:latin typeface="Arial"/>
                <a:ea typeface="Arial"/>
                <a:cs typeface="Arial"/>
              </a:defRPr>
            </a:lvl8pPr>
            <a:lvl9pPr algn="r">
              <a:defRPr sz="2175" b="1">
                <a:solidFill>
                  <a:srgbClr val="167D8D"/>
                </a:solidFill>
                <a:latin typeface="Arial"/>
                <a:ea typeface="Arial"/>
                <a:cs typeface="Arial"/>
              </a:defRPr>
            </a:lvl9pPr>
          </a:lstStyle>
          <a:p xmlns:a="http://schemas.openxmlformats.org/drawingml/2006/main">
            <a:pPr algn="r">
              <a:defRPr sz="2175" b="1">
                <a:solidFill>
                  <a:srgbClr val="167D8D"/>
                </a:solidFill>
                <a:latin typeface="Arial"/>
                <a:ea typeface="Arial"/>
                <a:cs typeface="Arial"/>
              </a:defRPr>
            </a:pPr>
            <a:r>
              <a:rPr sz="2175" b="1">
                <a:solidFill>
                  <a:srgbClr val="167D8D"/>
                </a:solidFill>
                <a:latin typeface="Arial"/>
                <a:ea typeface="Arial"/>
                <a:cs typeface="Arial"/>
              </a:rPr>
              <a:t>ومهام</a:t>
            </a:r>
          </a:p>
        </p:txBody>
      </p:sp>
      <p:sp>
        <p:nvSpPr>
          <p:cNvPr id="10" name="">
            <a:extLst xmlns:a="http://schemas.openxmlformats.org/drawingml/2006/main">
              <a:ext uri="{FF2B5EF4-FFF2-40B4-BE49-F238E27FC236}">
                <a16:creationId xmlns:a16="http://schemas.microsoft.com/office/drawing/2014/main" id="{775FD37C-8C57-4AE1-B45D-3FF29B940031}"/>
              </a:ext>
            </a:extLst>
          </p:cNvPr>
          <p:cNvSpPr>
            <a:spLocks xmlns:a="http://schemas.openxmlformats.org/drawingml/2006/main" noGrp="1"/>
          </p:cNvSpPr>
          <p:nvPr/>
        </p:nvSpPr>
        <p:spPr>
          <a:xfrm xmlns:a="http://schemas.openxmlformats.org/drawingml/2006/main">
            <a:off x="9517181" y="2143125"/>
            <a:ext cx="49804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67D8D"/>
                </a:solidFill>
                <a:latin typeface="Arial"/>
                <a:ea typeface="Arial"/>
                <a:cs typeface="Arial"/>
              </a:defRPr>
            </a:defPPr>
            <a:lvl1pPr algn="r">
              <a:defRPr sz="2175" b="1">
                <a:solidFill>
                  <a:srgbClr val="167D8D"/>
                </a:solidFill>
                <a:latin typeface="Arial"/>
                <a:ea typeface="Arial"/>
                <a:cs typeface="Arial"/>
              </a:defRPr>
            </a:lvl1pPr>
            <a:lvl2pPr algn="r">
              <a:defRPr sz="2175" b="1">
                <a:solidFill>
                  <a:srgbClr val="167D8D"/>
                </a:solidFill>
                <a:latin typeface="Arial"/>
                <a:ea typeface="Arial"/>
                <a:cs typeface="Arial"/>
              </a:defRPr>
            </a:lvl2pPr>
            <a:lvl3pPr algn="r">
              <a:defRPr sz="2175" b="1">
                <a:solidFill>
                  <a:srgbClr val="167D8D"/>
                </a:solidFill>
                <a:latin typeface="Arial"/>
                <a:ea typeface="Arial"/>
                <a:cs typeface="Arial"/>
              </a:defRPr>
            </a:lvl3pPr>
            <a:lvl4pPr algn="r">
              <a:defRPr sz="2175" b="1">
                <a:solidFill>
                  <a:srgbClr val="167D8D"/>
                </a:solidFill>
                <a:latin typeface="Arial"/>
                <a:ea typeface="Arial"/>
                <a:cs typeface="Arial"/>
              </a:defRPr>
            </a:lvl4pPr>
            <a:lvl5pPr algn="r">
              <a:defRPr sz="2175" b="1">
                <a:solidFill>
                  <a:srgbClr val="167D8D"/>
                </a:solidFill>
                <a:latin typeface="Arial"/>
                <a:ea typeface="Arial"/>
                <a:cs typeface="Arial"/>
              </a:defRPr>
            </a:lvl5pPr>
            <a:lvl6pPr algn="r">
              <a:defRPr sz="2175" b="1">
                <a:solidFill>
                  <a:srgbClr val="167D8D"/>
                </a:solidFill>
                <a:latin typeface="Arial"/>
                <a:ea typeface="Arial"/>
                <a:cs typeface="Arial"/>
              </a:defRPr>
            </a:lvl6pPr>
            <a:lvl7pPr algn="r">
              <a:defRPr sz="2175" b="1">
                <a:solidFill>
                  <a:srgbClr val="167D8D"/>
                </a:solidFill>
                <a:latin typeface="Arial"/>
                <a:ea typeface="Arial"/>
                <a:cs typeface="Arial"/>
              </a:defRPr>
            </a:lvl7pPr>
            <a:lvl8pPr algn="r">
              <a:defRPr sz="2175" b="1">
                <a:solidFill>
                  <a:srgbClr val="167D8D"/>
                </a:solidFill>
                <a:latin typeface="Arial"/>
                <a:ea typeface="Arial"/>
                <a:cs typeface="Arial"/>
              </a:defRPr>
            </a:lvl8pPr>
            <a:lvl9pPr algn="r">
              <a:defRPr sz="2175" b="1">
                <a:solidFill>
                  <a:srgbClr val="167D8D"/>
                </a:solidFill>
                <a:latin typeface="Arial"/>
                <a:ea typeface="Arial"/>
                <a:cs typeface="Arial"/>
              </a:defRPr>
            </a:lvl9pPr>
          </a:lstStyle>
          <a:p xmlns:a="http://schemas.openxmlformats.org/drawingml/2006/main">
            <a:pPr algn="r">
              <a:defRPr sz="2175" b="1">
                <a:solidFill>
                  <a:srgbClr val="167D8D"/>
                </a:solidFill>
                <a:latin typeface="Arial"/>
                <a:ea typeface="Arial"/>
                <a:cs typeface="Arial"/>
              </a:defRPr>
            </a:pPr>
            <a:r>
              <a:rPr sz="2175" b="1">
                <a:solidFill>
                  <a:srgbClr val="167D8D"/>
                </a:solidFill>
                <a:latin typeface="Arial"/>
                <a:ea typeface="Arial"/>
                <a:cs typeface="Arial"/>
              </a:rPr>
              <a:t>خلفية</a:t>
            </a:r>
          </a:p>
        </p:txBody>
      </p:sp>
      <p:sp>
        <p:nvSpPr>
          <p:cNvPr id="11" name="">
            <a:extLst xmlns:a="http://schemas.openxmlformats.org/drawingml/2006/main">
              <a:ext uri="{FF2B5EF4-FFF2-40B4-BE49-F238E27FC236}">
                <a16:creationId xmlns:a16="http://schemas.microsoft.com/office/drawing/2014/main" id="{95E1884E-1247-440B-A155-5ED05EB94BC2}"/>
              </a:ext>
            </a:extLst>
          </p:cNvPr>
          <p:cNvSpPr>
            <a:spLocks xmlns:a="http://schemas.openxmlformats.org/drawingml/2006/main" noGrp="1"/>
          </p:cNvSpPr>
          <p:nvPr/>
        </p:nvSpPr>
        <p:spPr>
          <a:xfrm xmlns:a="http://schemas.openxmlformats.org/drawingml/2006/main">
            <a:off x="8698908" y="2143125"/>
            <a:ext cx="742169"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67D8D"/>
                </a:solidFill>
                <a:latin typeface="Arial"/>
                <a:ea typeface="Arial"/>
                <a:cs typeface="Arial"/>
              </a:defRPr>
            </a:defPPr>
            <a:lvl1pPr algn="r">
              <a:defRPr sz="2175" b="1">
                <a:solidFill>
                  <a:srgbClr val="167D8D"/>
                </a:solidFill>
                <a:latin typeface="Arial"/>
                <a:ea typeface="Arial"/>
                <a:cs typeface="Arial"/>
              </a:defRPr>
            </a:lvl1pPr>
            <a:lvl2pPr algn="r">
              <a:defRPr sz="2175" b="1">
                <a:solidFill>
                  <a:srgbClr val="167D8D"/>
                </a:solidFill>
                <a:latin typeface="Arial"/>
                <a:ea typeface="Arial"/>
                <a:cs typeface="Arial"/>
              </a:defRPr>
            </a:lvl2pPr>
            <a:lvl3pPr algn="r">
              <a:defRPr sz="2175" b="1">
                <a:solidFill>
                  <a:srgbClr val="167D8D"/>
                </a:solidFill>
                <a:latin typeface="Arial"/>
                <a:ea typeface="Arial"/>
                <a:cs typeface="Arial"/>
              </a:defRPr>
            </a:lvl3pPr>
            <a:lvl4pPr algn="r">
              <a:defRPr sz="2175" b="1">
                <a:solidFill>
                  <a:srgbClr val="167D8D"/>
                </a:solidFill>
                <a:latin typeface="Arial"/>
                <a:ea typeface="Arial"/>
                <a:cs typeface="Arial"/>
              </a:defRPr>
            </a:lvl4pPr>
            <a:lvl5pPr algn="r">
              <a:defRPr sz="2175" b="1">
                <a:solidFill>
                  <a:srgbClr val="167D8D"/>
                </a:solidFill>
                <a:latin typeface="Arial"/>
                <a:ea typeface="Arial"/>
                <a:cs typeface="Arial"/>
              </a:defRPr>
            </a:lvl5pPr>
            <a:lvl6pPr algn="r">
              <a:defRPr sz="2175" b="1">
                <a:solidFill>
                  <a:srgbClr val="167D8D"/>
                </a:solidFill>
                <a:latin typeface="Arial"/>
                <a:ea typeface="Arial"/>
                <a:cs typeface="Arial"/>
              </a:defRPr>
            </a:lvl6pPr>
            <a:lvl7pPr algn="r">
              <a:defRPr sz="2175" b="1">
                <a:solidFill>
                  <a:srgbClr val="167D8D"/>
                </a:solidFill>
                <a:latin typeface="Arial"/>
                <a:ea typeface="Arial"/>
                <a:cs typeface="Arial"/>
              </a:defRPr>
            </a:lvl7pPr>
            <a:lvl8pPr algn="r">
              <a:defRPr sz="2175" b="1">
                <a:solidFill>
                  <a:srgbClr val="167D8D"/>
                </a:solidFill>
                <a:latin typeface="Arial"/>
                <a:ea typeface="Arial"/>
                <a:cs typeface="Arial"/>
              </a:defRPr>
            </a:lvl8pPr>
            <a:lvl9pPr algn="r">
              <a:defRPr sz="2175" b="1">
                <a:solidFill>
                  <a:srgbClr val="167D8D"/>
                </a:solidFill>
                <a:latin typeface="Arial"/>
                <a:ea typeface="Arial"/>
                <a:cs typeface="Arial"/>
              </a:defRPr>
            </a:lvl9pPr>
          </a:lstStyle>
          <a:p xmlns:a="http://schemas.openxmlformats.org/drawingml/2006/main">
            <a:pPr algn="r">
              <a:defRPr sz="2175" b="1">
                <a:solidFill>
                  <a:srgbClr val="167D8D"/>
                </a:solidFill>
                <a:latin typeface="Arial"/>
                <a:ea typeface="Arial"/>
                <a:cs typeface="Arial"/>
              </a:defRPr>
            </a:pPr>
            <a:r>
              <a:rPr sz="2175" b="1">
                <a:solidFill>
                  <a:srgbClr val="167D8D"/>
                </a:solidFill>
                <a:latin typeface="Arial"/>
                <a:ea typeface="Arial"/>
                <a:cs typeface="Arial"/>
              </a:rPr>
              <a:t>محفوظة</a:t>
            </a:r>
          </a:p>
        </p:txBody>
      </p:sp>
      <p:sp>
        <p:nvSpPr>
          <p:cNvPr id="12" name="">
            <a:extLst xmlns:a="http://schemas.openxmlformats.org/drawingml/2006/main">
              <a:ext uri="{FF2B5EF4-FFF2-40B4-BE49-F238E27FC236}">
                <a16:creationId xmlns:a16="http://schemas.microsoft.com/office/drawing/2014/main" id="{F18CF2CB-E6A6-423B-8CA5-A8E171D1C726}"/>
              </a:ext>
            </a:extLst>
          </p:cNvPr>
          <p:cNvSpPr>
            <a:spLocks xmlns:a="http://schemas.openxmlformats.org/drawingml/2006/main" noGrp="1"/>
          </p:cNvSpPr>
          <p:nvPr/>
        </p:nvSpPr>
        <p:spPr>
          <a:xfrm xmlns:a="http://schemas.openxmlformats.org/drawingml/2006/main">
            <a:off x="14031385" y="2619375"/>
            <a:ext cx="36089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السهم</a:t>
            </a:r>
          </a:p>
        </p:txBody>
      </p:sp>
      <p:sp>
        <p:nvSpPr>
          <p:cNvPr id="13" name="">
            <a:extLst xmlns:a="http://schemas.openxmlformats.org/drawingml/2006/main">
              <a:ext uri="{FF2B5EF4-FFF2-40B4-BE49-F238E27FC236}">
                <a16:creationId xmlns:a16="http://schemas.microsoft.com/office/drawing/2014/main" id="{47E00FF5-D43C-4EB3-8C39-04FF7BA08DA9}"/>
              </a:ext>
            </a:extLst>
          </p:cNvPr>
          <p:cNvSpPr>
            <a:spLocks xmlns:a="http://schemas.openxmlformats.org/drawingml/2006/main" noGrp="1"/>
          </p:cNvSpPr>
          <p:nvPr/>
        </p:nvSpPr>
        <p:spPr>
          <a:xfrm xmlns:a="http://schemas.openxmlformats.org/drawingml/2006/main">
            <a:off x="13773655" y="2619375"/>
            <a:ext cx="202295"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من</a:t>
            </a:r>
          </a:p>
        </p:txBody>
      </p:sp>
      <p:sp>
        <p:nvSpPr>
          <p:cNvPr id="14" name="">
            <a:extLst xmlns:a="http://schemas.openxmlformats.org/drawingml/2006/main">
              <a:ext uri="{FF2B5EF4-FFF2-40B4-BE49-F238E27FC236}">
                <a16:creationId xmlns:a16="http://schemas.microsoft.com/office/drawing/2014/main" id="{EF758494-1DAA-4FBE-AA0B-32622FBFFF66}"/>
              </a:ext>
            </a:extLst>
          </p:cNvPr>
          <p:cNvSpPr>
            <a:spLocks xmlns:a="http://schemas.openxmlformats.org/drawingml/2006/main" noGrp="1"/>
          </p:cNvSpPr>
          <p:nvPr/>
        </p:nvSpPr>
        <p:spPr>
          <a:xfrm xmlns:a="http://schemas.openxmlformats.org/drawingml/2006/main">
            <a:off x="13072780" y="2619375"/>
            <a:ext cx="64544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المستدعي</a:t>
            </a:r>
          </a:p>
        </p:txBody>
      </p:sp>
      <p:sp>
        <p:nvSpPr>
          <p:cNvPr id="15" name="">
            <a:extLst xmlns:a="http://schemas.openxmlformats.org/drawingml/2006/main">
              <a:ext uri="{FF2B5EF4-FFF2-40B4-BE49-F238E27FC236}">
                <a16:creationId xmlns:a16="http://schemas.microsoft.com/office/drawing/2014/main" id="{8AB2B17C-FA59-4D00-ACD9-1482C3DA7454}"/>
              </a:ext>
            </a:extLst>
          </p:cNvPr>
          <p:cNvSpPr>
            <a:spLocks xmlns:a="http://schemas.openxmlformats.org/drawingml/2006/main" noGrp="1"/>
          </p:cNvSpPr>
          <p:nvPr/>
        </p:nvSpPr>
        <p:spPr>
          <a:xfrm xmlns:a="http://schemas.openxmlformats.org/drawingml/2006/main">
            <a:off x="12797758" y="2619375"/>
            <a:ext cx="219587"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إلى</a:t>
            </a:r>
          </a:p>
        </p:txBody>
      </p:sp>
      <p:sp>
        <p:nvSpPr>
          <p:cNvPr id="16" name="">
            <a:extLst xmlns:a="http://schemas.openxmlformats.org/drawingml/2006/main">
              <a:ext uri="{FF2B5EF4-FFF2-40B4-BE49-F238E27FC236}">
                <a16:creationId xmlns:a16="http://schemas.microsoft.com/office/drawing/2014/main" id="{DC69247A-47C6-4FDD-9A67-E66712A49D83}"/>
              </a:ext>
            </a:extLst>
          </p:cNvPr>
          <p:cNvSpPr>
            <a:spLocks xmlns:a="http://schemas.openxmlformats.org/drawingml/2006/main" noGrp="1"/>
          </p:cNvSpPr>
          <p:nvPr/>
        </p:nvSpPr>
        <p:spPr>
          <a:xfrm xmlns:a="http://schemas.openxmlformats.org/drawingml/2006/main">
            <a:off x="12280137" y="2619375"/>
            <a:ext cx="462186"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المكوّن</a:t>
            </a:r>
          </a:p>
        </p:txBody>
      </p:sp>
      <p:sp>
        <p:nvSpPr>
          <p:cNvPr id="17" name="">
            <a:extLst xmlns:a="http://schemas.openxmlformats.org/drawingml/2006/main">
              <a:ext uri="{FF2B5EF4-FFF2-40B4-BE49-F238E27FC236}">
                <a16:creationId xmlns:a16="http://schemas.microsoft.com/office/drawing/2014/main" id="{268AB6D3-709D-4289-887D-CDA37B78C8B1}"/>
              </a:ext>
            </a:extLst>
          </p:cNvPr>
          <p:cNvSpPr>
            <a:spLocks xmlns:a="http://schemas.openxmlformats.org/drawingml/2006/main" noGrp="1"/>
          </p:cNvSpPr>
          <p:nvPr/>
        </p:nvSpPr>
        <p:spPr>
          <a:xfrm xmlns:a="http://schemas.openxmlformats.org/drawingml/2006/main">
            <a:off x="11579262" y="2619375"/>
            <a:ext cx="64544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المستدعى</a:t>
            </a:r>
          </a:p>
        </p:txBody>
      </p:sp>
      <p:sp>
        <p:nvSpPr>
          <p:cNvPr id="18" name="">
            <a:extLst xmlns:a="http://schemas.openxmlformats.org/drawingml/2006/main">
              <a:ext uri="{FF2B5EF4-FFF2-40B4-BE49-F238E27FC236}">
                <a16:creationId xmlns:a16="http://schemas.microsoft.com/office/drawing/2014/main" id="{8628106A-8D87-4680-89E2-10BEEFC0B93F}"/>
              </a:ext>
            </a:extLst>
          </p:cNvPr>
          <p:cNvSpPr>
            <a:spLocks xmlns:a="http://schemas.openxmlformats.org/drawingml/2006/main" noGrp="1"/>
          </p:cNvSpPr>
          <p:nvPr/>
        </p:nvSpPr>
        <p:spPr>
          <a:xfrm xmlns:a="http://schemas.openxmlformats.org/drawingml/2006/main">
            <a:off x="10988994" y="2619375"/>
            <a:ext cx="534832"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والأرقام</a:t>
            </a:r>
          </a:p>
        </p:txBody>
      </p:sp>
      <p:sp>
        <p:nvSpPr>
          <p:cNvPr id="19" name="">
            <a:extLst xmlns:a="http://schemas.openxmlformats.org/drawingml/2006/main">
              <a:ext uri="{FF2B5EF4-FFF2-40B4-BE49-F238E27FC236}">
                <a16:creationId xmlns:a16="http://schemas.microsoft.com/office/drawing/2014/main" id="{160BD9C6-0EF9-40B6-9C59-09691D610483}"/>
              </a:ext>
            </a:extLst>
          </p:cNvPr>
          <p:cNvSpPr>
            <a:spLocks xmlns:a="http://schemas.openxmlformats.org/drawingml/2006/main" noGrp="1"/>
          </p:cNvSpPr>
          <p:nvPr/>
        </p:nvSpPr>
        <p:spPr>
          <a:xfrm xmlns:a="http://schemas.openxmlformats.org/drawingml/2006/main">
            <a:off x="10536345" y="2619375"/>
            <a:ext cx="397213"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لمسار</a:t>
            </a:r>
          </a:p>
        </p:txBody>
      </p:sp>
      <p:sp>
        <p:nvSpPr>
          <p:cNvPr id="20" name="">
            <a:extLst xmlns:a="http://schemas.openxmlformats.org/drawingml/2006/main">
              <a:ext uri="{FF2B5EF4-FFF2-40B4-BE49-F238E27FC236}">
                <a16:creationId xmlns:a16="http://schemas.microsoft.com/office/drawing/2014/main" id="{C78FF092-133B-4761-BDC4-500C805F530E}"/>
              </a:ext>
            </a:extLst>
          </p:cNvPr>
          <p:cNvSpPr>
            <a:spLocks xmlns:a="http://schemas.openxmlformats.org/drawingml/2006/main" noGrp="1"/>
          </p:cNvSpPr>
          <p:nvPr/>
        </p:nvSpPr>
        <p:spPr>
          <a:xfrm xmlns:a="http://schemas.openxmlformats.org/drawingml/2006/main">
            <a:off x="10145088" y="2619375"/>
            <a:ext cx="335821"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مهمة</a:t>
            </a:r>
          </a:p>
        </p:txBody>
      </p:sp>
      <p:sp>
        <p:nvSpPr>
          <p:cNvPr id="21" name="">
            <a:extLst xmlns:a="http://schemas.openxmlformats.org/drawingml/2006/main">
              <a:ext uri="{FF2B5EF4-FFF2-40B4-BE49-F238E27FC236}">
                <a16:creationId xmlns:a16="http://schemas.microsoft.com/office/drawing/2014/main" id="{6B3BC089-92DC-406D-9168-D0F9479F6C8F}"/>
              </a:ext>
            </a:extLst>
          </p:cNvPr>
          <p:cNvSpPr>
            <a:spLocks xmlns:a="http://schemas.openxmlformats.org/drawingml/2006/main" noGrp="1"/>
          </p:cNvSpPr>
          <p:nvPr/>
        </p:nvSpPr>
        <p:spPr>
          <a:xfrm xmlns:a="http://schemas.openxmlformats.org/drawingml/2006/main">
            <a:off x="9705332" y="2619375"/>
            <a:ext cx="384321"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واحدة</a:t>
            </a:r>
          </a:p>
        </p:txBody>
      </p:sp>
      <p:sp>
        <p:nvSpPr>
          <p:cNvPr id="22" name="">
            <a:extLst xmlns:a="http://schemas.openxmlformats.org/drawingml/2006/main">
              <a:ext uri="{FF2B5EF4-FFF2-40B4-BE49-F238E27FC236}">
                <a16:creationId xmlns:a16="http://schemas.microsoft.com/office/drawing/2014/main" id="{5EA20661-6B4A-4CA9-A9C5-DD28489B186D}"/>
              </a:ext>
            </a:extLst>
          </p:cNvPr>
          <p:cNvSpPr>
            <a:spLocks xmlns:a="http://schemas.openxmlformats.org/drawingml/2006/main" noGrp="1"/>
          </p:cNvSpPr>
          <p:nvPr/>
        </p:nvSpPr>
        <p:spPr>
          <a:xfrm xmlns:a="http://schemas.openxmlformats.org/drawingml/2006/main">
            <a:off x="904875" y="3000375"/>
            <a:ext cx="13477875" cy="419100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23" name="">
            <a:extLst xmlns:a="http://schemas.openxmlformats.org/drawingml/2006/main">
              <a:ext uri="{FF2B5EF4-FFF2-40B4-BE49-F238E27FC236}">
                <a16:creationId xmlns:a16="http://schemas.microsoft.com/office/drawing/2014/main" id="{762C8F58-30C9-4568-A7F8-02C2FAF23A64}"/>
              </a:ext>
            </a:extLst>
          </p:cNvPr>
          <p:cNvSpPr>
            <a:spLocks xmlns:a="http://schemas.openxmlformats.org/drawingml/2006/main" noGrp="1"/>
          </p:cNvSpPr>
          <p:nvPr/>
        </p:nvSpPr>
        <p:spPr>
          <a:xfrm xmlns:a="http://schemas.openxmlformats.org/drawingml/2006/main">
            <a:off x="2857500" y="3143250"/>
            <a:ext cx="4095750" cy="76200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24" name="">
            <a:extLst xmlns:a="http://schemas.openxmlformats.org/drawingml/2006/main">
              <a:ext uri="{FF2B5EF4-FFF2-40B4-BE49-F238E27FC236}">
                <a16:creationId xmlns:a16="http://schemas.microsoft.com/office/drawing/2014/main" id="{F3764780-6109-47CD-A521-685378BD15AD}"/>
              </a:ext>
            </a:extLst>
          </p:cNvPr>
          <p:cNvSpPr>
            <a:spLocks xmlns:a="http://schemas.openxmlformats.org/drawingml/2006/main" noGrp="1"/>
          </p:cNvSpPr>
          <p:nvPr/>
        </p:nvSpPr>
        <p:spPr>
          <a:xfrm xmlns:a="http://schemas.openxmlformats.org/drawingml/2006/main">
            <a:off x="3833580" y="3178969"/>
            <a:ext cx="215311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42B36"/>
                </a:solidFill>
                <a:latin typeface="Arial"/>
                <a:ea typeface="Arial"/>
                <a:cs typeface="Arial"/>
              </a:defRPr>
            </a:defPPr>
            <a:lvl1pPr algn="l">
              <a:defRPr sz="1875" b="1">
                <a:solidFill>
                  <a:srgbClr val="142B36"/>
                </a:solidFill>
                <a:latin typeface="Arial"/>
                <a:ea typeface="Arial"/>
                <a:cs typeface="Arial"/>
              </a:defRPr>
            </a:lvl1pPr>
            <a:lvl2pPr algn="l">
              <a:defRPr sz="1875" b="1">
                <a:solidFill>
                  <a:srgbClr val="142B36"/>
                </a:solidFill>
                <a:latin typeface="Arial"/>
                <a:ea typeface="Arial"/>
                <a:cs typeface="Arial"/>
              </a:defRPr>
            </a:lvl2pPr>
            <a:lvl3pPr algn="l">
              <a:defRPr sz="1875" b="1">
                <a:solidFill>
                  <a:srgbClr val="142B36"/>
                </a:solidFill>
                <a:latin typeface="Arial"/>
                <a:ea typeface="Arial"/>
                <a:cs typeface="Arial"/>
              </a:defRPr>
            </a:lvl3pPr>
            <a:lvl4pPr algn="l">
              <a:defRPr sz="1875" b="1">
                <a:solidFill>
                  <a:srgbClr val="142B36"/>
                </a:solidFill>
                <a:latin typeface="Arial"/>
                <a:ea typeface="Arial"/>
                <a:cs typeface="Arial"/>
              </a:defRPr>
            </a:lvl4pPr>
            <a:lvl5pPr algn="l">
              <a:defRPr sz="1875" b="1">
                <a:solidFill>
                  <a:srgbClr val="142B36"/>
                </a:solidFill>
                <a:latin typeface="Arial"/>
                <a:ea typeface="Arial"/>
                <a:cs typeface="Arial"/>
              </a:defRPr>
            </a:lvl5pPr>
            <a:lvl6pPr algn="l">
              <a:defRPr sz="1875" b="1">
                <a:solidFill>
                  <a:srgbClr val="142B36"/>
                </a:solidFill>
                <a:latin typeface="Arial"/>
                <a:ea typeface="Arial"/>
                <a:cs typeface="Arial"/>
              </a:defRPr>
            </a:lvl6pPr>
            <a:lvl7pPr algn="l">
              <a:defRPr sz="1875" b="1">
                <a:solidFill>
                  <a:srgbClr val="142B36"/>
                </a:solidFill>
                <a:latin typeface="Arial"/>
                <a:ea typeface="Arial"/>
                <a:cs typeface="Arial"/>
              </a:defRPr>
            </a:lvl7pPr>
            <a:lvl8pPr algn="l">
              <a:defRPr sz="1875" b="1">
                <a:solidFill>
                  <a:srgbClr val="142B36"/>
                </a:solidFill>
                <a:latin typeface="Arial"/>
                <a:ea typeface="Arial"/>
                <a:cs typeface="Arial"/>
              </a:defRPr>
            </a:lvl8pPr>
            <a:lvl9pPr algn="l">
              <a:defRPr sz="1875" b="1">
                <a:solidFill>
                  <a:srgbClr val="142B36"/>
                </a:solidFill>
                <a:latin typeface="Arial"/>
                <a:ea typeface="Arial"/>
                <a:cs typeface="Arial"/>
              </a:defRPr>
            </a:lvl9pPr>
          </a:lstStyle>
          <a:p xmlns:a="http://schemas.openxmlformats.org/drawingml/2006/main">
            <a:pPr algn="l">
              <a:defRPr sz="1875" b="1">
                <a:solidFill>
                  <a:srgbClr val="142B36"/>
                </a:solidFill>
                <a:latin typeface="Arial"/>
                <a:ea typeface="Arial"/>
                <a:cs typeface="Arial"/>
              </a:defRPr>
            </a:pPr>
            <a:r>
              <a:rPr sz="1875" b="1">
                <a:solidFill>
                  <a:srgbClr val="142B36"/>
                </a:solidFill>
                <a:latin typeface="Arial"/>
                <a:ea typeface="Arial"/>
                <a:cs typeface="Arial"/>
              </a:rPr>
              <a:t>Web · Razor Pages</a:t>
            </a:r>
          </a:p>
        </p:txBody>
      </p:sp>
      <p:sp>
        <p:nvSpPr>
          <p:cNvPr id="25" name="">
            <a:extLst xmlns:a="http://schemas.openxmlformats.org/drawingml/2006/main">
              <a:ext uri="{FF2B5EF4-FFF2-40B4-BE49-F238E27FC236}">
                <a16:creationId xmlns:a16="http://schemas.microsoft.com/office/drawing/2014/main" id="{8E4177E4-BD89-4116-91D3-4F39B4816ADB}"/>
              </a:ext>
            </a:extLst>
          </p:cNvPr>
          <p:cNvSpPr>
            <a:spLocks xmlns:a="http://schemas.openxmlformats.org/drawingml/2006/main" noGrp="1"/>
          </p:cNvSpPr>
          <p:nvPr/>
        </p:nvSpPr>
        <p:spPr>
          <a:xfrm xmlns:a="http://schemas.openxmlformats.org/drawingml/2006/main">
            <a:off x="6067820" y="3524250"/>
            <a:ext cx="14195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42B36"/>
                </a:solidFill>
                <a:latin typeface="Arial"/>
                <a:ea typeface="Arial"/>
                <a:cs typeface="Arial"/>
              </a:defRPr>
            </a:defPPr>
            <a:lvl1pPr algn="l">
              <a:defRPr sz="1875" b="1">
                <a:solidFill>
                  <a:srgbClr val="142B36"/>
                </a:solidFill>
                <a:latin typeface="Arial"/>
                <a:ea typeface="Arial"/>
                <a:cs typeface="Arial"/>
              </a:defRPr>
            </a:lvl1pPr>
            <a:lvl2pPr algn="l">
              <a:defRPr sz="1875" b="1">
                <a:solidFill>
                  <a:srgbClr val="142B36"/>
                </a:solidFill>
                <a:latin typeface="Arial"/>
                <a:ea typeface="Arial"/>
                <a:cs typeface="Arial"/>
              </a:defRPr>
            </a:lvl2pPr>
            <a:lvl3pPr algn="l">
              <a:defRPr sz="1875" b="1">
                <a:solidFill>
                  <a:srgbClr val="142B36"/>
                </a:solidFill>
                <a:latin typeface="Arial"/>
                <a:ea typeface="Arial"/>
                <a:cs typeface="Arial"/>
              </a:defRPr>
            </a:lvl3pPr>
            <a:lvl4pPr algn="l">
              <a:defRPr sz="1875" b="1">
                <a:solidFill>
                  <a:srgbClr val="142B36"/>
                </a:solidFill>
                <a:latin typeface="Arial"/>
                <a:ea typeface="Arial"/>
                <a:cs typeface="Arial"/>
              </a:defRPr>
            </a:lvl4pPr>
            <a:lvl5pPr algn="l">
              <a:defRPr sz="1875" b="1">
                <a:solidFill>
                  <a:srgbClr val="142B36"/>
                </a:solidFill>
                <a:latin typeface="Arial"/>
                <a:ea typeface="Arial"/>
                <a:cs typeface="Arial"/>
              </a:defRPr>
            </a:lvl5pPr>
            <a:lvl6pPr algn="l">
              <a:defRPr sz="1875" b="1">
                <a:solidFill>
                  <a:srgbClr val="142B36"/>
                </a:solidFill>
                <a:latin typeface="Arial"/>
                <a:ea typeface="Arial"/>
                <a:cs typeface="Arial"/>
              </a:defRPr>
            </a:lvl6pPr>
            <a:lvl7pPr algn="l">
              <a:defRPr sz="1875" b="1">
                <a:solidFill>
                  <a:srgbClr val="142B36"/>
                </a:solidFill>
                <a:latin typeface="Arial"/>
                <a:ea typeface="Arial"/>
                <a:cs typeface="Arial"/>
              </a:defRPr>
            </a:lvl7pPr>
            <a:lvl8pPr algn="l">
              <a:defRPr sz="1875" b="1">
                <a:solidFill>
                  <a:srgbClr val="142B36"/>
                </a:solidFill>
                <a:latin typeface="Arial"/>
                <a:ea typeface="Arial"/>
                <a:cs typeface="Arial"/>
              </a:defRPr>
            </a:lvl8pPr>
            <a:lvl9pPr algn="l">
              <a:defRPr sz="1875" b="1">
                <a:solidFill>
                  <a:srgbClr val="142B36"/>
                </a:solidFill>
                <a:latin typeface="Arial"/>
                <a:ea typeface="Arial"/>
                <a:cs typeface="Arial"/>
              </a:defRPr>
            </a:lvl9pPr>
          </a:lstStyle>
          <a:p xmlns:a="http://schemas.openxmlformats.org/drawingml/2006/main">
            <a:pPr algn="l">
              <a:defRPr sz="1875" b="1">
                <a:solidFill>
                  <a:srgbClr val="142B36"/>
                </a:solidFill>
                <a:latin typeface="Arial"/>
                <a:ea typeface="Arial"/>
                <a:cs typeface="Arial"/>
              </a:defRPr>
            </a:pPr>
            <a:r>
              <a:rPr sz="1875" b="1">
                <a:solidFill>
                  <a:srgbClr val="142B36"/>
                </a:solidFill>
                <a:latin typeface="Arial"/>
                <a:ea typeface="Arial"/>
                <a:cs typeface="Arial"/>
              </a:rPr>
              <a:t>1</a:t>
            </a:r>
          </a:p>
        </p:txBody>
      </p:sp>
      <p:sp>
        <p:nvSpPr>
          <p:cNvPr id="26" name="">
            <a:extLst xmlns:a="http://schemas.openxmlformats.org/drawingml/2006/main">
              <a:ext uri="{FF2B5EF4-FFF2-40B4-BE49-F238E27FC236}">
                <a16:creationId xmlns:a16="http://schemas.microsoft.com/office/drawing/2014/main" id="{270021FA-11A7-4191-8FA3-A3FE3F1319DE}"/>
              </a:ext>
            </a:extLst>
          </p:cNvPr>
          <p:cNvSpPr>
            <a:spLocks xmlns:a="http://schemas.openxmlformats.org/drawingml/2006/main" noGrp="1"/>
          </p:cNvSpPr>
          <p:nvPr/>
        </p:nvSpPr>
        <p:spPr>
          <a:xfrm xmlns:a="http://schemas.openxmlformats.org/drawingml/2006/main">
            <a:off x="5658906" y="3524250"/>
            <a:ext cx="34462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42B36"/>
                </a:solidFill>
                <a:latin typeface="Arial"/>
                <a:ea typeface="Arial"/>
                <a:cs typeface="Arial"/>
              </a:defRPr>
            </a:defPPr>
            <a:lvl1pPr algn="r">
              <a:defRPr sz="1875" b="1">
                <a:solidFill>
                  <a:srgbClr val="142B36"/>
                </a:solidFill>
                <a:latin typeface="Arial"/>
                <a:ea typeface="Arial"/>
                <a:cs typeface="Arial"/>
              </a:defRPr>
            </a:lvl1pPr>
            <a:lvl2pPr algn="r">
              <a:defRPr sz="1875" b="1">
                <a:solidFill>
                  <a:srgbClr val="142B36"/>
                </a:solidFill>
                <a:latin typeface="Arial"/>
                <a:ea typeface="Arial"/>
                <a:cs typeface="Arial"/>
              </a:defRPr>
            </a:lvl2pPr>
            <a:lvl3pPr algn="r">
              <a:defRPr sz="1875" b="1">
                <a:solidFill>
                  <a:srgbClr val="142B36"/>
                </a:solidFill>
                <a:latin typeface="Arial"/>
                <a:ea typeface="Arial"/>
                <a:cs typeface="Arial"/>
              </a:defRPr>
            </a:lvl3pPr>
            <a:lvl4pPr algn="r">
              <a:defRPr sz="1875" b="1">
                <a:solidFill>
                  <a:srgbClr val="142B36"/>
                </a:solidFill>
                <a:latin typeface="Arial"/>
                <a:ea typeface="Arial"/>
                <a:cs typeface="Arial"/>
              </a:defRPr>
            </a:lvl4pPr>
            <a:lvl5pPr algn="r">
              <a:defRPr sz="1875" b="1">
                <a:solidFill>
                  <a:srgbClr val="142B36"/>
                </a:solidFill>
                <a:latin typeface="Arial"/>
                <a:ea typeface="Arial"/>
                <a:cs typeface="Arial"/>
              </a:defRPr>
            </a:lvl5pPr>
            <a:lvl6pPr algn="r">
              <a:defRPr sz="1875" b="1">
                <a:solidFill>
                  <a:srgbClr val="142B36"/>
                </a:solidFill>
                <a:latin typeface="Arial"/>
                <a:ea typeface="Arial"/>
                <a:cs typeface="Arial"/>
              </a:defRPr>
            </a:lvl6pPr>
            <a:lvl7pPr algn="r">
              <a:defRPr sz="1875" b="1">
                <a:solidFill>
                  <a:srgbClr val="142B36"/>
                </a:solidFill>
                <a:latin typeface="Arial"/>
                <a:ea typeface="Arial"/>
                <a:cs typeface="Arial"/>
              </a:defRPr>
            </a:lvl7pPr>
            <a:lvl8pPr algn="r">
              <a:defRPr sz="1875" b="1">
                <a:solidFill>
                  <a:srgbClr val="142B36"/>
                </a:solidFill>
                <a:latin typeface="Arial"/>
                <a:ea typeface="Arial"/>
                <a:cs typeface="Arial"/>
              </a:defRPr>
            </a:lvl8pPr>
            <a:lvl9pPr algn="r">
              <a:defRPr sz="1875" b="1">
                <a:solidFill>
                  <a:srgbClr val="142B36"/>
                </a:solidFill>
                <a:latin typeface="Arial"/>
                <a:ea typeface="Arial"/>
                <a:cs typeface="Arial"/>
              </a:defRPr>
            </a:lvl9pPr>
          </a:lstStyle>
          <a:p xmlns:a="http://schemas.openxmlformats.org/drawingml/2006/main">
            <a:pPr algn="r">
              <a:defRPr sz="1875" b="1">
                <a:solidFill>
                  <a:srgbClr val="142B36"/>
                </a:solidFill>
                <a:latin typeface="Arial"/>
                <a:ea typeface="Arial"/>
                <a:cs typeface="Arial"/>
              </a:defRPr>
            </a:pPr>
            <a:r>
              <a:rPr sz="1875" b="1">
                <a:solidFill>
                  <a:srgbClr val="142B36"/>
                </a:solidFill>
                <a:latin typeface="Arial"/>
                <a:ea typeface="Arial"/>
                <a:cs typeface="Arial"/>
              </a:rPr>
              <a:t>طلب</a:t>
            </a:r>
          </a:p>
        </p:txBody>
      </p:sp>
      <p:sp>
        <p:nvSpPr>
          <p:cNvPr id="27" name="">
            <a:extLst xmlns:a="http://schemas.openxmlformats.org/drawingml/2006/main">
              <a:ext uri="{FF2B5EF4-FFF2-40B4-BE49-F238E27FC236}">
                <a16:creationId xmlns:a16="http://schemas.microsoft.com/office/drawing/2014/main" id="{EB3AB4D8-497B-453D-B80F-D66FFA271621}"/>
              </a:ext>
            </a:extLst>
          </p:cNvPr>
          <p:cNvSpPr>
            <a:spLocks xmlns:a="http://schemas.openxmlformats.org/drawingml/2006/main" noGrp="1"/>
          </p:cNvSpPr>
          <p:nvPr/>
        </p:nvSpPr>
        <p:spPr>
          <a:xfrm xmlns:a="http://schemas.openxmlformats.org/drawingml/2006/main">
            <a:off x="5120697" y="3524250"/>
            <a:ext cx="47391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42B36"/>
                </a:solidFill>
                <a:latin typeface="Arial"/>
                <a:ea typeface="Arial"/>
                <a:cs typeface="Arial"/>
              </a:defRPr>
            </a:defPPr>
            <a:lvl1pPr algn="r">
              <a:defRPr sz="1875" b="1">
                <a:solidFill>
                  <a:srgbClr val="142B36"/>
                </a:solidFill>
                <a:latin typeface="Arial"/>
                <a:ea typeface="Arial"/>
                <a:cs typeface="Arial"/>
              </a:defRPr>
            </a:lvl1pPr>
            <a:lvl2pPr algn="r">
              <a:defRPr sz="1875" b="1">
                <a:solidFill>
                  <a:srgbClr val="142B36"/>
                </a:solidFill>
                <a:latin typeface="Arial"/>
                <a:ea typeface="Arial"/>
                <a:cs typeface="Arial"/>
              </a:defRPr>
            </a:lvl2pPr>
            <a:lvl3pPr algn="r">
              <a:defRPr sz="1875" b="1">
                <a:solidFill>
                  <a:srgbClr val="142B36"/>
                </a:solidFill>
                <a:latin typeface="Arial"/>
                <a:ea typeface="Arial"/>
                <a:cs typeface="Arial"/>
              </a:defRPr>
            </a:lvl3pPr>
            <a:lvl4pPr algn="r">
              <a:defRPr sz="1875" b="1">
                <a:solidFill>
                  <a:srgbClr val="142B36"/>
                </a:solidFill>
                <a:latin typeface="Arial"/>
                <a:ea typeface="Arial"/>
                <a:cs typeface="Arial"/>
              </a:defRPr>
            </a:lvl4pPr>
            <a:lvl5pPr algn="r">
              <a:defRPr sz="1875" b="1">
                <a:solidFill>
                  <a:srgbClr val="142B36"/>
                </a:solidFill>
                <a:latin typeface="Arial"/>
                <a:ea typeface="Arial"/>
                <a:cs typeface="Arial"/>
              </a:defRPr>
            </a:lvl5pPr>
            <a:lvl6pPr algn="r">
              <a:defRPr sz="1875" b="1">
                <a:solidFill>
                  <a:srgbClr val="142B36"/>
                </a:solidFill>
                <a:latin typeface="Arial"/>
                <a:ea typeface="Arial"/>
                <a:cs typeface="Arial"/>
              </a:defRPr>
            </a:lvl6pPr>
            <a:lvl7pPr algn="r">
              <a:defRPr sz="1875" b="1">
                <a:solidFill>
                  <a:srgbClr val="142B36"/>
                </a:solidFill>
                <a:latin typeface="Arial"/>
                <a:ea typeface="Arial"/>
                <a:cs typeface="Arial"/>
              </a:defRPr>
            </a:lvl7pPr>
            <a:lvl8pPr algn="r">
              <a:defRPr sz="1875" b="1">
                <a:solidFill>
                  <a:srgbClr val="142B36"/>
                </a:solidFill>
                <a:latin typeface="Arial"/>
                <a:ea typeface="Arial"/>
                <a:cs typeface="Arial"/>
              </a:defRPr>
            </a:lvl8pPr>
            <a:lvl9pPr algn="r">
              <a:defRPr sz="1875" b="1">
                <a:solidFill>
                  <a:srgbClr val="142B36"/>
                </a:solidFill>
                <a:latin typeface="Arial"/>
                <a:ea typeface="Arial"/>
                <a:cs typeface="Arial"/>
              </a:defRPr>
            </a:lvl9pPr>
          </a:lstStyle>
          <a:p xmlns:a="http://schemas.openxmlformats.org/drawingml/2006/main">
            <a:pPr algn="r">
              <a:defRPr sz="1875" b="1">
                <a:solidFill>
                  <a:srgbClr val="142B36"/>
                </a:solidFill>
                <a:latin typeface="Arial"/>
                <a:ea typeface="Arial"/>
                <a:cs typeface="Arial"/>
              </a:defRPr>
            </a:pPr>
            <a:r>
              <a:rPr sz="1875" b="1">
                <a:solidFill>
                  <a:srgbClr val="142B36"/>
                </a:solidFill>
                <a:latin typeface="Arial"/>
                <a:ea typeface="Arial"/>
                <a:cs typeface="Arial"/>
              </a:rPr>
              <a:t>التقييم</a:t>
            </a:r>
          </a:p>
        </p:txBody>
      </p:sp>
      <p:sp>
        <p:nvSpPr>
          <p:cNvPr id="28" name="">
            <a:extLst xmlns:a="http://schemas.openxmlformats.org/drawingml/2006/main">
              <a:ext uri="{FF2B5EF4-FFF2-40B4-BE49-F238E27FC236}">
                <a16:creationId xmlns:a16="http://schemas.microsoft.com/office/drawing/2014/main" id="{8DBBFF12-1690-4552-8861-E74D169A38DD}"/>
              </a:ext>
            </a:extLst>
          </p:cNvPr>
          <p:cNvSpPr>
            <a:spLocks xmlns:a="http://schemas.openxmlformats.org/drawingml/2006/main" noGrp="1"/>
          </p:cNvSpPr>
          <p:nvPr/>
        </p:nvSpPr>
        <p:spPr>
          <a:xfrm xmlns:a="http://schemas.openxmlformats.org/drawingml/2006/main">
            <a:off x="4939443" y="3524250"/>
            <a:ext cx="116960"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42B36"/>
                </a:solidFill>
                <a:latin typeface="Arial"/>
                <a:ea typeface="Arial"/>
                <a:cs typeface="Arial"/>
              </a:defRPr>
            </a:defPPr>
            <a:lvl1pPr algn="r">
              <a:defRPr sz="1875" b="1">
                <a:solidFill>
                  <a:srgbClr val="142B36"/>
                </a:solidFill>
                <a:latin typeface="Arial"/>
                <a:ea typeface="Arial"/>
                <a:cs typeface="Arial"/>
              </a:defRPr>
            </a:lvl1pPr>
            <a:lvl2pPr algn="r">
              <a:defRPr sz="1875" b="1">
                <a:solidFill>
                  <a:srgbClr val="142B36"/>
                </a:solidFill>
                <a:latin typeface="Arial"/>
                <a:ea typeface="Arial"/>
                <a:cs typeface="Arial"/>
              </a:defRPr>
            </a:lvl2pPr>
            <a:lvl3pPr algn="r">
              <a:defRPr sz="1875" b="1">
                <a:solidFill>
                  <a:srgbClr val="142B36"/>
                </a:solidFill>
                <a:latin typeface="Arial"/>
                <a:ea typeface="Arial"/>
                <a:cs typeface="Arial"/>
              </a:defRPr>
            </a:lvl3pPr>
            <a:lvl4pPr algn="r">
              <a:defRPr sz="1875" b="1">
                <a:solidFill>
                  <a:srgbClr val="142B36"/>
                </a:solidFill>
                <a:latin typeface="Arial"/>
                <a:ea typeface="Arial"/>
                <a:cs typeface="Arial"/>
              </a:defRPr>
            </a:lvl4pPr>
            <a:lvl5pPr algn="r">
              <a:defRPr sz="1875" b="1">
                <a:solidFill>
                  <a:srgbClr val="142B36"/>
                </a:solidFill>
                <a:latin typeface="Arial"/>
                <a:ea typeface="Arial"/>
                <a:cs typeface="Arial"/>
              </a:defRPr>
            </a:lvl5pPr>
            <a:lvl6pPr algn="r">
              <a:defRPr sz="1875" b="1">
                <a:solidFill>
                  <a:srgbClr val="142B36"/>
                </a:solidFill>
                <a:latin typeface="Arial"/>
                <a:ea typeface="Arial"/>
                <a:cs typeface="Arial"/>
              </a:defRPr>
            </a:lvl6pPr>
            <a:lvl7pPr algn="r">
              <a:defRPr sz="1875" b="1">
                <a:solidFill>
                  <a:srgbClr val="142B36"/>
                </a:solidFill>
                <a:latin typeface="Arial"/>
                <a:ea typeface="Arial"/>
                <a:cs typeface="Arial"/>
              </a:defRPr>
            </a:lvl7pPr>
            <a:lvl8pPr algn="r">
              <a:defRPr sz="1875" b="1">
                <a:solidFill>
                  <a:srgbClr val="142B36"/>
                </a:solidFill>
                <a:latin typeface="Arial"/>
                <a:ea typeface="Arial"/>
                <a:cs typeface="Arial"/>
              </a:defRPr>
            </a:lvl8pPr>
            <a:lvl9pPr algn="r">
              <a:defRPr sz="1875" b="1">
                <a:solidFill>
                  <a:srgbClr val="142B36"/>
                </a:solidFill>
                <a:latin typeface="Arial"/>
                <a:ea typeface="Arial"/>
                <a:cs typeface="Arial"/>
              </a:defRPr>
            </a:lvl9pPr>
          </a:lstStyle>
          <a:p xmlns:a="http://schemas.openxmlformats.org/drawingml/2006/main">
            <a:pPr algn="r">
              <a:defRPr sz="1875" b="1">
                <a:solidFill>
                  <a:srgbClr val="142B36"/>
                </a:solidFill>
                <a:latin typeface="Arial"/>
                <a:ea typeface="Arial"/>
                <a:cs typeface="Arial"/>
              </a:defRPr>
            </a:pPr>
            <a:r>
              <a:rPr sz="1875" b="1">
                <a:solidFill>
                  <a:srgbClr val="142B36"/>
                </a:solidFill>
                <a:latin typeface="Arial"/>
                <a:ea typeface="Arial"/>
                <a:cs typeface="Arial"/>
              </a:rPr>
              <a:t>و</a:t>
            </a:r>
          </a:p>
        </p:txBody>
      </p:sp>
      <p:sp>
        <p:nvSpPr>
          <p:cNvPr id="29" name="">
            <a:extLst xmlns:a="http://schemas.openxmlformats.org/drawingml/2006/main">
              <a:ext uri="{FF2B5EF4-FFF2-40B4-BE49-F238E27FC236}">
                <a16:creationId xmlns:a16="http://schemas.microsoft.com/office/drawing/2014/main" id="{58523A8E-09EE-4B8F-8D7E-7CEB6B0EB8F5}"/>
              </a:ext>
            </a:extLst>
          </p:cNvPr>
          <p:cNvSpPr>
            <a:spLocks xmlns:a="http://schemas.openxmlformats.org/drawingml/2006/main" noGrp="1"/>
          </p:cNvSpPr>
          <p:nvPr/>
        </p:nvSpPr>
        <p:spPr>
          <a:xfrm xmlns:a="http://schemas.openxmlformats.org/drawingml/2006/main">
            <a:off x="4733190" y="3524250"/>
            <a:ext cx="14195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42B36"/>
                </a:solidFill>
                <a:latin typeface="Arial"/>
                <a:ea typeface="Arial"/>
                <a:cs typeface="Arial"/>
              </a:defRPr>
            </a:defPPr>
            <a:lvl1pPr algn="l">
              <a:defRPr sz="1875" b="1">
                <a:solidFill>
                  <a:srgbClr val="142B36"/>
                </a:solidFill>
                <a:latin typeface="Arial"/>
                <a:ea typeface="Arial"/>
                <a:cs typeface="Arial"/>
              </a:defRPr>
            </a:lvl1pPr>
            <a:lvl2pPr algn="l">
              <a:defRPr sz="1875" b="1">
                <a:solidFill>
                  <a:srgbClr val="142B36"/>
                </a:solidFill>
                <a:latin typeface="Arial"/>
                <a:ea typeface="Arial"/>
                <a:cs typeface="Arial"/>
              </a:defRPr>
            </a:lvl2pPr>
            <a:lvl3pPr algn="l">
              <a:defRPr sz="1875" b="1">
                <a:solidFill>
                  <a:srgbClr val="142B36"/>
                </a:solidFill>
                <a:latin typeface="Arial"/>
                <a:ea typeface="Arial"/>
                <a:cs typeface="Arial"/>
              </a:defRPr>
            </a:lvl3pPr>
            <a:lvl4pPr algn="l">
              <a:defRPr sz="1875" b="1">
                <a:solidFill>
                  <a:srgbClr val="142B36"/>
                </a:solidFill>
                <a:latin typeface="Arial"/>
                <a:ea typeface="Arial"/>
                <a:cs typeface="Arial"/>
              </a:defRPr>
            </a:lvl4pPr>
            <a:lvl5pPr algn="l">
              <a:defRPr sz="1875" b="1">
                <a:solidFill>
                  <a:srgbClr val="142B36"/>
                </a:solidFill>
                <a:latin typeface="Arial"/>
                <a:ea typeface="Arial"/>
                <a:cs typeface="Arial"/>
              </a:defRPr>
            </a:lvl5pPr>
            <a:lvl6pPr algn="l">
              <a:defRPr sz="1875" b="1">
                <a:solidFill>
                  <a:srgbClr val="142B36"/>
                </a:solidFill>
                <a:latin typeface="Arial"/>
                <a:ea typeface="Arial"/>
                <a:cs typeface="Arial"/>
              </a:defRPr>
            </a:lvl6pPr>
            <a:lvl7pPr algn="l">
              <a:defRPr sz="1875" b="1">
                <a:solidFill>
                  <a:srgbClr val="142B36"/>
                </a:solidFill>
                <a:latin typeface="Arial"/>
                <a:ea typeface="Arial"/>
                <a:cs typeface="Arial"/>
              </a:defRPr>
            </a:lvl7pPr>
            <a:lvl8pPr algn="l">
              <a:defRPr sz="1875" b="1">
                <a:solidFill>
                  <a:srgbClr val="142B36"/>
                </a:solidFill>
                <a:latin typeface="Arial"/>
                <a:ea typeface="Arial"/>
                <a:cs typeface="Arial"/>
              </a:defRPr>
            </a:lvl8pPr>
            <a:lvl9pPr algn="l">
              <a:defRPr sz="1875" b="1">
                <a:solidFill>
                  <a:srgbClr val="142B36"/>
                </a:solidFill>
                <a:latin typeface="Arial"/>
                <a:ea typeface="Arial"/>
                <a:cs typeface="Arial"/>
              </a:defRPr>
            </a:lvl9pPr>
          </a:lstStyle>
          <a:p xmlns:a="http://schemas.openxmlformats.org/drawingml/2006/main">
            <a:pPr algn="l">
              <a:defRPr sz="1875" b="1">
                <a:solidFill>
                  <a:srgbClr val="142B36"/>
                </a:solidFill>
                <a:latin typeface="Arial"/>
                <a:ea typeface="Arial"/>
                <a:cs typeface="Arial"/>
              </a:defRPr>
            </a:pPr>
            <a:r>
              <a:rPr sz="1875" b="1">
                <a:solidFill>
                  <a:srgbClr val="142B36"/>
                </a:solidFill>
                <a:latin typeface="Arial"/>
                <a:ea typeface="Arial"/>
                <a:cs typeface="Arial"/>
              </a:rPr>
              <a:t>7</a:t>
            </a:r>
          </a:p>
        </p:txBody>
      </p:sp>
      <p:sp>
        <p:nvSpPr>
          <p:cNvPr id="30" name="">
            <a:extLst xmlns:a="http://schemas.openxmlformats.org/drawingml/2006/main">
              <a:ext uri="{FF2B5EF4-FFF2-40B4-BE49-F238E27FC236}">
                <a16:creationId xmlns:a16="http://schemas.microsoft.com/office/drawing/2014/main" id="{F34E932A-FCFD-41AD-AB15-E7A70E28D22F}"/>
              </a:ext>
            </a:extLst>
          </p:cNvPr>
          <p:cNvSpPr>
            <a:spLocks xmlns:a="http://schemas.openxmlformats.org/drawingml/2006/main" noGrp="1"/>
          </p:cNvSpPr>
          <p:nvPr/>
        </p:nvSpPr>
        <p:spPr>
          <a:xfrm xmlns:a="http://schemas.openxmlformats.org/drawingml/2006/main">
            <a:off x="4174517" y="3524250"/>
            <a:ext cx="49437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42B36"/>
                </a:solidFill>
                <a:latin typeface="Arial"/>
                <a:ea typeface="Arial"/>
                <a:cs typeface="Arial"/>
              </a:defRPr>
            </a:defPPr>
            <a:lvl1pPr algn="r">
              <a:defRPr sz="1875" b="1">
                <a:solidFill>
                  <a:srgbClr val="142B36"/>
                </a:solidFill>
                <a:latin typeface="Arial"/>
                <a:ea typeface="Arial"/>
                <a:cs typeface="Arial"/>
              </a:defRPr>
            </a:lvl1pPr>
            <a:lvl2pPr algn="r">
              <a:defRPr sz="1875" b="1">
                <a:solidFill>
                  <a:srgbClr val="142B36"/>
                </a:solidFill>
                <a:latin typeface="Arial"/>
                <a:ea typeface="Arial"/>
                <a:cs typeface="Arial"/>
              </a:defRPr>
            </a:lvl2pPr>
            <a:lvl3pPr algn="r">
              <a:defRPr sz="1875" b="1">
                <a:solidFill>
                  <a:srgbClr val="142B36"/>
                </a:solidFill>
                <a:latin typeface="Arial"/>
                <a:ea typeface="Arial"/>
                <a:cs typeface="Arial"/>
              </a:defRPr>
            </a:lvl3pPr>
            <a:lvl4pPr algn="r">
              <a:defRPr sz="1875" b="1">
                <a:solidFill>
                  <a:srgbClr val="142B36"/>
                </a:solidFill>
                <a:latin typeface="Arial"/>
                <a:ea typeface="Arial"/>
                <a:cs typeface="Arial"/>
              </a:defRPr>
            </a:lvl4pPr>
            <a:lvl5pPr algn="r">
              <a:defRPr sz="1875" b="1">
                <a:solidFill>
                  <a:srgbClr val="142B36"/>
                </a:solidFill>
                <a:latin typeface="Arial"/>
                <a:ea typeface="Arial"/>
                <a:cs typeface="Arial"/>
              </a:defRPr>
            </a:lvl5pPr>
            <a:lvl6pPr algn="r">
              <a:defRPr sz="1875" b="1">
                <a:solidFill>
                  <a:srgbClr val="142B36"/>
                </a:solidFill>
                <a:latin typeface="Arial"/>
                <a:ea typeface="Arial"/>
                <a:cs typeface="Arial"/>
              </a:defRPr>
            </a:lvl6pPr>
            <a:lvl7pPr algn="r">
              <a:defRPr sz="1875" b="1">
                <a:solidFill>
                  <a:srgbClr val="142B36"/>
                </a:solidFill>
                <a:latin typeface="Arial"/>
                <a:ea typeface="Arial"/>
                <a:cs typeface="Arial"/>
              </a:defRPr>
            </a:lvl7pPr>
            <a:lvl8pPr algn="r">
              <a:defRPr sz="1875" b="1">
                <a:solidFill>
                  <a:srgbClr val="142B36"/>
                </a:solidFill>
                <a:latin typeface="Arial"/>
                <a:ea typeface="Arial"/>
                <a:cs typeface="Arial"/>
              </a:defRPr>
            </a:lvl8pPr>
            <a:lvl9pPr algn="r">
              <a:defRPr sz="1875" b="1">
                <a:solidFill>
                  <a:srgbClr val="142B36"/>
                </a:solidFill>
                <a:latin typeface="Arial"/>
                <a:ea typeface="Arial"/>
                <a:cs typeface="Arial"/>
              </a:defRPr>
            </a:lvl9pPr>
          </a:lstStyle>
          <a:p xmlns:a="http://schemas.openxmlformats.org/drawingml/2006/main">
            <a:pPr algn="r">
              <a:defRPr sz="1875" b="1">
                <a:solidFill>
                  <a:srgbClr val="142B36"/>
                </a:solidFill>
                <a:latin typeface="Arial"/>
                <a:ea typeface="Arial"/>
                <a:cs typeface="Arial"/>
              </a:defRPr>
            </a:pPr>
            <a:r>
              <a:rPr sz="1875" b="1">
                <a:solidFill>
                  <a:srgbClr val="142B36"/>
                </a:solidFill>
                <a:latin typeface="Arial"/>
                <a:ea typeface="Arial"/>
                <a:cs typeface="Arial"/>
              </a:rPr>
              <a:t>عرض</a:t>
            </a:r>
          </a:p>
        </p:txBody>
      </p:sp>
      <p:sp>
        <p:nvSpPr>
          <p:cNvPr id="31" name="">
            <a:extLst xmlns:a="http://schemas.openxmlformats.org/drawingml/2006/main">
              <a:ext uri="{FF2B5EF4-FFF2-40B4-BE49-F238E27FC236}">
                <a16:creationId xmlns:a16="http://schemas.microsoft.com/office/drawing/2014/main" id="{CEBC9771-8DAB-4D8C-B1EF-D77F053587F6}"/>
              </a:ext>
            </a:extLst>
          </p:cNvPr>
          <p:cNvSpPr>
            <a:spLocks xmlns:a="http://schemas.openxmlformats.org/drawingml/2006/main" noGrp="1"/>
          </p:cNvSpPr>
          <p:nvPr/>
        </p:nvSpPr>
        <p:spPr>
          <a:xfrm xmlns:a="http://schemas.openxmlformats.org/drawingml/2006/main">
            <a:off x="3610496" y="3524250"/>
            <a:ext cx="499728"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42B36"/>
                </a:solidFill>
                <a:latin typeface="Arial"/>
                <a:ea typeface="Arial"/>
                <a:cs typeface="Arial"/>
              </a:defRPr>
            </a:defPPr>
            <a:lvl1pPr algn="r">
              <a:defRPr sz="1875" b="1">
                <a:solidFill>
                  <a:srgbClr val="142B36"/>
                </a:solidFill>
                <a:latin typeface="Arial"/>
                <a:ea typeface="Arial"/>
                <a:cs typeface="Arial"/>
              </a:defRPr>
            </a:lvl1pPr>
            <a:lvl2pPr algn="r">
              <a:defRPr sz="1875" b="1">
                <a:solidFill>
                  <a:srgbClr val="142B36"/>
                </a:solidFill>
                <a:latin typeface="Arial"/>
                <a:ea typeface="Arial"/>
                <a:cs typeface="Arial"/>
              </a:defRPr>
            </a:lvl2pPr>
            <a:lvl3pPr algn="r">
              <a:defRPr sz="1875" b="1">
                <a:solidFill>
                  <a:srgbClr val="142B36"/>
                </a:solidFill>
                <a:latin typeface="Arial"/>
                <a:ea typeface="Arial"/>
                <a:cs typeface="Arial"/>
              </a:defRPr>
            </a:lvl3pPr>
            <a:lvl4pPr algn="r">
              <a:defRPr sz="1875" b="1">
                <a:solidFill>
                  <a:srgbClr val="142B36"/>
                </a:solidFill>
                <a:latin typeface="Arial"/>
                <a:ea typeface="Arial"/>
                <a:cs typeface="Arial"/>
              </a:defRPr>
            </a:lvl4pPr>
            <a:lvl5pPr algn="r">
              <a:defRPr sz="1875" b="1">
                <a:solidFill>
                  <a:srgbClr val="142B36"/>
                </a:solidFill>
                <a:latin typeface="Arial"/>
                <a:ea typeface="Arial"/>
                <a:cs typeface="Arial"/>
              </a:defRPr>
            </a:lvl5pPr>
            <a:lvl6pPr algn="r">
              <a:defRPr sz="1875" b="1">
                <a:solidFill>
                  <a:srgbClr val="142B36"/>
                </a:solidFill>
                <a:latin typeface="Arial"/>
                <a:ea typeface="Arial"/>
                <a:cs typeface="Arial"/>
              </a:defRPr>
            </a:lvl6pPr>
            <a:lvl7pPr algn="r">
              <a:defRPr sz="1875" b="1">
                <a:solidFill>
                  <a:srgbClr val="142B36"/>
                </a:solidFill>
                <a:latin typeface="Arial"/>
                <a:ea typeface="Arial"/>
                <a:cs typeface="Arial"/>
              </a:defRPr>
            </a:lvl7pPr>
            <a:lvl8pPr algn="r">
              <a:defRPr sz="1875" b="1">
                <a:solidFill>
                  <a:srgbClr val="142B36"/>
                </a:solidFill>
                <a:latin typeface="Arial"/>
                <a:ea typeface="Arial"/>
                <a:cs typeface="Arial"/>
              </a:defRPr>
            </a:lvl8pPr>
            <a:lvl9pPr algn="r">
              <a:defRPr sz="1875" b="1">
                <a:solidFill>
                  <a:srgbClr val="142B36"/>
                </a:solidFill>
                <a:latin typeface="Arial"/>
                <a:ea typeface="Arial"/>
                <a:cs typeface="Arial"/>
              </a:defRPr>
            </a:lvl9pPr>
          </a:lstStyle>
          <a:p xmlns:a="http://schemas.openxmlformats.org/drawingml/2006/main">
            <a:pPr algn="r">
              <a:defRPr sz="1875" b="1">
                <a:solidFill>
                  <a:srgbClr val="142B36"/>
                </a:solidFill>
                <a:latin typeface="Arial"/>
                <a:ea typeface="Arial"/>
                <a:cs typeface="Arial"/>
              </a:defRPr>
            </a:pPr>
            <a:r>
              <a:rPr sz="1875" b="1">
                <a:solidFill>
                  <a:srgbClr val="142B36"/>
                </a:solidFill>
                <a:latin typeface="Arial"/>
                <a:ea typeface="Arial"/>
                <a:cs typeface="Arial"/>
              </a:rPr>
              <a:t>النتائج</a:t>
            </a:r>
          </a:p>
        </p:txBody>
      </p:sp>
      <p:sp>
        <p:nvSpPr>
          <p:cNvPr id="32" name="">
            <a:extLst xmlns:a="http://schemas.openxmlformats.org/drawingml/2006/main">
              <a:ext uri="{FF2B5EF4-FFF2-40B4-BE49-F238E27FC236}">
                <a16:creationId xmlns:a16="http://schemas.microsoft.com/office/drawing/2014/main" id="{93F04029-A9DE-40A8-866B-B6D95AE8BD37}"/>
              </a:ext>
            </a:extLst>
          </p:cNvPr>
          <p:cNvSpPr>
            <a:spLocks xmlns:a="http://schemas.openxmlformats.org/drawingml/2006/main" noGrp="1"/>
          </p:cNvSpPr>
          <p:nvPr/>
        </p:nvSpPr>
        <p:spPr>
          <a:xfrm xmlns:a="http://schemas.openxmlformats.org/drawingml/2006/main">
            <a:off x="8096250" y="3143250"/>
            <a:ext cx="4095750" cy="76200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33" name="">
            <a:extLst xmlns:a="http://schemas.openxmlformats.org/drawingml/2006/main">
              <a:ext uri="{FF2B5EF4-FFF2-40B4-BE49-F238E27FC236}">
                <a16:creationId xmlns:a16="http://schemas.microsoft.com/office/drawing/2014/main" id="{1235710F-90A8-4123-9EA5-873808F7F01F}"/>
              </a:ext>
            </a:extLst>
          </p:cNvPr>
          <p:cNvSpPr>
            <a:spLocks xmlns:a="http://schemas.openxmlformats.org/drawingml/2006/main" noGrp="1"/>
          </p:cNvSpPr>
          <p:nvPr/>
        </p:nvSpPr>
        <p:spPr>
          <a:xfrm xmlns:a="http://schemas.openxmlformats.org/drawingml/2006/main">
            <a:off x="9475910" y="3178969"/>
            <a:ext cx="134595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42B36"/>
                </a:solidFill>
                <a:latin typeface="Arial"/>
                <a:ea typeface="Arial"/>
                <a:cs typeface="Arial"/>
              </a:defRPr>
            </a:defPPr>
            <a:lvl1pPr algn="l">
              <a:defRPr sz="1875" b="1">
                <a:solidFill>
                  <a:srgbClr val="142B36"/>
                </a:solidFill>
                <a:latin typeface="Arial"/>
                <a:ea typeface="Arial"/>
                <a:cs typeface="Arial"/>
              </a:defRPr>
            </a:lvl1pPr>
            <a:lvl2pPr algn="l">
              <a:defRPr sz="1875" b="1">
                <a:solidFill>
                  <a:srgbClr val="142B36"/>
                </a:solidFill>
                <a:latin typeface="Arial"/>
                <a:ea typeface="Arial"/>
                <a:cs typeface="Arial"/>
              </a:defRPr>
            </a:lvl2pPr>
            <a:lvl3pPr algn="l">
              <a:defRPr sz="1875" b="1">
                <a:solidFill>
                  <a:srgbClr val="142B36"/>
                </a:solidFill>
                <a:latin typeface="Arial"/>
                <a:ea typeface="Arial"/>
                <a:cs typeface="Arial"/>
              </a:defRPr>
            </a:lvl3pPr>
            <a:lvl4pPr algn="l">
              <a:defRPr sz="1875" b="1">
                <a:solidFill>
                  <a:srgbClr val="142B36"/>
                </a:solidFill>
                <a:latin typeface="Arial"/>
                <a:ea typeface="Arial"/>
                <a:cs typeface="Arial"/>
              </a:defRPr>
            </a:lvl4pPr>
            <a:lvl5pPr algn="l">
              <a:defRPr sz="1875" b="1">
                <a:solidFill>
                  <a:srgbClr val="142B36"/>
                </a:solidFill>
                <a:latin typeface="Arial"/>
                <a:ea typeface="Arial"/>
                <a:cs typeface="Arial"/>
              </a:defRPr>
            </a:lvl5pPr>
            <a:lvl6pPr algn="l">
              <a:defRPr sz="1875" b="1">
                <a:solidFill>
                  <a:srgbClr val="142B36"/>
                </a:solidFill>
                <a:latin typeface="Arial"/>
                <a:ea typeface="Arial"/>
                <a:cs typeface="Arial"/>
              </a:defRPr>
            </a:lvl6pPr>
            <a:lvl7pPr algn="l">
              <a:defRPr sz="1875" b="1">
                <a:solidFill>
                  <a:srgbClr val="142B36"/>
                </a:solidFill>
                <a:latin typeface="Arial"/>
                <a:ea typeface="Arial"/>
                <a:cs typeface="Arial"/>
              </a:defRPr>
            </a:lvl7pPr>
            <a:lvl8pPr algn="l">
              <a:defRPr sz="1875" b="1">
                <a:solidFill>
                  <a:srgbClr val="142B36"/>
                </a:solidFill>
                <a:latin typeface="Arial"/>
                <a:ea typeface="Arial"/>
                <a:cs typeface="Arial"/>
              </a:defRPr>
            </a:lvl8pPr>
            <a:lvl9pPr algn="l">
              <a:defRPr sz="1875" b="1">
                <a:solidFill>
                  <a:srgbClr val="142B36"/>
                </a:solidFill>
                <a:latin typeface="Arial"/>
                <a:ea typeface="Arial"/>
                <a:cs typeface="Arial"/>
              </a:defRPr>
            </a:lvl9pPr>
          </a:lstStyle>
          <a:p xmlns:a="http://schemas.openxmlformats.org/drawingml/2006/main">
            <a:pPr algn="l">
              <a:defRPr sz="1875" b="1">
                <a:solidFill>
                  <a:srgbClr val="142B36"/>
                </a:solidFill>
                <a:latin typeface="Arial"/>
                <a:ea typeface="Arial"/>
                <a:cs typeface="Arial"/>
              </a:defRPr>
            </a:pPr>
            <a:r>
              <a:rPr sz="1875" b="1">
                <a:solidFill>
                  <a:srgbClr val="142B36"/>
                </a:solidFill>
                <a:latin typeface="Arial"/>
                <a:ea typeface="Arial"/>
                <a:cs typeface="Arial"/>
              </a:rPr>
              <a:t>Worker · C#</a:t>
            </a:r>
          </a:p>
        </p:txBody>
      </p:sp>
      <p:sp>
        <p:nvSpPr>
          <p:cNvPr id="34" name="">
            <a:extLst xmlns:a="http://schemas.openxmlformats.org/drawingml/2006/main">
              <a:ext uri="{FF2B5EF4-FFF2-40B4-BE49-F238E27FC236}">
                <a16:creationId xmlns:a16="http://schemas.microsoft.com/office/drawing/2014/main" id="{ECEF0D46-0529-4B2E-9AF3-390710F298C5}"/>
              </a:ext>
            </a:extLst>
          </p:cNvPr>
          <p:cNvSpPr>
            <a:spLocks xmlns:a="http://schemas.openxmlformats.org/drawingml/2006/main" noGrp="1"/>
          </p:cNvSpPr>
          <p:nvPr/>
        </p:nvSpPr>
        <p:spPr>
          <a:xfrm xmlns:a="http://schemas.openxmlformats.org/drawingml/2006/main">
            <a:off x="10918475" y="3524250"/>
            <a:ext cx="141959"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42B36"/>
                </a:solidFill>
                <a:latin typeface="Arial"/>
                <a:ea typeface="Arial"/>
                <a:cs typeface="Arial"/>
              </a:defRPr>
            </a:defPPr>
            <a:lvl1pPr algn="l">
              <a:defRPr sz="1875" b="1">
                <a:solidFill>
                  <a:srgbClr val="142B36"/>
                </a:solidFill>
                <a:latin typeface="Arial"/>
                <a:ea typeface="Arial"/>
                <a:cs typeface="Arial"/>
              </a:defRPr>
            </a:lvl1pPr>
            <a:lvl2pPr algn="l">
              <a:defRPr sz="1875" b="1">
                <a:solidFill>
                  <a:srgbClr val="142B36"/>
                </a:solidFill>
                <a:latin typeface="Arial"/>
                <a:ea typeface="Arial"/>
                <a:cs typeface="Arial"/>
              </a:defRPr>
            </a:lvl2pPr>
            <a:lvl3pPr algn="l">
              <a:defRPr sz="1875" b="1">
                <a:solidFill>
                  <a:srgbClr val="142B36"/>
                </a:solidFill>
                <a:latin typeface="Arial"/>
                <a:ea typeface="Arial"/>
                <a:cs typeface="Arial"/>
              </a:defRPr>
            </a:lvl3pPr>
            <a:lvl4pPr algn="l">
              <a:defRPr sz="1875" b="1">
                <a:solidFill>
                  <a:srgbClr val="142B36"/>
                </a:solidFill>
                <a:latin typeface="Arial"/>
                <a:ea typeface="Arial"/>
                <a:cs typeface="Arial"/>
              </a:defRPr>
            </a:lvl4pPr>
            <a:lvl5pPr algn="l">
              <a:defRPr sz="1875" b="1">
                <a:solidFill>
                  <a:srgbClr val="142B36"/>
                </a:solidFill>
                <a:latin typeface="Arial"/>
                <a:ea typeface="Arial"/>
                <a:cs typeface="Arial"/>
              </a:defRPr>
            </a:lvl5pPr>
            <a:lvl6pPr algn="l">
              <a:defRPr sz="1875" b="1">
                <a:solidFill>
                  <a:srgbClr val="142B36"/>
                </a:solidFill>
                <a:latin typeface="Arial"/>
                <a:ea typeface="Arial"/>
                <a:cs typeface="Arial"/>
              </a:defRPr>
            </a:lvl6pPr>
            <a:lvl7pPr algn="l">
              <a:defRPr sz="1875" b="1">
                <a:solidFill>
                  <a:srgbClr val="142B36"/>
                </a:solidFill>
                <a:latin typeface="Arial"/>
                <a:ea typeface="Arial"/>
                <a:cs typeface="Arial"/>
              </a:defRPr>
            </a:lvl7pPr>
            <a:lvl8pPr algn="l">
              <a:defRPr sz="1875" b="1">
                <a:solidFill>
                  <a:srgbClr val="142B36"/>
                </a:solidFill>
                <a:latin typeface="Arial"/>
                <a:ea typeface="Arial"/>
                <a:cs typeface="Arial"/>
              </a:defRPr>
            </a:lvl8pPr>
            <a:lvl9pPr algn="l">
              <a:defRPr sz="1875" b="1">
                <a:solidFill>
                  <a:srgbClr val="142B36"/>
                </a:solidFill>
                <a:latin typeface="Arial"/>
                <a:ea typeface="Arial"/>
                <a:cs typeface="Arial"/>
              </a:defRPr>
            </a:lvl9pPr>
          </a:lstStyle>
          <a:p xmlns:a="http://schemas.openxmlformats.org/drawingml/2006/main">
            <a:pPr algn="l">
              <a:defRPr sz="1875" b="1">
                <a:solidFill>
                  <a:srgbClr val="142B36"/>
                </a:solidFill>
                <a:latin typeface="Arial"/>
                <a:ea typeface="Arial"/>
                <a:cs typeface="Arial"/>
              </a:defRPr>
            </a:pPr>
            <a:r>
              <a:rPr sz="1875" b="1">
                <a:solidFill>
                  <a:srgbClr val="142B36"/>
                </a:solidFill>
                <a:latin typeface="Arial"/>
                <a:ea typeface="Arial"/>
                <a:cs typeface="Arial"/>
              </a:rPr>
              <a:t>3</a:t>
            </a:r>
          </a:p>
        </p:txBody>
      </p:sp>
      <p:sp>
        <p:nvSpPr>
          <p:cNvPr id="35" name="">
            <a:extLst xmlns:a="http://schemas.openxmlformats.org/drawingml/2006/main">
              <a:ext uri="{FF2B5EF4-FFF2-40B4-BE49-F238E27FC236}">
                <a16:creationId xmlns:a16="http://schemas.microsoft.com/office/drawing/2014/main" id="{803FAA8B-E486-498C-B85D-0615F26988F1}"/>
              </a:ext>
            </a:extLst>
          </p:cNvPr>
          <p:cNvSpPr>
            <a:spLocks xmlns:a="http://schemas.openxmlformats.org/drawingml/2006/main" noGrp="1"/>
          </p:cNvSpPr>
          <p:nvPr/>
        </p:nvSpPr>
        <p:spPr>
          <a:xfrm xmlns:a="http://schemas.openxmlformats.org/drawingml/2006/main">
            <a:off x="10420497" y="3524250"/>
            <a:ext cx="43368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42B36"/>
                </a:solidFill>
                <a:latin typeface="Arial"/>
                <a:ea typeface="Arial"/>
                <a:cs typeface="Arial"/>
              </a:defRPr>
            </a:defPPr>
            <a:lvl1pPr algn="r">
              <a:defRPr sz="1875" b="1">
                <a:solidFill>
                  <a:srgbClr val="142B36"/>
                </a:solidFill>
                <a:latin typeface="Arial"/>
                <a:ea typeface="Arial"/>
                <a:cs typeface="Arial"/>
              </a:defRPr>
            </a:lvl1pPr>
            <a:lvl2pPr algn="r">
              <a:defRPr sz="1875" b="1">
                <a:solidFill>
                  <a:srgbClr val="142B36"/>
                </a:solidFill>
                <a:latin typeface="Arial"/>
                <a:ea typeface="Arial"/>
                <a:cs typeface="Arial"/>
              </a:defRPr>
            </a:lvl2pPr>
            <a:lvl3pPr algn="r">
              <a:defRPr sz="1875" b="1">
                <a:solidFill>
                  <a:srgbClr val="142B36"/>
                </a:solidFill>
                <a:latin typeface="Arial"/>
                <a:ea typeface="Arial"/>
                <a:cs typeface="Arial"/>
              </a:defRPr>
            </a:lvl3pPr>
            <a:lvl4pPr algn="r">
              <a:defRPr sz="1875" b="1">
                <a:solidFill>
                  <a:srgbClr val="142B36"/>
                </a:solidFill>
                <a:latin typeface="Arial"/>
                <a:ea typeface="Arial"/>
                <a:cs typeface="Arial"/>
              </a:defRPr>
            </a:lvl4pPr>
            <a:lvl5pPr algn="r">
              <a:defRPr sz="1875" b="1">
                <a:solidFill>
                  <a:srgbClr val="142B36"/>
                </a:solidFill>
                <a:latin typeface="Arial"/>
                <a:ea typeface="Arial"/>
                <a:cs typeface="Arial"/>
              </a:defRPr>
            </a:lvl5pPr>
            <a:lvl6pPr algn="r">
              <a:defRPr sz="1875" b="1">
                <a:solidFill>
                  <a:srgbClr val="142B36"/>
                </a:solidFill>
                <a:latin typeface="Arial"/>
                <a:ea typeface="Arial"/>
                <a:cs typeface="Arial"/>
              </a:defRPr>
            </a:lvl6pPr>
            <a:lvl7pPr algn="r">
              <a:defRPr sz="1875" b="1">
                <a:solidFill>
                  <a:srgbClr val="142B36"/>
                </a:solidFill>
                <a:latin typeface="Arial"/>
                <a:ea typeface="Arial"/>
                <a:cs typeface="Arial"/>
              </a:defRPr>
            </a:lvl7pPr>
            <a:lvl8pPr algn="r">
              <a:defRPr sz="1875" b="1">
                <a:solidFill>
                  <a:srgbClr val="142B36"/>
                </a:solidFill>
                <a:latin typeface="Arial"/>
                <a:ea typeface="Arial"/>
                <a:cs typeface="Arial"/>
              </a:defRPr>
            </a:lvl8pPr>
            <a:lvl9pPr algn="r">
              <a:defRPr sz="1875" b="1">
                <a:solidFill>
                  <a:srgbClr val="142B36"/>
                </a:solidFill>
                <a:latin typeface="Arial"/>
                <a:ea typeface="Arial"/>
                <a:cs typeface="Arial"/>
              </a:defRPr>
            </a:lvl9pPr>
          </a:lstStyle>
          <a:p xmlns:a="http://schemas.openxmlformats.org/drawingml/2006/main">
            <a:pPr algn="r">
              <a:defRPr sz="1875" b="1">
                <a:solidFill>
                  <a:srgbClr val="142B36"/>
                </a:solidFill>
                <a:latin typeface="Arial"/>
                <a:ea typeface="Arial"/>
                <a:cs typeface="Arial"/>
              </a:defRPr>
            </a:pPr>
            <a:r>
              <a:rPr sz="1875" b="1">
                <a:solidFill>
                  <a:srgbClr val="142B36"/>
                </a:solidFill>
                <a:latin typeface="Arial"/>
                <a:ea typeface="Arial"/>
                <a:cs typeface="Arial"/>
              </a:rPr>
              <a:t>سحب</a:t>
            </a:r>
          </a:p>
        </p:txBody>
      </p:sp>
      <p:sp>
        <p:nvSpPr>
          <p:cNvPr id="36" name="">
            <a:extLst xmlns:a="http://schemas.openxmlformats.org/drawingml/2006/main">
              <a:ext uri="{FF2B5EF4-FFF2-40B4-BE49-F238E27FC236}">
                <a16:creationId xmlns:a16="http://schemas.microsoft.com/office/drawing/2014/main" id="{3B08CC5B-D78A-4F63-86ED-BE5B87AECB88}"/>
              </a:ext>
            </a:extLst>
          </p:cNvPr>
          <p:cNvSpPr>
            <a:spLocks xmlns:a="http://schemas.openxmlformats.org/drawingml/2006/main" noGrp="1"/>
          </p:cNvSpPr>
          <p:nvPr/>
        </p:nvSpPr>
        <p:spPr>
          <a:xfrm xmlns:a="http://schemas.openxmlformats.org/drawingml/2006/main">
            <a:off x="9942749" y="3524250"/>
            <a:ext cx="413454"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42B36"/>
                </a:solidFill>
                <a:latin typeface="Arial"/>
                <a:ea typeface="Arial"/>
                <a:cs typeface="Arial"/>
              </a:defRPr>
            </a:defPPr>
            <a:lvl1pPr algn="r">
              <a:defRPr sz="1875" b="1">
                <a:solidFill>
                  <a:srgbClr val="142B36"/>
                </a:solidFill>
                <a:latin typeface="Arial"/>
                <a:ea typeface="Arial"/>
                <a:cs typeface="Arial"/>
              </a:defRPr>
            </a:lvl1pPr>
            <a:lvl2pPr algn="r">
              <a:defRPr sz="1875" b="1">
                <a:solidFill>
                  <a:srgbClr val="142B36"/>
                </a:solidFill>
                <a:latin typeface="Arial"/>
                <a:ea typeface="Arial"/>
                <a:cs typeface="Arial"/>
              </a:defRPr>
            </a:lvl2pPr>
            <a:lvl3pPr algn="r">
              <a:defRPr sz="1875" b="1">
                <a:solidFill>
                  <a:srgbClr val="142B36"/>
                </a:solidFill>
                <a:latin typeface="Arial"/>
                <a:ea typeface="Arial"/>
                <a:cs typeface="Arial"/>
              </a:defRPr>
            </a:lvl3pPr>
            <a:lvl4pPr algn="r">
              <a:defRPr sz="1875" b="1">
                <a:solidFill>
                  <a:srgbClr val="142B36"/>
                </a:solidFill>
                <a:latin typeface="Arial"/>
                <a:ea typeface="Arial"/>
                <a:cs typeface="Arial"/>
              </a:defRPr>
            </a:lvl4pPr>
            <a:lvl5pPr algn="r">
              <a:defRPr sz="1875" b="1">
                <a:solidFill>
                  <a:srgbClr val="142B36"/>
                </a:solidFill>
                <a:latin typeface="Arial"/>
                <a:ea typeface="Arial"/>
                <a:cs typeface="Arial"/>
              </a:defRPr>
            </a:lvl5pPr>
            <a:lvl6pPr algn="r">
              <a:defRPr sz="1875" b="1">
                <a:solidFill>
                  <a:srgbClr val="142B36"/>
                </a:solidFill>
                <a:latin typeface="Arial"/>
                <a:ea typeface="Arial"/>
                <a:cs typeface="Arial"/>
              </a:defRPr>
            </a:lvl6pPr>
            <a:lvl7pPr algn="r">
              <a:defRPr sz="1875" b="1">
                <a:solidFill>
                  <a:srgbClr val="142B36"/>
                </a:solidFill>
                <a:latin typeface="Arial"/>
                <a:ea typeface="Arial"/>
                <a:cs typeface="Arial"/>
              </a:defRPr>
            </a:lvl7pPr>
            <a:lvl8pPr algn="r">
              <a:defRPr sz="1875" b="1">
                <a:solidFill>
                  <a:srgbClr val="142B36"/>
                </a:solidFill>
                <a:latin typeface="Arial"/>
                <a:ea typeface="Arial"/>
                <a:cs typeface="Arial"/>
              </a:defRPr>
            </a:lvl8pPr>
            <a:lvl9pPr algn="r">
              <a:defRPr sz="1875" b="1">
                <a:solidFill>
                  <a:srgbClr val="142B36"/>
                </a:solidFill>
                <a:latin typeface="Arial"/>
                <a:ea typeface="Arial"/>
                <a:cs typeface="Arial"/>
              </a:defRPr>
            </a:lvl9pPr>
          </a:lstStyle>
          <a:p xmlns:a="http://schemas.openxmlformats.org/drawingml/2006/main">
            <a:pPr algn="r">
              <a:defRPr sz="1875" b="1">
                <a:solidFill>
                  <a:srgbClr val="142B36"/>
                </a:solidFill>
                <a:latin typeface="Arial"/>
                <a:ea typeface="Arial"/>
                <a:cs typeface="Arial"/>
              </a:defRPr>
            </a:pPr>
            <a:r>
              <a:rPr sz="1875" b="1">
                <a:solidFill>
                  <a:srgbClr val="142B36"/>
                </a:solidFill>
                <a:latin typeface="Arial"/>
                <a:ea typeface="Arial"/>
                <a:cs typeface="Arial"/>
              </a:rPr>
              <a:t>مهمة</a:t>
            </a:r>
          </a:p>
        </p:txBody>
      </p:sp>
      <p:sp>
        <p:nvSpPr>
          <p:cNvPr id="37" name="">
            <a:extLst xmlns:a="http://schemas.openxmlformats.org/drawingml/2006/main">
              <a:ext uri="{FF2B5EF4-FFF2-40B4-BE49-F238E27FC236}">
                <a16:creationId xmlns:a16="http://schemas.microsoft.com/office/drawing/2014/main" id="{C8CD9B42-B329-4F16-81E7-D689C2644834}"/>
              </a:ext>
            </a:extLst>
          </p:cNvPr>
          <p:cNvSpPr>
            <a:spLocks xmlns:a="http://schemas.openxmlformats.org/drawingml/2006/main" noGrp="1"/>
          </p:cNvSpPr>
          <p:nvPr/>
        </p:nvSpPr>
        <p:spPr>
          <a:xfrm xmlns:a="http://schemas.openxmlformats.org/drawingml/2006/main">
            <a:off x="9237341" y="3524250"/>
            <a:ext cx="641114"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1">
                <a:solidFill>
                  <a:srgbClr val="142B36"/>
                </a:solidFill>
                <a:latin typeface="Arial"/>
                <a:ea typeface="Arial"/>
                <a:cs typeface="Arial"/>
              </a:defRPr>
            </a:defPPr>
            <a:lvl1pPr algn="r">
              <a:defRPr sz="1875" b="1">
                <a:solidFill>
                  <a:srgbClr val="142B36"/>
                </a:solidFill>
                <a:latin typeface="Arial"/>
                <a:ea typeface="Arial"/>
                <a:cs typeface="Arial"/>
              </a:defRPr>
            </a:lvl1pPr>
            <a:lvl2pPr algn="r">
              <a:defRPr sz="1875" b="1">
                <a:solidFill>
                  <a:srgbClr val="142B36"/>
                </a:solidFill>
                <a:latin typeface="Arial"/>
                <a:ea typeface="Arial"/>
                <a:cs typeface="Arial"/>
              </a:defRPr>
            </a:lvl2pPr>
            <a:lvl3pPr algn="r">
              <a:defRPr sz="1875" b="1">
                <a:solidFill>
                  <a:srgbClr val="142B36"/>
                </a:solidFill>
                <a:latin typeface="Arial"/>
                <a:ea typeface="Arial"/>
                <a:cs typeface="Arial"/>
              </a:defRPr>
            </a:lvl3pPr>
            <a:lvl4pPr algn="r">
              <a:defRPr sz="1875" b="1">
                <a:solidFill>
                  <a:srgbClr val="142B36"/>
                </a:solidFill>
                <a:latin typeface="Arial"/>
                <a:ea typeface="Arial"/>
                <a:cs typeface="Arial"/>
              </a:defRPr>
            </a:lvl4pPr>
            <a:lvl5pPr algn="r">
              <a:defRPr sz="1875" b="1">
                <a:solidFill>
                  <a:srgbClr val="142B36"/>
                </a:solidFill>
                <a:latin typeface="Arial"/>
                <a:ea typeface="Arial"/>
                <a:cs typeface="Arial"/>
              </a:defRPr>
            </a:lvl5pPr>
            <a:lvl6pPr algn="r">
              <a:defRPr sz="1875" b="1">
                <a:solidFill>
                  <a:srgbClr val="142B36"/>
                </a:solidFill>
                <a:latin typeface="Arial"/>
                <a:ea typeface="Arial"/>
                <a:cs typeface="Arial"/>
              </a:defRPr>
            </a:lvl6pPr>
            <a:lvl7pPr algn="r">
              <a:defRPr sz="1875" b="1">
                <a:solidFill>
                  <a:srgbClr val="142B36"/>
                </a:solidFill>
                <a:latin typeface="Arial"/>
                <a:ea typeface="Arial"/>
                <a:cs typeface="Arial"/>
              </a:defRPr>
            </a:lvl7pPr>
            <a:lvl8pPr algn="r">
              <a:defRPr sz="1875" b="1">
                <a:solidFill>
                  <a:srgbClr val="142B36"/>
                </a:solidFill>
                <a:latin typeface="Arial"/>
                <a:ea typeface="Arial"/>
                <a:cs typeface="Arial"/>
              </a:defRPr>
            </a:lvl8pPr>
            <a:lvl9pPr algn="r">
              <a:defRPr sz="1875" b="1">
                <a:solidFill>
                  <a:srgbClr val="142B36"/>
                </a:solidFill>
                <a:latin typeface="Arial"/>
                <a:ea typeface="Arial"/>
                <a:cs typeface="Arial"/>
              </a:defRPr>
            </a:lvl9pPr>
          </a:lstStyle>
          <a:p xmlns:a="http://schemas.openxmlformats.org/drawingml/2006/main">
            <a:pPr algn="r">
              <a:defRPr sz="1875" b="1">
                <a:solidFill>
                  <a:srgbClr val="142B36"/>
                </a:solidFill>
                <a:latin typeface="Arial"/>
                <a:ea typeface="Arial"/>
                <a:cs typeface="Arial"/>
              </a:defRPr>
            </a:pPr>
            <a:r>
              <a:rPr sz="1875" b="1">
                <a:solidFill>
                  <a:srgbClr val="142B36"/>
                </a:solidFill>
                <a:latin typeface="Arial"/>
                <a:ea typeface="Arial"/>
                <a:cs typeface="Arial"/>
              </a:rPr>
              <a:t>محفوظة</a:t>
            </a:r>
          </a:p>
        </p:txBody>
      </p:sp>
      <p:sp>
        <p:nvSpPr>
          <p:cNvPr id="38" name="">
            <a:extLst xmlns:a="http://schemas.openxmlformats.org/drawingml/2006/main">
              <a:ext uri="{FF2B5EF4-FFF2-40B4-BE49-F238E27FC236}">
                <a16:creationId xmlns:a16="http://schemas.microsoft.com/office/drawing/2014/main" id="{50F01F93-7B2D-4FBB-AE1D-BEECE3F48283}"/>
              </a:ext>
            </a:extLst>
          </p:cNvPr>
          <p:cNvSpPr>
            <a:spLocks xmlns:a="http://schemas.openxmlformats.org/drawingml/2006/main" noGrp="1"/>
          </p:cNvSpPr>
          <p:nvPr/>
        </p:nvSpPr>
        <p:spPr>
          <a:xfrm xmlns:a="http://schemas.openxmlformats.org/drawingml/2006/main">
            <a:off x="1095375" y="4333875"/>
            <a:ext cx="13049250" cy="138112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39" name="">
            <a:extLst xmlns:a="http://schemas.openxmlformats.org/drawingml/2006/main">
              <a:ext uri="{FF2B5EF4-FFF2-40B4-BE49-F238E27FC236}">
                <a16:creationId xmlns:a16="http://schemas.microsoft.com/office/drawing/2014/main" id="{1FA60A0C-873A-4EDF-A21E-6E8FF4CA1E6C}"/>
              </a:ext>
            </a:extLst>
          </p:cNvPr>
          <p:cNvSpPr>
            <a:spLocks xmlns:a="http://schemas.openxmlformats.org/drawingml/2006/main" noGrp="1"/>
          </p:cNvSpPr>
          <p:nvPr/>
        </p:nvSpPr>
        <p:spPr>
          <a:xfrm xmlns:a="http://schemas.openxmlformats.org/drawingml/2006/main">
            <a:off x="8089529" y="4429125"/>
            <a:ext cx="550292"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142B36"/>
                </a:solidFill>
                <a:latin typeface="Arial"/>
                <a:ea typeface="Arial"/>
                <a:cs typeface="Arial"/>
              </a:defRPr>
            </a:defPPr>
            <a:lvl1pPr algn="r">
              <a:defRPr sz="1950" b="1">
                <a:solidFill>
                  <a:srgbClr val="142B36"/>
                </a:solidFill>
                <a:latin typeface="Arial"/>
                <a:ea typeface="Arial"/>
                <a:cs typeface="Arial"/>
              </a:defRPr>
            </a:lvl1pPr>
            <a:lvl2pPr algn="r">
              <a:defRPr sz="1950" b="1">
                <a:solidFill>
                  <a:srgbClr val="142B36"/>
                </a:solidFill>
                <a:latin typeface="Arial"/>
                <a:ea typeface="Arial"/>
                <a:cs typeface="Arial"/>
              </a:defRPr>
            </a:lvl2pPr>
            <a:lvl3pPr algn="r">
              <a:defRPr sz="1950" b="1">
                <a:solidFill>
                  <a:srgbClr val="142B36"/>
                </a:solidFill>
                <a:latin typeface="Arial"/>
                <a:ea typeface="Arial"/>
                <a:cs typeface="Arial"/>
              </a:defRPr>
            </a:lvl3pPr>
            <a:lvl4pPr algn="r">
              <a:defRPr sz="1950" b="1">
                <a:solidFill>
                  <a:srgbClr val="142B36"/>
                </a:solidFill>
                <a:latin typeface="Arial"/>
                <a:ea typeface="Arial"/>
                <a:cs typeface="Arial"/>
              </a:defRPr>
            </a:lvl4pPr>
            <a:lvl5pPr algn="r">
              <a:defRPr sz="1950" b="1">
                <a:solidFill>
                  <a:srgbClr val="142B36"/>
                </a:solidFill>
                <a:latin typeface="Arial"/>
                <a:ea typeface="Arial"/>
                <a:cs typeface="Arial"/>
              </a:defRPr>
            </a:lvl5pPr>
            <a:lvl6pPr algn="r">
              <a:defRPr sz="1950" b="1">
                <a:solidFill>
                  <a:srgbClr val="142B36"/>
                </a:solidFill>
                <a:latin typeface="Arial"/>
                <a:ea typeface="Arial"/>
                <a:cs typeface="Arial"/>
              </a:defRPr>
            </a:lvl6pPr>
            <a:lvl7pPr algn="r">
              <a:defRPr sz="1950" b="1">
                <a:solidFill>
                  <a:srgbClr val="142B36"/>
                </a:solidFill>
                <a:latin typeface="Arial"/>
                <a:ea typeface="Arial"/>
                <a:cs typeface="Arial"/>
              </a:defRPr>
            </a:lvl7pPr>
            <a:lvl8pPr algn="r">
              <a:defRPr sz="1950" b="1">
                <a:solidFill>
                  <a:srgbClr val="142B36"/>
                </a:solidFill>
                <a:latin typeface="Arial"/>
                <a:ea typeface="Arial"/>
                <a:cs typeface="Arial"/>
              </a:defRPr>
            </a:lvl8pPr>
            <a:lvl9pPr algn="r">
              <a:defRPr sz="1950" b="1">
                <a:solidFill>
                  <a:srgbClr val="142B36"/>
                </a:solidFill>
                <a:latin typeface="Arial"/>
                <a:ea typeface="Arial"/>
                <a:cs typeface="Arial"/>
              </a:defRPr>
            </a:lvl9pPr>
          </a:lstStyle>
          <a:p xmlns:a="http://schemas.openxmlformats.org/drawingml/2006/main">
            <a:pPr algn="r">
              <a:defRPr sz="1950" b="1">
                <a:solidFill>
                  <a:srgbClr val="142B36"/>
                </a:solidFill>
                <a:latin typeface="Arial"/>
                <a:ea typeface="Arial"/>
                <a:cs typeface="Arial"/>
              </a:defRPr>
            </a:pPr>
            <a:r>
              <a:rPr sz="1950" b="1">
                <a:solidFill>
                  <a:srgbClr val="142B36"/>
                </a:solidFill>
                <a:latin typeface="Arial"/>
                <a:ea typeface="Arial"/>
                <a:cs typeface="Arial"/>
              </a:rPr>
              <a:t>وحدات</a:t>
            </a:r>
          </a:p>
        </p:txBody>
      </p:sp>
      <p:sp>
        <p:nvSpPr>
          <p:cNvPr id="40" name="">
            <a:extLst xmlns:a="http://schemas.openxmlformats.org/drawingml/2006/main">
              <a:ext uri="{FF2B5EF4-FFF2-40B4-BE49-F238E27FC236}">
                <a16:creationId xmlns:a16="http://schemas.microsoft.com/office/drawing/2014/main" id="{AD80CA96-F586-49F5-A31D-68249CE076F9}"/>
              </a:ext>
            </a:extLst>
          </p:cNvPr>
          <p:cNvSpPr>
            <a:spLocks xmlns:a="http://schemas.openxmlformats.org/drawingml/2006/main" noGrp="1"/>
          </p:cNvSpPr>
          <p:nvPr/>
        </p:nvSpPr>
        <p:spPr>
          <a:xfrm xmlns:a="http://schemas.openxmlformats.org/drawingml/2006/main">
            <a:off x="7418059" y="4429125"/>
            <a:ext cx="604224"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142B36"/>
                </a:solidFill>
                <a:latin typeface="Arial"/>
                <a:ea typeface="Arial"/>
                <a:cs typeface="Arial"/>
              </a:defRPr>
            </a:defPPr>
            <a:lvl1pPr algn="r">
              <a:defRPr sz="1950" b="1">
                <a:solidFill>
                  <a:srgbClr val="142B36"/>
                </a:solidFill>
                <a:latin typeface="Arial"/>
                <a:ea typeface="Arial"/>
                <a:cs typeface="Arial"/>
              </a:defRPr>
            </a:lvl1pPr>
            <a:lvl2pPr algn="r">
              <a:defRPr sz="1950" b="1">
                <a:solidFill>
                  <a:srgbClr val="142B36"/>
                </a:solidFill>
                <a:latin typeface="Arial"/>
                <a:ea typeface="Arial"/>
                <a:cs typeface="Arial"/>
              </a:defRPr>
            </a:lvl2pPr>
            <a:lvl3pPr algn="r">
              <a:defRPr sz="1950" b="1">
                <a:solidFill>
                  <a:srgbClr val="142B36"/>
                </a:solidFill>
                <a:latin typeface="Arial"/>
                <a:ea typeface="Arial"/>
                <a:cs typeface="Arial"/>
              </a:defRPr>
            </a:lvl3pPr>
            <a:lvl4pPr algn="r">
              <a:defRPr sz="1950" b="1">
                <a:solidFill>
                  <a:srgbClr val="142B36"/>
                </a:solidFill>
                <a:latin typeface="Arial"/>
                <a:ea typeface="Arial"/>
                <a:cs typeface="Arial"/>
              </a:defRPr>
            </a:lvl4pPr>
            <a:lvl5pPr algn="r">
              <a:defRPr sz="1950" b="1">
                <a:solidFill>
                  <a:srgbClr val="142B36"/>
                </a:solidFill>
                <a:latin typeface="Arial"/>
                <a:ea typeface="Arial"/>
                <a:cs typeface="Arial"/>
              </a:defRPr>
            </a:lvl5pPr>
            <a:lvl6pPr algn="r">
              <a:defRPr sz="1950" b="1">
                <a:solidFill>
                  <a:srgbClr val="142B36"/>
                </a:solidFill>
                <a:latin typeface="Arial"/>
                <a:ea typeface="Arial"/>
                <a:cs typeface="Arial"/>
              </a:defRPr>
            </a:lvl6pPr>
            <a:lvl7pPr algn="r">
              <a:defRPr sz="1950" b="1">
                <a:solidFill>
                  <a:srgbClr val="142B36"/>
                </a:solidFill>
                <a:latin typeface="Arial"/>
                <a:ea typeface="Arial"/>
                <a:cs typeface="Arial"/>
              </a:defRPr>
            </a:lvl7pPr>
            <a:lvl8pPr algn="r">
              <a:defRPr sz="1950" b="1">
                <a:solidFill>
                  <a:srgbClr val="142B36"/>
                </a:solidFill>
                <a:latin typeface="Arial"/>
                <a:ea typeface="Arial"/>
                <a:cs typeface="Arial"/>
              </a:defRPr>
            </a:lvl8pPr>
            <a:lvl9pPr algn="r">
              <a:defRPr sz="1950" b="1">
                <a:solidFill>
                  <a:srgbClr val="142B36"/>
                </a:solidFill>
                <a:latin typeface="Arial"/>
                <a:ea typeface="Arial"/>
                <a:cs typeface="Arial"/>
              </a:defRPr>
            </a:lvl9pPr>
          </a:lstStyle>
          <a:p xmlns:a="http://schemas.openxmlformats.org/drawingml/2006/main">
            <a:pPr algn="r">
              <a:defRPr sz="1950" b="1">
                <a:solidFill>
                  <a:srgbClr val="142B36"/>
                </a:solidFill>
                <a:latin typeface="Arial"/>
                <a:ea typeface="Arial"/>
                <a:cs typeface="Arial"/>
              </a:defRPr>
            </a:pPr>
            <a:r>
              <a:rPr sz="1950" b="1">
                <a:solidFill>
                  <a:srgbClr val="142B36"/>
                </a:solidFill>
                <a:latin typeface="Arial"/>
                <a:ea typeface="Arial"/>
                <a:cs typeface="Arial"/>
              </a:rPr>
              <a:t>التطبيق</a:t>
            </a:r>
          </a:p>
        </p:txBody>
      </p:sp>
      <p:sp>
        <p:nvSpPr>
          <p:cNvPr id="41" name="">
            <a:extLst xmlns:a="http://schemas.openxmlformats.org/drawingml/2006/main">
              <a:ext uri="{FF2B5EF4-FFF2-40B4-BE49-F238E27FC236}">
                <a16:creationId xmlns:a16="http://schemas.microsoft.com/office/drawing/2014/main" id="{F06E6D2F-5844-4418-B470-6C3A76220F7C}"/>
              </a:ext>
            </a:extLst>
          </p:cNvPr>
          <p:cNvSpPr>
            <a:spLocks xmlns:a="http://schemas.openxmlformats.org/drawingml/2006/main" noGrp="1"/>
          </p:cNvSpPr>
          <p:nvPr/>
        </p:nvSpPr>
        <p:spPr>
          <a:xfrm xmlns:a="http://schemas.openxmlformats.org/drawingml/2006/main">
            <a:off x="6609704" y="4429125"/>
            <a:ext cx="741108"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142B36"/>
                </a:solidFill>
                <a:latin typeface="Arial"/>
                <a:ea typeface="Arial"/>
                <a:cs typeface="Arial"/>
              </a:defRPr>
            </a:defPPr>
            <a:lvl1pPr algn="r">
              <a:defRPr sz="1950" b="1">
                <a:solidFill>
                  <a:srgbClr val="142B36"/>
                </a:solidFill>
                <a:latin typeface="Arial"/>
                <a:ea typeface="Arial"/>
                <a:cs typeface="Arial"/>
              </a:defRPr>
            </a:lvl1pPr>
            <a:lvl2pPr algn="r">
              <a:defRPr sz="1950" b="1">
                <a:solidFill>
                  <a:srgbClr val="142B36"/>
                </a:solidFill>
                <a:latin typeface="Arial"/>
                <a:ea typeface="Arial"/>
                <a:cs typeface="Arial"/>
              </a:defRPr>
            </a:lvl2pPr>
            <a:lvl3pPr algn="r">
              <a:defRPr sz="1950" b="1">
                <a:solidFill>
                  <a:srgbClr val="142B36"/>
                </a:solidFill>
                <a:latin typeface="Arial"/>
                <a:ea typeface="Arial"/>
                <a:cs typeface="Arial"/>
              </a:defRPr>
            </a:lvl3pPr>
            <a:lvl4pPr algn="r">
              <a:defRPr sz="1950" b="1">
                <a:solidFill>
                  <a:srgbClr val="142B36"/>
                </a:solidFill>
                <a:latin typeface="Arial"/>
                <a:ea typeface="Arial"/>
                <a:cs typeface="Arial"/>
              </a:defRPr>
            </a:lvl4pPr>
            <a:lvl5pPr algn="r">
              <a:defRPr sz="1950" b="1">
                <a:solidFill>
                  <a:srgbClr val="142B36"/>
                </a:solidFill>
                <a:latin typeface="Arial"/>
                <a:ea typeface="Arial"/>
                <a:cs typeface="Arial"/>
              </a:defRPr>
            </a:lvl5pPr>
            <a:lvl6pPr algn="r">
              <a:defRPr sz="1950" b="1">
                <a:solidFill>
                  <a:srgbClr val="142B36"/>
                </a:solidFill>
                <a:latin typeface="Arial"/>
                <a:ea typeface="Arial"/>
                <a:cs typeface="Arial"/>
              </a:defRPr>
            </a:lvl6pPr>
            <a:lvl7pPr algn="r">
              <a:defRPr sz="1950" b="1">
                <a:solidFill>
                  <a:srgbClr val="142B36"/>
                </a:solidFill>
                <a:latin typeface="Arial"/>
                <a:ea typeface="Arial"/>
                <a:cs typeface="Arial"/>
              </a:defRPr>
            </a:lvl7pPr>
            <a:lvl8pPr algn="r">
              <a:defRPr sz="1950" b="1">
                <a:solidFill>
                  <a:srgbClr val="142B36"/>
                </a:solidFill>
                <a:latin typeface="Arial"/>
                <a:ea typeface="Arial"/>
                <a:cs typeface="Arial"/>
              </a:defRPr>
            </a:lvl8pPr>
            <a:lvl9pPr algn="r">
              <a:defRPr sz="1950" b="1">
                <a:solidFill>
                  <a:srgbClr val="142B36"/>
                </a:solidFill>
                <a:latin typeface="Arial"/>
                <a:ea typeface="Arial"/>
                <a:cs typeface="Arial"/>
              </a:defRPr>
            </a:lvl9pPr>
          </a:lstStyle>
          <a:p xmlns:a="http://schemas.openxmlformats.org/drawingml/2006/main">
            <a:pPr algn="r">
              <a:defRPr sz="1950" b="1">
                <a:solidFill>
                  <a:srgbClr val="142B36"/>
                </a:solidFill>
                <a:latin typeface="Arial"/>
                <a:ea typeface="Arial"/>
                <a:cs typeface="Arial"/>
              </a:defRPr>
            </a:pPr>
            <a:r>
              <a:rPr sz="1950" b="1">
                <a:solidFill>
                  <a:srgbClr val="142B36"/>
                </a:solidFill>
                <a:latin typeface="Arial"/>
                <a:ea typeface="Arial"/>
                <a:cs typeface="Arial"/>
              </a:rPr>
              <a:t>المشتركة</a:t>
            </a:r>
          </a:p>
        </p:txBody>
      </p:sp>
      <p:sp>
        <p:nvSpPr>
          <p:cNvPr id="42" name="">
            <a:extLst xmlns:a="http://schemas.openxmlformats.org/drawingml/2006/main">
              <a:ext uri="{FF2B5EF4-FFF2-40B4-BE49-F238E27FC236}">
                <a16:creationId xmlns:a16="http://schemas.microsoft.com/office/drawing/2014/main" id="{72177216-F402-4763-9FA5-04008A905A61}"/>
              </a:ext>
            </a:extLst>
          </p:cNvPr>
          <p:cNvSpPr>
            <a:spLocks xmlns:a="http://schemas.openxmlformats.org/drawingml/2006/main" noGrp="1"/>
          </p:cNvSpPr>
          <p:nvPr/>
        </p:nvSpPr>
        <p:spPr>
          <a:xfrm xmlns:a="http://schemas.openxmlformats.org/drawingml/2006/main">
            <a:off x="1333500" y="4857750"/>
            <a:ext cx="1952625" cy="71437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43" name="">
            <a:extLst xmlns:a="http://schemas.openxmlformats.org/drawingml/2006/main">
              <a:ext uri="{FF2B5EF4-FFF2-40B4-BE49-F238E27FC236}">
                <a16:creationId xmlns:a16="http://schemas.microsoft.com/office/drawing/2014/main" id="{DE9D7B08-7715-4641-9208-A9C65BF39572}"/>
              </a:ext>
            </a:extLst>
          </p:cNvPr>
          <p:cNvSpPr>
            <a:spLocks xmlns:a="http://schemas.openxmlformats.org/drawingml/2006/main" noGrp="1"/>
          </p:cNvSpPr>
          <p:nvPr/>
        </p:nvSpPr>
        <p:spPr>
          <a:xfrm xmlns:a="http://schemas.openxmlformats.org/drawingml/2006/main">
            <a:off x="2033439" y="4883468"/>
            <a:ext cx="56227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التقارير</a:t>
            </a:r>
          </a:p>
        </p:txBody>
      </p:sp>
      <p:sp>
        <p:nvSpPr>
          <p:cNvPr id="44" name="">
            <a:extLst xmlns:a="http://schemas.openxmlformats.org/drawingml/2006/main">
              <a:ext uri="{FF2B5EF4-FFF2-40B4-BE49-F238E27FC236}">
                <a16:creationId xmlns:a16="http://schemas.microsoft.com/office/drawing/2014/main" id="{4551D564-A1EC-47EB-B908-9E5088044D7B}"/>
              </a:ext>
            </a:extLst>
          </p:cNvPr>
          <p:cNvSpPr>
            <a:spLocks xmlns:a="http://schemas.openxmlformats.org/drawingml/2006/main" noGrp="1"/>
          </p:cNvSpPr>
          <p:nvPr/>
        </p:nvSpPr>
        <p:spPr>
          <a:xfrm xmlns:a="http://schemas.openxmlformats.org/drawingml/2006/main">
            <a:off x="2000622" y="5214938"/>
            <a:ext cx="62790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والتدقيق</a:t>
            </a:r>
          </a:p>
        </p:txBody>
      </p:sp>
      <p:sp>
        <p:nvSpPr>
          <p:cNvPr id="45" name="">
            <a:extLst xmlns:a="http://schemas.openxmlformats.org/drawingml/2006/main">
              <a:ext uri="{FF2B5EF4-FFF2-40B4-BE49-F238E27FC236}">
                <a16:creationId xmlns:a16="http://schemas.microsoft.com/office/drawing/2014/main" id="{FF8AE92E-B337-4760-B980-C135D12FE60D}"/>
              </a:ext>
            </a:extLst>
          </p:cNvPr>
          <p:cNvSpPr>
            <a:spLocks xmlns:a="http://schemas.openxmlformats.org/drawingml/2006/main" noGrp="1"/>
          </p:cNvSpPr>
          <p:nvPr/>
        </p:nvSpPr>
        <p:spPr>
          <a:xfrm xmlns:a="http://schemas.openxmlformats.org/drawingml/2006/main">
            <a:off x="3429000" y="4857750"/>
            <a:ext cx="1952625" cy="71437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46" name="">
            <a:extLst xmlns:a="http://schemas.openxmlformats.org/drawingml/2006/main">
              <a:ext uri="{FF2B5EF4-FFF2-40B4-BE49-F238E27FC236}">
                <a16:creationId xmlns:a16="http://schemas.microsoft.com/office/drawing/2014/main" id="{3F06E9CD-FAA8-4E01-A633-573ADB156C3A}"/>
              </a:ext>
            </a:extLst>
          </p:cNvPr>
          <p:cNvSpPr>
            <a:spLocks xmlns:a="http://schemas.openxmlformats.org/drawingml/2006/main" noGrp="1"/>
          </p:cNvSpPr>
          <p:nvPr/>
        </p:nvSpPr>
        <p:spPr>
          <a:xfrm xmlns:a="http://schemas.openxmlformats.org/drawingml/2006/main">
            <a:off x="4054822" y="4883468"/>
            <a:ext cx="71050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المخالفات</a:t>
            </a:r>
          </a:p>
        </p:txBody>
      </p:sp>
      <p:sp>
        <p:nvSpPr>
          <p:cNvPr id="47" name="">
            <a:extLst xmlns:a="http://schemas.openxmlformats.org/drawingml/2006/main">
              <a:ext uri="{FF2B5EF4-FFF2-40B4-BE49-F238E27FC236}">
                <a16:creationId xmlns:a16="http://schemas.microsoft.com/office/drawing/2014/main" id="{8C54E818-534F-49A3-B2FA-B24AE89ADD30}"/>
              </a:ext>
            </a:extLst>
          </p:cNvPr>
          <p:cNvSpPr>
            <a:spLocks xmlns:a="http://schemas.openxmlformats.org/drawingml/2006/main" noGrp="1"/>
          </p:cNvSpPr>
          <p:nvPr/>
        </p:nvSpPr>
        <p:spPr>
          <a:xfrm xmlns:a="http://schemas.openxmlformats.org/drawingml/2006/main">
            <a:off x="4052701" y="5214938"/>
            <a:ext cx="71474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والمعالجة</a:t>
            </a:r>
          </a:p>
        </p:txBody>
      </p:sp>
      <p:sp>
        <p:nvSpPr>
          <p:cNvPr id="48" name="">
            <a:extLst xmlns:a="http://schemas.openxmlformats.org/drawingml/2006/main">
              <a:ext uri="{FF2B5EF4-FFF2-40B4-BE49-F238E27FC236}">
                <a16:creationId xmlns:a16="http://schemas.microsoft.com/office/drawing/2014/main" id="{F15D7DA9-B5FB-401D-A33F-EFC0B7235717}"/>
              </a:ext>
            </a:extLst>
          </p:cNvPr>
          <p:cNvSpPr>
            <a:spLocks xmlns:a="http://schemas.openxmlformats.org/drawingml/2006/main" noGrp="1"/>
          </p:cNvSpPr>
          <p:nvPr/>
        </p:nvSpPr>
        <p:spPr>
          <a:xfrm xmlns:a="http://schemas.openxmlformats.org/drawingml/2006/main">
            <a:off x="5524500" y="4857750"/>
            <a:ext cx="1952625" cy="71437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49" name="">
            <a:extLst xmlns:a="http://schemas.openxmlformats.org/drawingml/2006/main">
              <a:ext uri="{FF2B5EF4-FFF2-40B4-BE49-F238E27FC236}">
                <a16:creationId xmlns:a16="http://schemas.microsoft.com/office/drawing/2014/main" id="{52565D79-E202-45CD-85C4-2AE50F696870}"/>
              </a:ext>
            </a:extLst>
          </p:cNvPr>
          <p:cNvSpPr>
            <a:spLocks xmlns:a="http://schemas.openxmlformats.org/drawingml/2006/main" noGrp="1"/>
          </p:cNvSpPr>
          <p:nvPr/>
        </p:nvSpPr>
        <p:spPr>
          <a:xfrm xmlns:a="http://schemas.openxmlformats.org/drawingml/2006/main">
            <a:off x="6307038" y="4883468"/>
            <a:ext cx="39707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الأدلة</a:t>
            </a:r>
          </a:p>
        </p:txBody>
      </p:sp>
      <p:sp>
        <p:nvSpPr>
          <p:cNvPr id="50" name="">
            <a:extLst xmlns:a="http://schemas.openxmlformats.org/drawingml/2006/main">
              <a:ext uri="{FF2B5EF4-FFF2-40B4-BE49-F238E27FC236}">
                <a16:creationId xmlns:a16="http://schemas.microsoft.com/office/drawing/2014/main" id="{B1E1FE18-3FEA-41AF-9C09-EE98D9C2D6B2}"/>
              </a:ext>
            </a:extLst>
          </p:cNvPr>
          <p:cNvSpPr>
            <a:spLocks xmlns:a="http://schemas.openxmlformats.org/drawingml/2006/main" noGrp="1"/>
          </p:cNvSpPr>
          <p:nvPr/>
        </p:nvSpPr>
        <p:spPr>
          <a:xfrm xmlns:a="http://schemas.openxmlformats.org/drawingml/2006/main">
            <a:off x="6195529" y="5214938"/>
            <a:ext cx="62009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والتاريخ</a:t>
            </a:r>
          </a:p>
        </p:txBody>
      </p:sp>
      <p:sp>
        <p:nvSpPr>
          <p:cNvPr id="51" name="">
            <a:extLst xmlns:a="http://schemas.openxmlformats.org/drawingml/2006/main">
              <a:ext uri="{FF2B5EF4-FFF2-40B4-BE49-F238E27FC236}">
                <a16:creationId xmlns:a16="http://schemas.microsoft.com/office/drawing/2014/main" id="{0AA8F92D-BF8C-4ED9-A193-6CB8E3CB1051}"/>
              </a:ext>
            </a:extLst>
          </p:cNvPr>
          <p:cNvSpPr>
            <a:spLocks xmlns:a="http://schemas.openxmlformats.org/drawingml/2006/main" noGrp="1"/>
          </p:cNvSpPr>
          <p:nvPr/>
        </p:nvSpPr>
        <p:spPr>
          <a:xfrm xmlns:a="http://schemas.openxmlformats.org/drawingml/2006/main">
            <a:off x="7620000" y="4857750"/>
            <a:ext cx="1952625" cy="71437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52" name="">
            <a:extLst xmlns:a="http://schemas.openxmlformats.org/drawingml/2006/main">
              <a:ext uri="{FF2B5EF4-FFF2-40B4-BE49-F238E27FC236}">
                <a16:creationId xmlns:a16="http://schemas.microsoft.com/office/drawing/2014/main" id="{17E73506-79D8-4532-AAA3-A7DEECB0A444}"/>
              </a:ext>
            </a:extLst>
          </p:cNvPr>
          <p:cNvSpPr>
            <a:spLocks xmlns:a="http://schemas.openxmlformats.org/drawingml/2006/main" noGrp="1"/>
          </p:cNvSpPr>
          <p:nvPr/>
        </p:nvSpPr>
        <p:spPr>
          <a:xfrm xmlns:a="http://schemas.openxmlformats.org/drawingml/2006/main">
            <a:off x="8373405" y="4883468"/>
            <a:ext cx="45534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التقييم</a:t>
            </a:r>
          </a:p>
        </p:txBody>
      </p:sp>
      <p:sp>
        <p:nvSpPr>
          <p:cNvPr id="53" name="">
            <a:extLst xmlns:a="http://schemas.openxmlformats.org/drawingml/2006/main">
              <a:ext uri="{FF2B5EF4-FFF2-40B4-BE49-F238E27FC236}">
                <a16:creationId xmlns:a16="http://schemas.microsoft.com/office/drawing/2014/main" id="{9FF76565-1E20-4D3E-AAB3-1FC60FD4CEB9}"/>
              </a:ext>
            </a:extLst>
          </p:cNvPr>
          <p:cNvSpPr>
            <a:spLocks xmlns:a="http://schemas.openxmlformats.org/drawingml/2006/main" noGrp="1"/>
          </p:cNvSpPr>
          <p:nvPr/>
        </p:nvSpPr>
        <p:spPr>
          <a:xfrm xmlns:a="http://schemas.openxmlformats.org/drawingml/2006/main">
            <a:off x="8566112" y="5214938"/>
            <a:ext cx="57790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وتنسيق</a:t>
            </a:r>
          </a:p>
        </p:txBody>
      </p:sp>
      <p:sp>
        <p:nvSpPr>
          <p:cNvPr id="54" name="">
            <a:extLst xmlns:a="http://schemas.openxmlformats.org/drawingml/2006/main">
              <a:ext uri="{FF2B5EF4-FFF2-40B4-BE49-F238E27FC236}">
                <a16:creationId xmlns:a16="http://schemas.microsoft.com/office/drawing/2014/main" id="{B7FC03A5-51C0-43AC-BE07-4E4AFBE75EAD}"/>
              </a:ext>
            </a:extLst>
          </p:cNvPr>
          <p:cNvSpPr>
            <a:spLocks xmlns:a="http://schemas.openxmlformats.org/drawingml/2006/main" noGrp="1"/>
          </p:cNvSpPr>
          <p:nvPr/>
        </p:nvSpPr>
        <p:spPr>
          <a:xfrm xmlns:a="http://schemas.openxmlformats.org/drawingml/2006/main">
            <a:off x="8058138" y="5214938"/>
            <a:ext cx="44663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المهام</a:t>
            </a:r>
          </a:p>
        </p:txBody>
      </p:sp>
      <p:sp>
        <p:nvSpPr>
          <p:cNvPr id="55" name="">
            <a:extLst xmlns:a="http://schemas.openxmlformats.org/drawingml/2006/main">
              <a:ext uri="{FF2B5EF4-FFF2-40B4-BE49-F238E27FC236}">
                <a16:creationId xmlns:a16="http://schemas.microsoft.com/office/drawing/2014/main" id="{0B297B29-BA6C-4F5E-A0F8-7D2E0F401562}"/>
              </a:ext>
            </a:extLst>
          </p:cNvPr>
          <p:cNvSpPr>
            <a:spLocks xmlns:a="http://schemas.openxmlformats.org/drawingml/2006/main" noGrp="1"/>
          </p:cNvSpPr>
          <p:nvPr/>
        </p:nvSpPr>
        <p:spPr>
          <a:xfrm xmlns:a="http://schemas.openxmlformats.org/drawingml/2006/main">
            <a:off x="9715500" y="4857750"/>
            <a:ext cx="1952625" cy="71437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56" name="">
            <a:extLst xmlns:a="http://schemas.openxmlformats.org/drawingml/2006/main">
              <a:ext uri="{FF2B5EF4-FFF2-40B4-BE49-F238E27FC236}">
                <a16:creationId xmlns:a16="http://schemas.microsoft.com/office/drawing/2014/main" id="{38980AEE-4A58-413D-9F73-4AEFF3FC295F}"/>
              </a:ext>
            </a:extLst>
          </p:cNvPr>
          <p:cNvSpPr>
            <a:spLocks xmlns:a="http://schemas.openxmlformats.org/drawingml/2006/main" noGrp="1"/>
          </p:cNvSpPr>
          <p:nvPr/>
        </p:nvSpPr>
        <p:spPr>
          <a:xfrm xmlns:a="http://schemas.openxmlformats.org/drawingml/2006/main">
            <a:off x="10452609" y="4883468"/>
            <a:ext cx="48793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النطاق</a:t>
            </a:r>
          </a:p>
        </p:txBody>
      </p:sp>
      <p:sp>
        <p:nvSpPr>
          <p:cNvPr id="57" name="">
            <a:extLst xmlns:a="http://schemas.openxmlformats.org/drawingml/2006/main">
              <a:ext uri="{FF2B5EF4-FFF2-40B4-BE49-F238E27FC236}">
                <a16:creationId xmlns:a16="http://schemas.microsoft.com/office/drawing/2014/main" id="{831F0EF1-BB10-4C17-BA93-F3DD57178115}"/>
              </a:ext>
            </a:extLst>
          </p:cNvPr>
          <p:cNvSpPr>
            <a:spLocks xmlns:a="http://schemas.openxmlformats.org/drawingml/2006/main" noGrp="1"/>
          </p:cNvSpPr>
          <p:nvPr/>
        </p:nvSpPr>
        <p:spPr>
          <a:xfrm xmlns:a="http://schemas.openxmlformats.org/drawingml/2006/main">
            <a:off x="10344336" y="5214938"/>
            <a:ext cx="70447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والسياسة</a:t>
            </a:r>
          </a:p>
        </p:txBody>
      </p:sp>
      <p:sp>
        <p:nvSpPr>
          <p:cNvPr id="58" name="">
            <a:extLst xmlns:a="http://schemas.openxmlformats.org/drawingml/2006/main">
              <a:ext uri="{FF2B5EF4-FFF2-40B4-BE49-F238E27FC236}">
                <a16:creationId xmlns:a16="http://schemas.microsoft.com/office/drawing/2014/main" id="{5F0EC1A4-5D60-462D-BA2D-42F7CC556D46}"/>
              </a:ext>
            </a:extLst>
          </p:cNvPr>
          <p:cNvSpPr>
            <a:spLocks xmlns:a="http://schemas.openxmlformats.org/drawingml/2006/main" noGrp="1"/>
          </p:cNvSpPr>
          <p:nvPr/>
        </p:nvSpPr>
        <p:spPr>
          <a:xfrm xmlns:a="http://schemas.openxmlformats.org/drawingml/2006/main">
            <a:off x="11811000" y="4857750"/>
            <a:ext cx="1952625" cy="714375"/>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59" name="">
            <a:extLst xmlns:a="http://schemas.openxmlformats.org/drawingml/2006/main">
              <a:ext uri="{FF2B5EF4-FFF2-40B4-BE49-F238E27FC236}">
                <a16:creationId xmlns:a16="http://schemas.microsoft.com/office/drawing/2014/main" id="{37793438-92A0-4DC5-A354-17ED526F0326}"/>
              </a:ext>
            </a:extLst>
          </p:cNvPr>
          <p:cNvSpPr>
            <a:spLocks xmlns:a="http://schemas.openxmlformats.org/drawingml/2006/main" noGrp="1"/>
          </p:cNvSpPr>
          <p:nvPr/>
        </p:nvSpPr>
        <p:spPr>
          <a:xfrm xmlns:a="http://schemas.openxmlformats.org/drawingml/2006/main">
            <a:off x="12554136" y="4883468"/>
            <a:ext cx="47587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الهوية</a:t>
            </a:r>
          </a:p>
        </p:txBody>
      </p:sp>
      <p:sp>
        <p:nvSpPr>
          <p:cNvPr id="60" name="">
            <a:extLst xmlns:a="http://schemas.openxmlformats.org/drawingml/2006/main">
              <a:ext uri="{FF2B5EF4-FFF2-40B4-BE49-F238E27FC236}">
                <a16:creationId xmlns:a16="http://schemas.microsoft.com/office/drawing/2014/main" id="{89200EA7-3174-4563-B63A-6D9BF8C42C29}"/>
              </a:ext>
            </a:extLst>
          </p:cNvPr>
          <p:cNvSpPr>
            <a:spLocks xmlns:a="http://schemas.openxmlformats.org/drawingml/2006/main" noGrp="1"/>
          </p:cNvSpPr>
          <p:nvPr/>
        </p:nvSpPr>
        <p:spPr>
          <a:xfrm xmlns:a="http://schemas.openxmlformats.org/drawingml/2006/main">
            <a:off x="12342279" y="5214938"/>
            <a:ext cx="89959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والصلاحيات</a:t>
            </a:r>
          </a:p>
        </p:txBody>
      </p:sp>
      <p:cxnSp>
        <p:nvCxnSpPr>
          <p:cNvPr id="61" name="">
            <a:extLst xmlns:a="http://schemas.openxmlformats.org/drawingml/2006/main">
              <a:ext uri="{FF2B5EF4-FFF2-40B4-BE49-F238E27FC236}">
                <a16:creationId xmlns:a16="http://schemas.microsoft.com/office/drawing/2014/main" id="{AFEF8E37-3DE1-407C-82DB-F79249396D8D}"/>
              </a:ext>
            </a:extLst>
          </p:cNvPr>
          <p:cNvCxnSpPr/>
          <p:nvPr/>
        </p:nvCxnSpPr>
        <p:spPr>
          <a:xfrm xmlns:a="http://schemas.openxmlformats.org/drawingml/2006/main">
            <a:off x="4905375" y="3905250"/>
            <a:ext cx="0" cy="428625"/>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62" name="">
            <a:extLst xmlns:a="http://schemas.openxmlformats.org/drawingml/2006/main">
              <a:ext uri="{FF2B5EF4-FFF2-40B4-BE49-F238E27FC236}">
                <a16:creationId xmlns:a16="http://schemas.microsoft.com/office/drawing/2014/main" id="{99045432-1FB7-4BE4-BB80-479590E8989C}"/>
              </a:ext>
            </a:extLst>
          </p:cNvPr>
          <p:cNvCxnSpPr/>
          <p:nvPr/>
        </p:nvCxnSpPr>
        <p:spPr>
          <a:xfrm xmlns:a="http://schemas.openxmlformats.org/drawingml/2006/main">
            <a:off x="10144125" y="3905250"/>
            <a:ext cx="0" cy="428625"/>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sp>
        <p:nvSpPr>
          <p:cNvPr id="63" name="">
            <a:extLst xmlns:a="http://schemas.openxmlformats.org/drawingml/2006/main">
              <a:ext uri="{FF2B5EF4-FFF2-40B4-BE49-F238E27FC236}">
                <a16:creationId xmlns:a16="http://schemas.microsoft.com/office/drawing/2014/main" id="{EACB5C95-1E2E-49B3-8D01-9B27712F7CEB}"/>
              </a:ext>
            </a:extLst>
          </p:cNvPr>
          <p:cNvSpPr>
            <a:spLocks xmlns:a="http://schemas.openxmlformats.org/drawingml/2006/main" noGrp="1"/>
          </p:cNvSpPr>
          <p:nvPr/>
        </p:nvSpPr>
        <p:spPr>
          <a:xfrm xmlns:a="http://schemas.openxmlformats.org/drawingml/2006/main">
            <a:off x="1428750" y="6096000"/>
            <a:ext cx="3429000" cy="1047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64" name="">
            <a:extLst xmlns:a="http://schemas.openxmlformats.org/drawingml/2006/main">
              <a:ext uri="{FF2B5EF4-FFF2-40B4-BE49-F238E27FC236}">
                <a16:creationId xmlns:a16="http://schemas.microsoft.com/office/drawing/2014/main" id="{686442C6-B273-419D-9F1A-FAE4E5768EAC}"/>
              </a:ext>
            </a:extLst>
          </p:cNvPr>
          <p:cNvSpPr>
            <a:spLocks xmlns:a="http://schemas.openxmlformats.org/drawingml/2006/main" noGrp="1"/>
          </p:cNvSpPr>
          <p:nvPr/>
        </p:nvSpPr>
        <p:spPr>
          <a:xfrm xmlns:a="http://schemas.openxmlformats.org/drawingml/2006/main">
            <a:off x="2400133" y="6122670"/>
            <a:ext cx="149576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42B36"/>
                </a:solidFill>
                <a:latin typeface="Arial"/>
                <a:ea typeface="Arial"/>
                <a:cs typeface="Arial"/>
              </a:defRPr>
            </a:defPPr>
            <a:lvl1pPr algn="l">
              <a:defRPr sz="1800" b="1">
                <a:solidFill>
                  <a:srgbClr val="142B36"/>
                </a:solidFill>
                <a:latin typeface="Arial"/>
                <a:ea typeface="Arial"/>
                <a:cs typeface="Arial"/>
              </a:defRPr>
            </a:lvl1pPr>
            <a:lvl2pPr algn="l">
              <a:defRPr sz="1800" b="1">
                <a:solidFill>
                  <a:srgbClr val="142B36"/>
                </a:solidFill>
                <a:latin typeface="Arial"/>
                <a:ea typeface="Arial"/>
                <a:cs typeface="Arial"/>
              </a:defRPr>
            </a:lvl2pPr>
            <a:lvl3pPr algn="l">
              <a:defRPr sz="1800" b="1">
                <a:solidFill>
                  <a:srgbClr val="142B36"/>
                </a:solidFill>
                <a:latin typeface="Arial"/>
                <a:ea typeface="Arial"/>
                <a:cs typeface="Arial"/>
              </a:defRPr>
            </a:lvl3pPr>
            <a:lvl4pPr algn="l">
              <a:defRPr sz="1800" b="1">
                <a:solidFill>
                  <a:srgbClr val="142B36"/>
                </a:solidFill>
                <a:latin typeface="Arial"/>
                <a:ea typeface="Arial"/>
                <a:cs typeface="Arial"/>
              </a:defRPr>
            </a:lvl4pPr>
            <a:lvl5pPr algn="l">
              <a:defRPr sz="1800" b="1">
                <a:solidFill>
                  <a:srgbClr val="142B36"/>
                </a:solidFill>
                <a:latin typeface="Arial"/>
                <a:ea typeface="Arial"/>
                <a:cs typeface="Arial"/>
              </a:defRPr>
            </a:lvl5pPr>
            <a:lvl6pPr algn="l">
              <a:defRPr sz="1800" b="1">
                <a:solidFill>
                  <a:srgbClr val="142B36"/>
                </a:solidFill>
                <a:latin typeface="Arial"/>
                <a:ea typeface="Arial"/>
                <a:cs typeface="Arial"/>
              </a:defRPr>
            </a:lvl6pPr>
            <a:lvl7pPr algn="l">
              <a:defRPr sz="1800" b="1">
                <a:solidFill>
                  <a:srgbClr val="142B36"/>
                </a:solidFill>
                <a:latin typeface="Arial"/>
                <a:ea typeface="Arial"/>
                <a:cs typeface="Arial"/>
              </a:defRPr>
            </a:lvl7pPr>
            <a:lvl8pPr algn="l">
              <a:defRPr sz="1800" b="1">
                <a:solidFill>
                  <a:srgbClr val="142B36"/>
                </a:solidFill>
                <a:latin typeface="Arial"/>
                <a:ea typeface="Arial"/>
                <a:cs typeface="Arial"/>
              </a:defRPr>
            </a:lvl8pPr>
            <a:lvl9pPr algn="l">
              <a:defRPr sz="1800" b="1">
                <a:solidFill>
                  <a:srgbClr val="142B36"/>
                </a:solidFill>
                <a:latin typeface="Arial"/>
                <a:ea typeface="Arial"/>
                <a:cs typeface="Arial"/>
              </a:defRPr>
            </a:lvl9pPr>
          </a:lstStyle>
          <a:p xmlns:a="http://schemas.openxmlformats.org/drawingml/2006/main">
            <a:pPr algn="l">
              <a:defRPr sz="1800" b="1">
                <a:solidFill>
                  <a:srgbClr val="142B36"/>
                </a:solidFill>
                <a:latin typeface="Arial"/>
                <a:ea typeface="Arial"/>
                <a:cs typeface="Arial"/>
              </a:defRPr>
            </a:pPr>
            <a:r>
              <a:rPr sz="1800" b="1">
                <a:solidFill>
                  <a:srgbClr val="142B36"/>
                </a:solidFill>
                <a:latin typeface="Arial"/>
                <a:ea typeface="Arial"/>
                <a:cs typeface="Arial"/>
              </a:rPr>
              <a:t>5 Rule engine</a:t>
            </a:r>
          </a:p>
        </p:txBody>
      </p:sp>
      <p:sp>
        <p:nvSpPr>
          <p:cNvPr id="65" name="">
            <a:extLst xmlns:a="http://schemas.openxmlformats.org/drawingml/2006/main">
              <a:ext uri="{FF2B5EF4-FFF2-40B4-BE49-F238E27FC236}">
                <a16:creationId xmlns:a16="http://schemas.microsoft.com/office/drawing/2014/main" id="{FEEF76ED-EDAE-406C-891A-A34C811EE86C}"/>
              </a:ext>
            </a:extLst>
          </p:cNvPr>
          <p:cNvSpPr>
            <a:spLocks xmlns:a="http://schemas.openxmlformats.org/drawingml/2006/main" noGrp="1"/>
          </p:cNvSpPr>
          <p:nvPr/>
        </p:nvSpPr>
        <p:spPr>
          <a:xfrm xmlns:a="http://schemas.openxmlformats.org/drawingml/2006/main">
            <a:off x="2117341" y="6454140"/>
            <a:ext cx="206134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42B36"/>
                </a:solidFill>
                <a:latin typeface="Arial"/>
                <a:ea typeface="Arial"/>
                <a:cs typeface="Arial"/>
              </a:defRPr>
            </a:defPPr>
            <a:lvl1pPr algn="l">
              <a:defRPr sz="1800" b="1">
                <a:solidFill>
                  <a:srgbClr val="142B36"/>
                </a:solidFill>
                <a:latin typeface="Arial"/>
                <a:ea typeface="Arial"/>
                <a:cs typeface="Arial"/>
              </a:defRPr>
            </a:lvl1pPr>
            <a:lvl2pPr algn="l">
              <a:defRPr sz="1800" b="1">
                <a:solidFill>
                  <a:srgbClr val="142B36"/>
                </a:solidFill>
                <a:latin typeface="Arial"/>
                <a:ea typeface="Arial"/>
                <a:cs typeface="Arial"/>
              </a:defRPr>
            </a:lvl2pPr>
            <a:lvl3pPr algn="l">
              <a:defRPr sz="1800" b="1">
                <a:solidFill>
                  <a:srgbClr val="142B36"/>
                </a:solidFill>
                <a:latin typeface="Arial"/>
                <a:ea typeface="Arial"/>
                <a:cs typeface="Arial"/>
              </a:defRPr>
            </a:lvl3pPr>
            <a:lvl4pPr algn="l">
              <a:defRPr sz="1800" b="1">
                <a:solidFill>
                  <a:srgbClr val="142B36"/>
                </a:solidFill>
                <a:latin typeface="Arial"/>
                <a:ea typeface="Arial"/>
                <a:cs typeface="Arial"/>
              </a:defRPr>
            </a:lvl4pPr>
            <a:lvl5pPr algn="l">
              <a:defRPr sz="1800" b="1">
                <a:solidFill>
                  <a:srgbClr val="142B36"/>
                </a:solidFill>
                <a:latin typeface="Arial"/>
                <a:ea typeface="Arial"/>
                <a:cs typeface="Arial"/>
              </a:defRPr>
            </a:lvl5pPr>
            <a:lvl6pPr algn="l">
              <a:defRPr sz="1800" b="1">
                <a:solidFill>
                  <a:srgbClr val="142B36"/>
                </a:solidFill>
                <a:latin typeface="Arial"/>
                <a:ea typeface="Arial"/>
                <a:cs typeface="Arial"/>
              </a:defRPr>
            </a:lvl6pPr>
            <a:lvl7pPr algn="l">
              <a:defRPr sz="1800" b="1">
                <a:solidFill>
                  <a:srgbClr val="142B36"/>
                </a:solidFill>
                <a:latin typeface="Arial"/>
                <a:ea typeface="Arial"/>
                <a:cs typeface="Arial"/>
              </a:defRPr>
            </a:lvl7pPr>
            <a:lvl8pPr algn="l">
              <a:defRPr sz="1800" b="1">
                <a:solidFill>
                  <a:srgbClr val="142B36"/>
                </a:solidFill>
                <a:latin typeface="Arial"/>
                <a:ea typeface="Arial"/>
                <a:cs typeface="Arial"/>
              </a:defRPr>
            </a:lvl8pPr>
            <a:lvl9pPr algn="l">
              <a:defRPr sz="1800" b="1">
                <a:solidFill>
                  <a:srgbClr val="142B36"/>
                </a:solidFill>
                <a:latin typeface="Arial"/>
                <a:ea typeface="Arial"/>
                <a:cs typeface="Arial"/>
              </a:defRPr>
            </a:lvl9pPr>
          </a:lstStyle>
          <a:p xmlns:a="http://schemas.openxmlformats.org/drawingml/2006/main">
            <a:pPr algn="l">
              <a:defRPr sz="1800" b="1">
                <a:solidFill>
                  <a:srgbClr val="142B36"/>
                </a:solidFill>
                <a:latin typeface="Arial"/>
                <a:ea typeface="Arial"/>
                <a:cs typeface="Arial"/>
              </a:defRPr>
            </a:pPr>
            <a:r>
              <a:rPr sz="1800" b="1">
                <a:solidFill>
                  <a:srgbClr val="142B36"/>
                </a:solidFill>
                <a:latin typeface="Arial"/>
                <a:ea typeface="Arial"/>
                <a:cs typeface="Arial"/>
              </a:rPr>
              <a:t>Evaluation + repair</a:t>
            </a:r>
          </a:p>
        </p:txBody>
      </p:sp>
      <p:sp>
        <p:nvSpPr>
          <p:cNvPr id="66" name="">
            <a:extLst xmlns:a="http://schemas.openxmlformats.org/drawingml/2006/main">
              <a:ext uri="{FF2B5EF4-FFF2-40B4-BE49-F238E27FC236}">
                <a16:creationId xmlns:a16="http://schemas.microsoft.com/office/drawing/2014/main" id="{5B9E87FB-386F-4D8D-B803-995259C123B4}"/>
              </a:ext>
            </a:extLst>
          </p:cNvPr>
          <p:cNvSpPr>
            <a:spLocks xmlns:a="http://schemas.openxmlformats.org/drawingml/2006/main" noGrp="1"/>
          </p:cNvSpPr>
          <p:nvPr/>
        </p:nvSpPr>
        <p:spPr>
          <a:xfrm xmlns:a="http://schemas.openxmlformats.org/drawingml/2006/main">
            <a:off x="3820652" y="6785610"/>
            <a:ext cx="31469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دون</a:t>
            </a:r>
          </a:p>
        </p:txBody>
      </p:sp>
      <p:sp>
        <p:nvSpPr>
          <p:cNvPr id="67" name="">
            <a:extLst xmlns:a="http://schemas.openxmlformats.org/drawingml/2006/main">
              <a:ext uri="{FF2B5EF4-FFF2-40B4-BE49-F238E27FC236}">
                <a16:creationId xmlns:a16="http://schemas.microsoft.com/office/drawing/2014/main" id="{3046F059-0D7F-492C-8D9D-0023C2BEC881}"/>
              </a:ext>
            </a:extLst>
          </p:cNvPr>
          <p:cNvSpPr>
            <a:spLocks xmlns:a="http://schemas.openxmlformats.org/drawingml/2006/main" noGrp="1"/>
          </p:cNvSpPr>
          <p:nvPr/>
        </p:nvSpPr>
        <p:spPr>
          <a:xfrm xmlns:a="http://schemas.openxmlformats.org/drawingml/2006/main">
            <a:off x="3371390" y="6785610"/>
            <a:ext cx="38792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شبكة</a:t>
            </a:r>
          </a:p>
        </p:txBody>
      </p:sp>
      <p:sp>
        <p:nvSpPr>
          <p:cNvPr id="68" name="">
            <a:extLst xmlns:a="http://schemas.openxmlformats.org/drawingml/2006/main">
              <a:ext uri="{FF2B5EF4-FFF2-40B4-BE49-F238E27FC236}">
                <a16:creationId xmlns:a16="http://schemas.microsoft.com/office/drawing/2014/main" id="{6357D0C3-F5DB-4AF7-9CFC-597E82DDEB5A}"/>
              </a:ext>
            </a:extLst>
          </p:cNvPr>
          <p:cNvSpPr>
            <a:spLocks xmlns:a="http://schemas.openxmlformats.org/drawingml/2006/main" noGrp="1"/>
          </p:cNvSpPr>
          <p:nvPr/>
        </p:nvSpPr>
        <p:spPr>
          <a:xfrm xmlns:a="http://schemas.openxmlformats.org/drawingml/2006/main">
            <a:off x="3147826" y="6785610"/>
            <a:ext cx="16222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أو</a:t>
            </a:r>
          </a:p>
        </p:txBody>
      </p:sp>
      <p:sp>
        <p:nvSpPr>
          <p:cNvPr id="69" name="">
            <a:extLst xmlns:a="http://schemas.openxmlformats.org/drawingml/2006/main">
              <a:ext uri="{FF2B5EF4-FFF2-40B4-BE49-F238E27FC236}">
                <a16:creationId xmlns:a16="http://schemas.microsoft.com/office/drawing/2014/main" id="{2278F679-5FF7-4FA6-8A3C-FBC28ADD56D3}"/>
              </a:ext>
            </a:extLst>
          </p:cNvPr>
          <p:cNvSpPr>
            <a:spLocks xmlns:a="http://schemas.openxmlformats.org/drawingml/2006/main" noGrp="1"/>
          </p:cNvSpPr>
          <p:nvPr/>
        </p:nvSpPr>
        <p:spPr>
          <a:xfrm xmlns:a="http://schemas.openxmlformats.org/drawingml/2006/main">
            <a:off x="2673339" y="6785610"/>
            <a:ext cx="41314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قاعدة</a:t>
            </a:r>
          </a:p>
        </p:txBody>
      </p:sp>
      <p:sp>
        <p:nvSpPr>
          <p:cNvPr id="70" name="">
            <a:extLst xmlns:a="http://schemas.openxmlformats.org/drawingml/2006/main">
              <a:ext uri="{FF2B5EF4-FFF2-40B4-BE49-F238E27FC236}">
                <a16:creationId xmlns:a16="http://schemas.microsoft.com/office/drawing/2014/main" id="{41DAA47C-2DFA-441F-9AEA-9070A066041D}"/>
              </a:ext>
            </a:extLst>
          </p:cNvPr>
          <p:cNvSpPr>
            <a:spLocks xmlns:a="http://schemas.openxmlformats.org/drawingml/2006/main" noGrp="1"/>
          </p:cNvSpPr>
          <p:nvPr/>
        </p:nvSpPr>
        <p:spPr>
          <a:xfrm xmlns:a="http://schemas.openxmlformats.org/drawingml/2006/main">
            <a:off x="2160676" y="6785610"/>
            <a:ext cx="45132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بيانات</a:t>
            </a:r>
          </a:p>
        </p:txBody>
      </p:sp>
      <p:sp>
        <p:nvSpPr>
          <p:cNvPr id="71" name="">
            <a:extLst xmlns:a="http://schemas.openxmlformats.org/drawingml/2006/main">
              <a:ext uri="{FF2B5EF4-FFF2-40B4-BE49-F238E27FC236}">
                <a16:creationId xmlns:a16="http://schemas.microsoft.com/office/drawing/2014/main" id="{4F188E51-CD7E-4555-8AC8-2279BF761AF4}"/>
              </a:ext>
            </a:extLst>
          </p:cNvPr>
          <p:cNvSpPr>
            <a:spLocks xmlns:a="http://schemas.openxmlformats.org/drawingml/2006/main" noGrp="1"/>
          </p:cNvSpPr>
          <p:nvPr/>
        </p:nvSpPr>
        <p:spPr>
          <a:xfrm xmlns:a="http://schemas.openxmlformats.org/drawingml/2006/main">
            <a:off x="6000750" y="6096000"/>
            <a:ext cx="3429000" cy="1047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72" name="">
            <a:extLst xmlns:a="http://schemas.openxmlformats.org/drawingml/2006/main">
              <a:ext uri="{FF2B5EF4-FFF2-40B4-BE49-F238E27FC236}">
                <a16:creationId xmlns:a16="http://schemas.microsoft.com/office/drawing/2014/main" id="{7E597049-EA8E-4E7C-8040-A34AFBA3B5B8}"/>
              </a:ext>
            </a:extLst>
          </p:cNvPr>
          <p:cNvSpPr>
            <a:spLocks xmlns:a="http://schemas.openxmlformats.org/drawingml/2006/main" noGrp="1"/>
          </p:cNvSpPr>
          <p:nvPr/>
        </p:nvSpPr>
        <p:spPr>
          <a:xfrm xmlns:a="http://schemas.openxmlformats.org/drawingml/2006/main">
            <a:off x="6616731" y="6122670"/>
            <a:ext cx="220656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42B36"/>
                </a:solidFill>
                <a:latin typeface="Arial"/>
                <a:ea typeface="Arial"/>
                <a:cs typeface="Arial"/>
              </a:defRPr>
            </a:defPPr>
            <a:lvl1pPr algn="l">
              <a:defRPr sz="1800" b="1">
                <a:solidFill>
                  <a:srgbClr val="142B36"/>
                </a:solidFill>
                <a:latin typeface="Arial"/>
                <a:ea typeface="Arial"/>
                <a:cs typeface="Arial"/>
              </a:defRPr>
            </a:lvl1pPr>
            <a:lvl2pPr algn="l">
              <a:defRPr sz="1800" b="1">
                <a:solidFill>
                  <a:srgbClr val="142B36"/>
                </a:solidFill>
                <a:latin typeface="Arial"/>
                <a:ea typeface="Arial"/>
                <a:cs typeface="Arial"/>
              </a:defRPr>
            </a:lvl2pPr>
            <a:lvl3pPr algn="l">
              <a:defRPr sz="1800" b="1">
                <a:solidFill>
                  <a:srgbClr val="142B36"/>
                </a:solidFill>
                <a:latin typeface="Arial"/>
                <a:ea typeface="Arial"/>
                <a:cs typeface="Arial"/>
              </a:defRPr>
            </a:lvl3pPr>
            <a:lvl4pPr algn="l">
              <a:defRPr sz="1800" b="1">
                <a:solidFill>
                  <a:srgbClr val="142B36"/>
                </a:solidFill>
                <a:latin typeface="Arial"/>
                <a:ea typeface="Arial"/>
                <a:cs typeface="Arial"/>
              </a:defRPr>
            </a:lvl4pPr>
            <a:lvl5pPr algn="l">
              <a:defRPr sz="1800" b="1">
                <a:solidFill>
                  <a:srgbClr val="142B36"/>
                </a:solidFill>
                <a:latin typeface="Arial"/>
                <a:ea typeface="Arial"/>
                <a:cs typeface="Arial"/>
              </a:defRPr>
            </a:lvl5pPr>
            <a:lvl6pPr algn="l">
              <a:defRPr sz="1800" b="1">
                <a:solidFill>
                  <a:srgbClr val="142B36"/>
                </a:solidFill>
                <a:latin typeface="Arial"/>
                <a:ea typeface="Arial"/>
                <a:cs typeface="Arial"/>
              </a:defRPr>
            </a:lvl6pPr>
            <a:lvl7pPr algn="l">
              <a:defRPr sz="1800" b="1">
                <a:solidFill>
                  <a:srgbClr val="142B36"/>
                </a:solidFill>
                <a:latin typeface="Arial"/>
                <a:ea typeface="Arial"/>
                <a:cs typeface="Arial"/>
              </a:defRPr>
            </a:lvl7pPr>
            <a:lvl8pPr algn="l">
              <a:defRPr sz="1800" b="1">
                <a:solidFill>
                  <a:srgbClr val="142B36"/>
                </a:solidFill>
                <a:latin typeface="Arial"/>
                <a:ea typeface="Arial"/>
                <a:cs typeface="Arial"/>
              </a:defRPr>
            </a:lvl8pPr>
            <a:lvl9pPr algn="l">
              <a:defRPr sz="1800" b="1">
                <a:solidFill>
                  <a:srgbClr val="142B36"/>
                </a:solidFill>
                <a:latin typeface="Arial"/>
                <a:ea typeface="Arial"/>
                <a:cs typeface="Arial"/>
              </a:defRPr>
            </a:lvl9pPr>
          </a:lstStyle>
          <a:p xmlns:a="http://schemas.openxmlformats.org/drawingml/2006/main">
            <a:pPr algn="l">
              <a:defRPr sz="1800" b="1">
                <a:solidFill>
                  <a:srgbClr val="142B36"/>
                </a:solidFill>
                <a:latin typeface="Arial"/>
                <a:ea typeface="Arial"/>
                <a:cs typeface="Arial"/>
              </a:defRPr>
            </a:pPr>
            <a:r>
              <a:rPr sz="1800" b="1">
                <a:solidFill>
                  <a:srgbClr val="142B36"/>
                </a:solidFill>
                <a:latin typeface="Arial"/>
                <a:ea typeface="Arial"/>
                <a:cs typeface="Arial"/>
              </a:rPr>
              <a:t>4 GitHub integration</a:t>
            </a:r>
          </a:p>
        </p:txBody>
      </p:sp>
      <p:sp>
        <p:nvSpPr>
          <p:cNvPr id="73" name="">
            <a:extLst xmlns:a="http://schemas.openxmlformats.org/drawingml/2006/main">
              <a:ext uri="{FF2B5EF4-FFF2-40B4-BE49-F238E27FC236}">
                <a16:creationId xmlns:a16="http://schemas.microsoft.com/office/drawing/2014/main" id="{902746F2-7A3D-424D-80D8-28563C314514}"/>
              </a:ext>
            </a:extLst>
          </p:cNvPr>
          <p:cNvSpPr>
            <a:spLocks xmlns:a="http://schemas.openxmlformats.org/drawingml/2006/main" noGrp="1"/>
          </p:cNvSpPr>
          <p:nvPr/>
        </p:nvSpPr>
        <p:spPr>
          <a:xfrm xmlns:a="http://schemas.openxmlformats.org/drawingml/2006/main">
            <a:off x="7862304" y="6454140"/>
            <a:ext cx="33121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جمع</a:t>
            </a:r>
          </a:p>
        </p:txBody>
      </p:sp>
      <p:sp>
        <p:nvSpPr>
          <p:cNvPr id="74" name="">
            <a:extLst xmlns:a="http://schemas.openxmlformats.org/drawingml/2006/main">
              <a:ext uri="{FF2B5EF4-FFF2-40B4-BE49-F238E27FC236}">
                <a16:creationId xmlns:a16="http://schemas.microsoft.com/office/drawing/2014/main" id="{2916F9A7-41E8-4605-A9A5-0DF6882FA458}"/>
              </a:ext>
            </a:extLst>
          </p:cNvPr>
          <p:cNvSpPr>
            <a:spLocks xmlns:a="http://schemas.openxmlformats.org/drawingml/2006/main" noGrp="1"/>
          </p:cNvSpPr>
          <p:nvPr/>
        </p:nvSpPr>
        <p:spPr>
          <a:xfrm xmlns:a="http://schemas.openxmlformats.org/drawingml/2006/main">
            <a:off x="7246504" y="6454140"/>
            <a:ext cx="554459"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البيانات</a:t>
            </a:r>
          </a:p>
        </p:txBody>
      </p:sp>
      <p:sp>
        <p:nvSpPr>
          <p:cNvPr id="75" name="">
            <a:extLst xmlns:a="http://schemas.openxmlformats.org/drawingml/2006/main">
              <a:ext uri="{FF2B5EF4-FFF2-40B4-BE49-F238E27FC236}">
                <a16:creationId xmlns:a16="http://schemas.microsoft.com/office/drawing/2014/main" id="{9DE48064-9278-43B9-86DF-F5453A272D68}"/>
              </a:ext>
            </a:extLst>
          </p:cNvPr>
          <p:cNvSpPr>
            <a:spLocks xmlns:a="http://schemas.openxmlformats.org/drawingml/2006/main" noGrp="1"/>
          </p:cNvSpPr>
          <p:nvPr/>
        </p:nvSpPr>
        <p:spPr>
          <a:xfrm xmlns:a="http://schemas.openxmlformats.org/drawingml/2006/main">
            <a:off x="8049988" y="6785610"/>
            <a:ext cx="41404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وبيان</a:t>
            </a:r>
          </a:p>
        </p:txBody>
      </p:sp>
      <p:sp>
        <p:nvSpPr>
          <p:cNvPr id="76" name="">
            <a:extLst xmlns:a="http://schemas.openxmlformats.org/drawingml/2006/main">
              <a:ext uri="{FF2B5EF4-FFF2-40B4-BE49-F238E27FC236}">
                <a16:creationId xmlns:a16="http://schemas.microsoft.com/office/drawing/2014/main" id="{A00A796C-4392-45D2-8C7C-5490CB377C66}"/>
              </a:ext>
            </a:extLst>
          </p:cNvPr>
          <p:cNvSpPr>
            <a:spLocks xmlns:a="http://schemas.openxmlformats.org/drawingml/2006/main" noGrp="1"/>
          </p:cNvSpPr>
          <p:nvPr/>
        </p:nvSpPr>
        <p:spPr>
          <a:xfrm xmlns:a="http://schemas.openxmlformats.org/drawingml/2006/main">
            <a:off x="7599611" y="6785610"/>
            <a:ext cx="38903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حدود</a:t>
            </a:r>
          </a:p>
        </p:txBody>
      </p:sp>
      <p:sp>
        <p:nvSpPr>
          <p:cNvPr id="77" name="">
            <a:extLst xmlns:a="http://schemas.openxmlformats.org/drawingml/2006/main">
              <a:ext uri="{FF2B5EF4-FFF2-40B4-BE49-F238E27FC236}">
                <a16:creationId xmlns:a16="http://schemas.microsoft.com/office/drawing/2014/main" id="{AF4DC05F-3356-414A-B2A7-3C7D39046735}"/>
              </a:ext>
            </a:extLst>
          </p:cNvPr>
          <p:cNvSpPr>
            <a:spLocks xmlns:a="http://schemas.openxmlformats.org/drawingml/2006/main" noGrp="1"/>
          </p:cNvSpPr>
          <p:nvPr/>
        </p:nvSpPr>
        <p:spPr>
          <a:xfrm xmlns:a="http://schemas.openxmlformats.org/drawingml/2006/main">
            <a:off x="6975997" y="6785610"/>
            <a:ext cx="56227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اكتمالها</a:t>
            </a:r>
          </a:p>
        </p:txBody>
      </p:sp>
      <p:sp>
        <p:nvSpPr>
          <p:cNvPr id="78" name="">
            <a:extLst xmlns:a="http://schemas.openxmlformats.org/drawingml/2006/main">
              <a:ext uri="{FF2B5EF4-FFF2-40B4-BE49-F238E27FC236}">
                <a16:creationId xmlns:a16="http://schemas.microsoft.com/office/drawing/2014/main" id="{7BAB17DE-2A78-49A6-B13B-37A84C3594FD}"/>
              </a:ext>
            </a:extLst>
          </p:cNvPr>
          <p:cNvSpPr>
            <a:spLocks xmlns:a="http://schemas.openxmlformats.org/drawingml/2006/main" noGrp="1"/>
          </p:cNvSpPr>
          <p:nvPr/>
        </p:nvSpPr>
        <p:spPr>
          <a:xfrm xmlns:a="http://schemas.openxmlformats.org/drawingml/2006/main">
            <a:off x="10572750" y="6096000"/>
            <a:ext cx="3429000" cy="1047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79" name="">
            <a:extLst xmlns:a="http://schemas.openxmlformats.org/drawingml/2006/main">
              <a:ext uri="{FF2B5EF4-FFF2-40B4-BE49-F238E27FC236}">
                <a16:creationId xmlns:a16="http://schemas.microsoft.com/office/drawing/2014/main" id="{483F6126-F1DE-4965-84F9-7B76722727D5}"/>
              </a:ext>
            </a:extLst>
          </p:cNvPr>
          <p:cNvSpPr>
            <a:spLocks xmlns:a="http://schemas.openxmlformats.org/drawingml/2006/main" noGrp="1"/>
          </p:cNvSpPr>
          <p:nvPr/>
        </p:nvSpPr>
        <p:spPr>
          <a:xfrm xmlns:a="http://schemas.openxmlformats.org/drawingml/2006/main">
            <a:off x="11626342" y="6122670"/>
            <a:ext cx="133134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42B36"/>
                </a:solidFill>
                <a:latin typeface="Arial"/>
                <a:ea typeface="Arial"/>
                <a:cs typeface="Arial"/>
              </a:defRPr>
            </a:defPPr>
            <a:lvl1pPr algn="l">
              <a:defRPr sz="1800" b="1">
                <a:solidFill>
                  <a:srgbClr val="142B36"/>
                </a:solidFill>
                <a:latin typeface="Arial"/>
                <a:ea typeface="Arial"/>
                <a:cs typeface="Arial"/>
              </a:defRPr>
            </a:lvl1pPr>
            <a:lvl2pPr algn="l">
              <a:defRPr sz="1800" b="1">
                <a:solidFill>
                  <a:srgbClr val="142B36"/>
                </a:solidFill>
                <a:latin typeface="Arial"/>
                <a:ea typeface="Arial"/>
                <a:cs typeface="Arial"/>
              </a:defRPr>
            </a:lvl2pPr>
            <a:lvl3pPr algn="l">
              <a:defRPr sz="1800" b="1">
                <a:solidFill>
                  <a:srgbClr val="142B36"/>
                </a:solidFill>
                <a:latin typeface="Arial"/>
                <a:ea typeface="Arial"/>
                <a:cs typeface="Arial"/>
              </a:defRPr>
            </a:lvl3pPr>
            <a:lvl4pPr algn="l">
              <a:defRPr sz="1800" b="1">
                <a:solidFill>
                  <a:srgbClr val="142B36"/>
                </a:solidFill>
                <a:latin typeface="Arial"/>
                <a:ea typeface="Arial"/>
                <a:cs typeface="Arial"/>
              </a:defRPr>
            </a:lvl4pPr>
            <a:lvl5pPr algn="l">
              <a:defRPr sz="1800" b="1">
                <a:solidFill>
                  <a:srgbClr val="142B36"/>
                </a:solidFill>
                <a:latin typeface="Arial"/>
                <a:ea typeface="Arial"/>
                <a:cs typeface="Arial"/>
              </a:defRPr>
            </a:lvl5pPr>
            <a:lvl6pPr algn="l">
              <a:defRPr sz="1800" b="1">
                <a:solidFill>
                  <a:srgbClr val="142B36"/>
                </a:solidFill>
                <a:latin typeface="Arial"/>
                <a:ea typeface="Arial"/>
                <a:cs typeface="Arial"/>
              </a:defRPr>
            </a:lvl6pPr>
            <a:lvl7pPr algn="l">
              <a:defRPr sz="1800" b="1">
                <a:solidFill>
                  <a:srgbClr val="142B36"/>
                </a:solidFill>
                <a:latin typeface="Arial"/>
                <a:ea typeface="Arial"/>
                <a:cs typeface="Arial"/>
              </a:defRPr>
            </a:lvl7pPr>
            <a:lvl8pPr algn="l">
              <a:defRPr sz="1800" b="1">
                <a:solidFill>
                  <a:srgbClr val="142B36"/>
                </a:solidFill>
                <a:latin typeface="Arial"/>
                <a:ea typeface="Arial"/>
                <a:cs typeface="Arial"/>
              </a:defRPr>
            </a:lvl8pPr>
            <a:lvl9pPr algn="l">
              <a:defRPr sz="1800" b="1">
                <a:solidFill>
                  <a:srgbClr val="142B36"/>
                </a:solidFill>
                <a:latin typeface="Arial"/>
                <a:ea typeface="Arial"/>
                <a:cs typeface="Arial"/>
              </a:defRPr>
            </a:lvl9pPr>
          </a:lstStyle>
          <a:p xmlns:a="http://schemas.openxmlformats.org/drawingml/2006/main">
            <a:pPr algn="l">
              <a:defRPr sz="1800" b="1">
                <a:solidFill>
                  <a:srgbClr val="142B36"/>
                </a:solidFill>
                <a:latin typeface="Arial"/>
                <a:ea typeface="Arial"/>
                <a:cs typeface="Arial"/>
              </a:defRPr>
            </a:pPr>
            <a:r>
              <a:rPr sz="1800" b="1">
                <a:solidFill>
                  <a:srgbClr val="142B36"/>
                </a:solidFill>
                <a:latin typeface="Arial"/>
                <a:ea typeface="Arial"/>
                <a:cs typeface="Arial"/>
              </a:rPr>
              <a:t>Data access</a:t>
            </a:r>
          </a:p>
        </p:txBody>
      </p:sp>
      <p:sp>
        <p:nvSpPr>
          <p:cNvPr id="80" name="">
            <a:extLst xmlns:a="http://schemas.openxmlformats.org/drawingml/2006/main">
              <a:ext uri="{FF2B5EF4-FFF2-40B4-BE49-F238E27FC236}">
                <a16:creationId xmlns:a16="http://schemas.microsoft.com/office/drawing/2014/main" id="{7925C577-603F-4BB0-B9C8-3DB9C2FA1321}"/>
              </a:ext>
            </a:extLst>
          </p:cNvPr>
          <p:cNvSpPr>
            <a:spLocks xmlns:a="http://schemas.openxmlformats.org/drawingml/2006/main" noGrp="1"/>
          </p:cNvSpPr>
          <p:nvPr/>
        </p:nvSpPr>
        <p:spPr>
          <a:xfrm xmlns:a="http://schemas.openxmlformats.org/drawingml/2006/main">
            <a:off x="12696719" y="6454140"/>
            <a:ext cx="13666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42B36"/>
                </a:solidFill>
                <a:latin typeface="Arial"/>
                <a:ea typeface="Arial"/>
                <a:cs typeface="Arial"/>
              </a:defRPr>
            </a:defPPr>
            <a:lvl1pPr algn="l">
              <a:defRPr sz="1800" b="1">
                <a:solidFill>
                  <a:srgbClr val="142B36"/>
                </a:solidFill>
                <a:latin typeface="Arial"/>
                <a:ea typeface="Arial"/>
                <a:cs typeface="Arial"/>
              </a:defRPr>
            </a:lvl1pPr>
            <a:lvl2pPr algn="l">
              <a:defRPr sz="1800" b="1">
                <a:solidFill>
                  <a:srgbClr val="142B36"/>
                </a:solidFill>
                <a:latin typeface="Arial"/>
                <a:ea typeface="Arial"/>
                <a:cs typeface="Arial"/>
              </a:defRPr>
            </a:lvl2pPr>
            <a:lvl3pPr algn="l">
              <a:defRPr sz="1800" b="1">
                <a:solidFill>
                  <a:srgbClr val="142B36"/>
                </a:solidFill>
                <a:latin typeface="Arial"/>
                <a:ea typeface="Arial"/>
                <a:cs typeface="Arial"/>
              </a:defRPr>
            </a:lvl3pPr>
            <a:lvl4pPr algn="l">
              <a:defRPr sz="1800" b="1">
                <a:solidFill>
                  <a:srgbClr val="142B36"/>
                </a:solidFill>
                <a:latin typeface="Arial"/>
                <a:ea typeface="Arial"/>
                <a:cs typeface="Arial"/>
              </a:defRPr>
            </a:lvl4pPr>
            <a:lvl5pPr algn="l">
              <a:defRPr sz="1800" b="1">
                <a:solidFill>
                  <a:srgbClr val="142B36"/>
                </a:solidFill>
                <a:latin typeface="Arial"/>
                <a:ea typeface="Arial"/>
                <a:cs typeface="Arial"/>
              </a:defRPr>
            </a:lvl5pPr>
            <a:lvl6pPr algn="l">
              <a:defRPr sz="1800" b="1">
                <a:solidFill>
                  <a:srgbClr val="142B36"/>
                </a:solidFill>
                <a:latin typeface="Arial"/>
                <a:ea typeface="Arial"/>
                <a:cs typeface="Arial"/>
              </a:defRPr>
            </a:lvl6pPr>
            <a:lvl7pPr algn="l">
              <a:defRPr sz="1800" b="1">
                <a:solidFill>
                  <a:srgbClr val="142B36"/>
                </a:solidFill>
                <a:latin typeface="Arial"/>
                <a:ea typeface="Arial"/>
                <a:cs typeface="Arial"/>
              </a:defRPr>
            </a:lvl7pPr>
            <a:lvl8pPr algn="l">
              <a:defRPr sz="1800" b="1">
                <a:solidFill>
                  <a:srgbClr val="142B36"/>
                </a:solidFill>
                <a:latin typeface="Arial"/>
                <a:ea typeface="Arial"/>
                <a:cs typeface="Arial"/>
              </a:defRPr>
            </a:lvl8pPr>
            <a:lvl9pPr algn="l">
              <a:defRPr sz="1800" b="1">
                <a:solidFill>
                  <a:srgbClr val="142B36"/>
                </a:solidFill>
                <a:latin typeface="Arial"/>
                <a:ea typeface="Arial"/>
                <a:cs typeface="Arial"/>
              </a:defRPr>
            </a:lvl9pPr>
          </a:lstStyle>
          <a:p xmlns:a="http://schemas.openxmlformats.org/drawingml/2006/main">
            <a:pPr algn="l">
              <a:defRPr sz="1800" b="1">
                <a:solidFill>
                  <a:srgbClr val="142B36"/>
                </a:solidFill>
                <a:latin typeface="Arial"/>
                <a:ea typeface="Arial"/>
                <a:cs typeface="Arial"/>
              </a:defRPr>
            </a:pPr>
            <a:r>
              <a:rPr sz="1800" b="1">
                <a:solidFill>
                  <a:srgbClr val="142B36"/>
                </a:solidFill>
                <a:latin typeface="Arial"/>
                <a:ea typeface="Arial"/>
                <a:cs typeface="Arial"/>
              </a:rPr>
              <a:t>2</a:t>
            </a:r>
          </a:p>
        </p:txBody>
      </p:sp>
      <p:sp>
        <p:nvSpPr>
          <p:cNvPr id="81" name="">
            <a:extLst xmlns:a="http://schemas.openxmlformats.org/drawingml/2006/main">
              <a:ext uri="{FF2B5EF4-FFF2-40B4-BE49-F238E27FC236}">
                <a16:creationId xmlns:a16="http://schemas.microsoft.com/office/drawing/2014/main" id="{E91525AE-69D0-4DB6-B9AC-0E1A512E08F7}"/>
              </a:ext>
            </a:extLst>
          </p:cNvPr>
          <p:cNvSpPr>
            <a:spLocks xmlns:a="http://schemas.openxmlformats.org/drawingml/2006/main" noGrp="1"/>
          </p:cNvSpPr>
          <p:nvPr/>
        </p:nvSpPr>
        <p:spPr>
          <a:xfrm xmlns:a="http://schemas.openxmlformats.org/drawingml/2006/main">
            <a:off x="12312421" y="6454140"/>
            <a:ext cx="32295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حفظ</a:t>
            </a:r>
          </a:p>
        </p:txBody>
      </p:sp>
      <p:sp>
        <p:nvSpPr>
          <p:cNvPr id="82" name="">
            <a:extLst xmlns:a="http://schemas.openxmlformats.org/drawingml/2006/main">
              <a:ext uri="{FF2B5EF4-FFF2-40B4-BE49-F238E27FC236}">
                <a16:creationId xmlns:a16="http://schemas.microsoft.com/office/drawing/2014/main" id="{0A6D6B29-523D-4B02-B621-0450E8BCC579}"/>
              </a:ext>
            </a:extLst>
          </p:cNvPr>
          <p:cNvSpPr>
            <a:spLocks xmlns:a="http://schemas.openxmlformats.org/drawingml/2006/main" noGrp="1"/>
          </p:cNvSpPr>
          <p:nvPr/>
        </p:nvSpPr>
        <p:spPr>
          <a:xfrm xmlns:a="http://schemas.openxmlformats.org/drawingml/2006/main">
            <a:off x="11750645" y="6454140"/>
            <a:ext cx="50043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المهمة</a:t>
            </a:r>
          </a:p>
        </p:txBody>
      </p:sp>
      <p:sp>
        <p:nvSpPr>
          <p:cNvPr id="83" name="">
            <a:extLst xmlns:a="http://schemas.openxmlformats.org/drawingml/2006/main">
              <a:ext uri="{FF2B5EF4-FFF2-40B4-BE49-F238E27FC236}">
                <a16:creationId xmlns:a16="http://schemas.microsoft.com/office/drawing/2014/main" id="{94AC5805-8082-4157-A6E1-C5AB2A4371E4}"/>
              </a:ext>
            </a:extLst>
          </p:cNvPr>
          <p:cNvSpPr>
            <a:spLocks xmlns:a="http://schemas.openxmlformats.org/drawingml/2006/main" noGrp="1"/>
          </p:cNvSpPr>
          <p:nvPr/>
        </p:nvSpPr>
        <p:spPr>
          <a:xfrm xmlns:a="http://schemas.openxmlformats.org/drawingml/2006/main">
            <a:off x="12985978" y="6785610"/>
            <a:ext cx="13666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42B36"/>
                </a:solidFill>
                <a:latin typeface="Arial"/>
                <a:ea typeface="Arial"/>
                <a:cs typeface="Arial"/>
              </a:defRPr>
            </a:defPPr>
            <a:lvl1pPr algn="l">
              <a:defRPr sz="1800" b="1">
                <a:solidFill>
                  <a:srgbClr val="142B36"/>
                </a:solidFill>
                <a:latin typeface="Arial"/>
                <a:ea typeface="Arial"/>
                <a:cs typeface="Arial"/>
              </a:defRPr>
            </a:lvl1pPr>
            <a:lvl2pPr algn="l">
              <a:defRPr sz="1800" b="1">
                <a:solidFill>
                  <a:srgbClr val="142B36"/>
                </a:solidFill>
                <a:latin typeface="Arial"/>
                <a:ea typeface="Arial"/>
                <a:cs typeface="Arial"/>
              </a:defRPr>
            </a:lvl2pPr>
            <a:lvl3pPr algn="l">
              <a:defRPr sz="1800" b="1">
                <a:solidFill>
                  <a:srgbClr val="142B36"/>
                </a:solidFill>
                <a:latin typeface="Arial"/>
                <a:ea typeface="Arial"/>
                <a:cs typeface="Arial"/>
              </a:defRPr>
            </a:lvl3pPr>
            <a:lvl4pPr algn="l">
              <a:defRPr sz="1800" b="1">
                <a:solidFill>
                  <a:srgbClr val="142B36"/>
                </a:solidFill>
                <a:latin typeface="Arial"/>
                <a:ea typeface="Arial"/>
                <a:cs typeface="Arial"/>
              </a:defRPr>
            </a:lvl4pPr>
            <a:lvl5pPr algn="l">
              <a:defRPr sz="1800" b="1">
                <a:solidFill>
                  <a:srgbClr val="142B36"/>
                </a:solidFill>
                <a:latin typeface="Arial"/>
                <a:ea typeface="Arial"/>
                <a:cs typeface="Arial"/>
              </a:defRPr>
            </a:lvl5pPr>
            <a:lvl6pPr algn="l">
              <a:defRPr sz="1800" b="1">
                <a:solidFill>
                  <a:srgbClr val="142B36"/>
                </a:solidFill>
                <a:latin typeface="Arial"/>
                <a:ea typeface="Arial"/>
                <a:cs typeface="Arial"/>
              </a:defRPr>
            </a:lvl6pPr>
            <a:lvl7pPr algn="l">
              <a:defRPr sz="1800" b="1">
                <a:solidFill>
                  <a:srgbClr val="142B36"/>
                </a:solidFill>
                <a:latin typeface="Arial"/>
                <a:ea typeface="Arial"/>
                <a:cs typeface="Arial"/>
              </a:defRPr>
            </a:lvl7pPr>
            <a:lvl8pPr algn="l">
              <a:defRPr sz="1800" b="1">
                <a:solidFill>
                  <a:srgbClr val="142B36"/>
                </a:solidFill>
                <a:latin typeface="Arial"/>
                <a:ea typeface="Arial"/>
                <a:cs typeface="Arial"/>
              </a:defRPr>
            </a:lvl8pPr>
            <a:lvl9pPr algn="l">
              <a:defRPr sz="1800" b="1">
                <a:solidFill>
                  <a:srgbClr val="142B36"/>
                </a:solidFill>
                <a:latin typeface="Arial"/>
                <a:ea typeface="Arial"/>
                <a:cs typeface="Arial"/>
              </a:defRPr>
            </a:lvl9pPr>
          </a:lstStyle>
          <a:p xmlns:a="http://schemas.openxmlformats.org/drawingml/2006/main">
            <a:pPr algn="l">
              <a:defRPr sz="1800" b="1">
                <a:solidFill>
                  <a:srgbClr val="142B36"/>
                </a:solidFill>
                <a:latin typeface="Arial"/>
                <a:ea typeface="Arial"/>
                <a:cs typeface="Arial"/>
              </a:defRPr>
            </a:pPr>
            <a:r>
              <a:rPr sz="1800" b="1">
                <a:solidFill>
                  <a:srgbClr val="142B36"/>
                </a:solidFill>
                <a:latin typeface="Arial"/>
                <a:ea typeface="Arial"/>
                <a:cs typeface="Arial"/>
              </a:rPr>
              <a:t>6</a:t>
            </a:r>
          </a:p>
        </p:txBody>
      </p:sp>
      <p:sp>
        <p:nvSpPr>
          <p:cNvPr id="84" name="">
            <a:extLst xmlns:a="http://schemas.openxmlformats.org/drawingml/2006/main">
              <a:ext uri="{FF2B5EF4-FFF2-40B4-BE49-F238E27FC236}">
                <a16:creationId xmlns:a16="http://schemas.microsoft.com/office/drawing/2014/main" id="{C08A9230-6F2D-4346-9719-8B994AD60BA3}"/>
              </a:ext>
            </a:extLst>
          </p:cNvPr>
          <p:cNvSpPr>
            <a:spLocks xmlns:a="http://schemas.openxmlformats.org/drawingml/2006/main" noGrp="1"/>
          </p:cNvSpPr>
          <p:nvPr/>
        </p:nvSpPr>
        <p:spPr>
          <a:xfrm xmlns:a="http://schemas.openxmlformats.org/drawingml/2006/main">
            <a:off x="12601680" y="6785610"/>
            <a:ext cx="32295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حفظ</a:t>
            </a:r>
          </a:p>
        </p:txBody>
      </p:sp>
      <p:sp>
        <p:nvSpPr>
          <p:cNvPr id="85" name="">
            <a:extLst xmlns:a="http://schemas.openxmlformats.org/drawingml/2006/main">
              <a:ext uri="{FF2B5EF4-FFF2-40B4-BE49-F238E27FC236}">
                <a16:creationId xmlns:a16="http://schemas.microsoft.com/office/drawing/2014/main" id="{1EB31062-55FD-4D49-8414-7E4C9537316D}"/>
              </a:ext>
            </a:extLst>
          </p:cNvPr>
          <p:cNvSpPr>
            <a:spLocks xmlns:a="http://schemas.openxmlformats.org/drawingml/2006/main" noGrp="1"/>
          </p:cNvSpPr>
          <p:nvPr/>
        </p:nvSpPr>
        <p:spPr>
          <a:xfrm xmlns:a="http://schemas.openxmlformats.org/drawingml/2006/main">
            <a:off x="12060219" y="6785610"/>
            <a:ext cx="48012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النتائج</a:t>
            </a:r>
          </a:p>
        </p:txBody>
      </p:sp>
      <p:sp>
        <p:nvSpPr>
          <p:cNvPr id="86" name="">
            <a:extLst xmlns:a="http://schemas.openxmlformats.org/drawingml/2006/main">
              <a:ext uri="{FF2B5EF4-FFF2-40B4-BE49-F238E27FC236}">
                <a16:creationId xmlns:a16="http://schemas.microsoft.com/office/drawing/2014/main" id="{6D1319C5-4013-4126-8808-1BCF5D867C75}"/>
              </a:ext>
            </a:extLst>
          </p:cNvPr>
          <p:cNvSpPr>
            <a:spLocks xmlns:a="http://schemas.openxmlformats.org/drawingml/2006/main" noGrp="1"/>
          </p:cNvSpPr>
          <p:nvPr/>
        </p:nvSpPr>
        <p:spPr>
          <a:xfrm xmlns:a="http://schemas.openxmlformats.org/drawingml/2006/main">
            <a:off x="11461386" y="6785610"/>
            <a:ext cx="53749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1">
                <a:solidFill>
                  <a:srgbClr val="142B36"/>
                </a:solidFill>
                <a:latin typeface="Arial"/>
                <a:ea typeface="Arial"/>
                <a:cs typeface="Arial"/>
              </a:defRPr>
            </a:defPPr>
            <a:lvl1pPr algn="r">
              <a:defRPr sz="1800" b="1">
                <a:solidFill>
                  <a:srgbClr val="142B36"/>
                </a:solidFill>
                <a:latin typeface="Arial"/>
                <a:ea typeface="Arial"/>
                <a:cs typeface="Arial"/>
              </a:defRPr>
            </a:lvl1pPr>
            <a:lvl2pPr algn="r">
              <a:defRPr sz="1800" b="1">
                <a:solidFill>
                  <a:srgbClr val="142B36"/>
                </a:solidFill>
                <a:latin typeface="Arial"/>
                <a:ea typeface="Arial"/>
                <a:cs typeface="Arial"/>
              </a:defRPr>
            </a:lvl2pPr>
            <a:lvl3pPr algn="r">
              <a:defRPr sz="1800" b="1">
                <a:solidFill>
                  <a:srgbClr val="142B36"/>
                </a:solidFill>
                <a:latin typeface="Arial"/>
                <a:ea typeface="Arial"/>
                <a:cs typeface="Arial"/>
              </a:defRPr>
            </a:lvl3pPr>
            <a:lvl4pPr algn="r">
              <a:defRPr sz="1800" b="1">
                <a:solidFill>
                  <a:srgbClr val="142B36"/>
                </a:solidFill>
                <a:latin typeface="Arial"/>
                <a:ea typeface="Arial"/>
                <a:cs typeface="Arial"/>
              </a:defRPr>
            </a:lvl4pPr>
            <a:lvl5pPr algn="r">
              <a:defRPr sz="1800" b="1">
                <a:solidFill>
                  <a:srgbClr val="142B36"/>
                </a:solidFill>
                <a:latin typeface="Arial"/>
                <a:ea typeface="Arial"/>
                <a:cs typeface="Arial"/>
              </a:defRPr>
            </a:lvl5pPr>
            <a:lvl6pPr algn="r">
              <a:defRPr sz="1800" b="1">
                <a:solidFill>
                  <a:srgbClr val="142B36"/>
                </a:solidFill>
                <a:latin typeface="Arial"/>
                <a:ea typeface="Arial"/>
                <a:cs typeface="Arial"/>
              </a:defRPr>
            </a:lvl6pPr>
            <a:lvl7pPr algn="r">
              <a:defRPr sz="1800" b="1">
                <a:solidFill>
                  <a:srgbClr val="142B36"/>
                </a:solidFill>
                <a:latin typeface="Arial"/>
                <a:ea typeface="Arial"/>
                <a:cs typeface="Arial"/>
              </a:defRPr>
            </a:lvl7pPr>
            <a:lvl8pPr algn="r">
              <a:defRPr sz="1800" b="1">
                <a:solidFill>
                  <a:srgbClr val="142B36"/>
                </a:solidFill>
                <a:latin typeface="Arial"/>
                <a:ea typeface="Arial"/>
                <a:cs typeface="Arial"/>
              </a:defRPr>
            </a:lvl8pPr>
            <a:lvl9pPr algn="r">
              <a:defRPr sz="1800" b="1">
                <a:solidFill>
                  <a:srgbClr val="142B36"/>
                </a:solidFill>
                <a:latin typeface="Arial"/>
                <a:ea typeface="Arial"/>
                <a:cs typeface="Arial"/>
              </a:defRPr>
            </a:lvl9pPr>
          </a:lstStyle>
          <a:p xmlns:a="http://schemas.openxmlformats.org/drawingml/2006/main">
            <a:pPr algn="r">
              <a:defRPr sz="1800" b="1">
                <a:solidFill>
                  <a:srgbClr val="142B36"/>
                </a:solidFill>
                <a:latin typeface="Arial"/>
                <a:ea typeface="Arial"/>
                <a:cs typeface="Arial"/>
              </a:defRPr>
            </a:pPr>
            <a:r>
              <a:rPr sz="1800" b="1">
                <a:solidFill>
                  <a:srgbClr val="142B36"/>
                </a:solidFill>
                <a:latin typeface="Arial"/>
                <a:ea typeface="Arial"/>
                <a:cs typeface="Arial"/>
              </a:rPr>
              <a:t>والحالة</a:t>
            </a:r>
          </a:p>
        </p:txBody>
      </p:sp>
      <p:cxnSp>
        <p:nvCxnSpPr>
          <p:cNvPr id="87" name="">
            <a:extLst xmlns:a="http://schemas.openxmlformats.org/drawingml/2006/main">
              <a:ext uri="{FF2B5EF4-FFF2-40B4-BE49-F238E27FC236}">
                <a16:creationId xmlns:a16="http://schemas.microsoft.com/office/drawing/2014/main" id="{12F686AB-AE4E-4470-A194-B1A21BC3A2AA}"/>
              </a:ext>
            </a:extLst>
          </p:cNvPr>
          <p:cNvCxnSpPr/>
          <p:nvPr/>
        </p:nvCxnSpPr>
        <p:spPr>
          <a:xfrm xmlns:a="http://schemas.openxmlformats.org/drawingml/2006/main">
            <a:off x="3143250" y="5715000"/>
            <a:ext cx="0" cy="38100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88" name="">
            <a:extLst xmlns:a="http://schemas.openxmlformats.org/drawingml/2006/main">
              <a:ext uri="{FF2B5EF4-FFF2-40B4-BE49-F238E27FC236}">
                <a16:creationId xmlns:a16="http://schemas.microsoft.com/office/drawing/2014/main" id="{E9F78760-4082-4BF5-8ED8-D52D1947902B}"/>
              </a:ext>
            </a:extLst>
          </p:cNvPr>
          <p:cNvCxnSpPr/>
          <p:nvPr/>
        </p:nvCxnSpPr>
        <p:spPr>
          <a:xfrm xmlns:a="http://schemas.openxmlformats.org/drawingml/2006/main">
            <a:off x="7715250" y="5715000"/>
            <a:ext cx="0" cy="38100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89" name="">
            <a:extLst xmlns:a="http://schemas.openxmlformats.org/drawingml/2006/main">
              <a:ext uri="{FF2B5EF4-FFF2-40B4-BE49-F238E27FC236}">
                <a16:creationId xmlns:a16="http://schemas.microsoft.com/office/drawing/2014/main" id="{EF0D6DD9-8F25-45AD-85BE-96DB4577B4B9}"/>
              </a:ext>
            </a:extLst>
          </p:cNvPr>
          <p:cNvCxnSpPr/>
          <p:nvPr/>
        </p:nvCxnSpPr>
        <p:spPr>
          <a:xfrm xmlns:a="http://schemas.openxmlformats.org/drawingml/2006/main">
            <a:off x="12287250" y="5715000"/>
            <a:ext cx="0" cy="38100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sp>
        <p:nvSpPr>
          <p:cNvPr id="90" name="">
            <a:extLst xmlns:a="http://schemas.openxmlformats.org/drawingml/2006/main">
              <a:ext uri="{FF2B5EF4-FFF2-40B4-BE49-F238E27FC236}">
                <a16:creationId xmlns:a16="http://schemas.microsoft.com/office/drawing/2014/main" id="{AB202352-E504-43D8-84C2-8D17B781893D}"/>
              </a:ext>
            </a:extLst>
          </p:cNvPr>
          <p:cNvSpPr>
            <a:spLocks xmlns:a="http://schemas.openxmlformats.org/drawingml/2006/main" noGrp="1"/>
          </p:cNvSpPr>
          <p:nvPr/>
        </p:nvSpPr>
        <p:spPr>
          <a:xfrm xmlns:a="http://schemas.openxmlformats.org/drawingml/2006/main">
            <a:off x="6000750" y="7524750"/>
            <a:ext cx="3429000" cy="57150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91" name="">
            <a:extLst xmlns:a="http://schemas.openxmlformats.org/drawingml/2006/main">
              <a:ext uri="{FF2B5EF4-FFF2-40B4-BE49-F238E27FC236}">
                <a16:creationId xmlns:a16="http://schemas.microsoft.com/office/drawing/2014/main" id="{4A132DA0-789C-4F5C-8A90-09CBB7DFCA76}"/>
              </a:ext>
            </a:extLst>
          </p:cNvPr>
          <p:cNvSpPr>
            <a:spLocks xmlns:a="http://schemas.openxmlformats.org/drawingml/2006/main" noGrp="1"/>
          </p:cNvSpPr>
          <p:nvPr/>
        </p:nvSpPr>
        <p:spPr>
          <a:xfrm xmlns:a="http://schemas.openxmlformats.org/drawingml/2006/main">
            <a:off x="7011516" y="7617143"/>
            <a:ext cx="141699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42B36"/>
                </a:solidFill>
                <a:latin typeface="Arial"/>
                <a:ea typeface="Arial"/>
                <a:cs typeface="Arial"/>
              </a:defRPr>
            </a:defPPr>
            <a:lvl1pPr algn="l">
              <a:defRPr sz="2100" b="1">
                <a:solidFill>
                  <a:srgbClr val="142B36"/>
                </a:solidFill>
                <a:latin typeface="Arial"/>
                <a:ea typeface="Arial"/>
                <a:cs typeface="Arial"/>
              </a:defRPr>
            </a:lvl1pPr>
            <a:lvl2pPr algn="l">
              <a:defRPr sz="2100" b="1">
                <a:solidFill>
                  <a:srgbClr val="142B36"/>
                </a:solidFill>
                <a:latin typeface="Arial"/>
                <a:ea typeface="Arial"/>
                <a:cs typeface="Arial"/>
              </a:defRPr>
            </a:lvl2pPr>
            <a:lvl3pPr algn="l">
              <a:defRPr sz="2100" b="1">
                <a:solidFill>
                  <a:srgbClr val="142B36"/>
                </a:solidFill>
                <a:latin typeface="Arial"/>
                <a:ea typeface="Arial"/>
                <a:cs typeface="Arial"/>
              </a:defRPr>
            </a:lvl3pPr>
            <a:lvl4pPr algn="l">
              <a:defRPr sz="2100" b="1">
                <a:solidFill>
                  <a:srgbClr val="142B36"/>
                </a:solidFill>
                <a:latin typeface="Arial"/>
                <a:ea typeface="Arial"/>
                <a:cs typeface="Arial"/>
              </a:defRPr>
            </a:lvl4pPr>
            <a:lvl5pPr algn="l">
              <a:defRPr sz="2100" b="1">
                <a:solidFill>
                  <a:srgbClr val="142B36"/>
                </a:solidFill>
                <a:latin typeface="Arial"/>
                <a:ea typeface="Arial"/>
                <a:cs typeface="Arial"/>
              </a:defRPr>
            </a:lvl5pPr>
            <a:lvl6pPr algn="l">
              <a:defRPr sz="2100" b="1">
                <a:solidFill>
                  <a:srgbClr val="142B36"/>
                </a:solidFill>
                <a:latin typeface="Arial"/>
                <a:ea typeface="Arial"/>
                <a:cs typeface="Arial"/>
              </a:defRPr>
            </a:lvl6pPr>
            <a:lvl7pPr algn="l">
              <a:defRPr sz="2100" b="1">
                <a:solidFill>
                  <a:srgbClr val="142B36"/>
                </a:solidFill>
                <a:latin typeface="Arial"/>
                <a:ea typeface="Arial"/>
                <a:cs typeface="Arial"/>
              </a:defRPr>
            </a:lvl7pPr>
            <a:lvl8pPr algn="l">
              <a:defRPr sz="2100" b="1">
                <a:solidFill>
                  <a:srgbClr val="142B36"/>
                </a:solidFill>
                <a:latin typeface="Arial"/>
                <a:ea typeface="Arial"/>
                <a:cs typeface="Arial"/>
              </a:defRPr>
            </a:lvl8pPr>
            <a:lvl9pPr algn="l">
              <a:defRPr sz="2100" b="1">
                <a:solidFill>
                  <a:srgbClr val="142B36"/>
                </a:solidFill>
                <a:latin typeface="Arial"/>
                <a:ea typeface="Arial"/>
                <a:cs typeface="Arial"/>
              </a:defRPr>
            </a:lvl9pPr>
          </a:lstStyle>
          <a:p xmlns:a="http://schemas.openxmlformats.org/drawingml/2006/main">
            <a:pPr algn="l">
              <a:defRPr sz="2100" b="1">
                <a:solidFill>
                  <a:srgbClr val="142B36"/>
                </a:solidFill>
                <a:latin typeface="Arial"/>
                <a:ea typeface="Arial"/>
                <a:cs typeface="Arial"/>
              </a:defRPr>
            </a:pPr>
            <a:r>
              <a:rPr sz="2100" b="1">
                <a:solidFill>
                  <a:srgbClr val="142B36"/>
                </a:solidFill>
                <a:latin typeface="Arial"/>
                <a:ea typeface="Arial"/>
                <a:cs typeface="Arial"/>
              </a:rPr>
              <a:t>GitHub API</a:t>
            </a:r>
          </a:p>
        </p:txBody>
      </p:sp>
      <p:sp>
        <p:nvSpPr>
          <p:cNvPr id="92" name="">
            <a:extLst xmlns:a="http://schemas.openxmlformats.org/drawingml/2006/main">
              <a:ext uri="{FF2B5EF4-FFF2-40B4-BE49-F238E27FC236}">
                <a16:creationId xmlns:a16="http://schemas.microsoft.com/office/drawing/2014/main" id="{6D65326F-5B45-4A32-A117-921BEBCE57D0}"/>
              </a:ext>
            </a:extLst>
          </p:cNvPr>
          <p:cNvSpPr>
            <a:spLocks xmlns:a="http://schemas.openxmlformats.org/drawingml/2006/main" noGrp="1"/>
          </p:cNvSpPr>
          <p:nvPr/>
        </p:nvSpPr>
        <p:spPr>
          <a:xfrm xmlns:a="http://schemas.openxmlformats.org/drawingml/2006/main">
            <a:off x="10572750" y="7524750"/>
            <a:ext cx="3429000" cy="57150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93" name="">
            <a:extLst xmlns:a="http://schemas.openxmlformats.org/drawingml/2006/main">
              <a:ext uri="{FF2B5EF4-FFF2-40B4-BE49-F238E27FC236}">
                <a16:creationId xmlns:a16="http://schemas.microsoft.com/office/drawing/2014/main" id="{47FEC763-95D4-4788-AF6F-1E178EBC6964}"/>
              </a:ext>
            </a:extLst>
          </p:cNvPr>
          <p:cNvSpPr>
            <a:spLocks xmlns:a="http://schemas.openxmlformats.org/drawingml/2006/main" noGrp="1"/>
          </p:cNvSpPr>
          <p:nvPr/>
        </p:nvSpPr>
        <p:spPr>
          <a:xfrm xmlns:a="http://schemas.openxmlformats.org/drawingml/2006/main">
            <a:off x="11516646" y="7617143"/>
            <a:ext cx="155073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42B36"/>
                </a:solidFill>
                <a:latin typeface="Arial"/>
                <a:ea typeface="Arial"/>
                <a:cs typeface="Arial"/>
              </a:defRPr>
            </a:defPPr>
            <a:lvl1pPr algn="l">
              <a:defRPr sz="2100" b="1">
                <a:solidFill>
                  <a:srgbClr val="142B36"/>
                </a:solidFill>
                <a:latin typeface="Arial"/>
                <a:ea typeface="Arial"/>
                <a:cs typeface="Arial"/>
              </a:defRPr>
            </a:lvl1pPr>
            <a:lvl2pPr algn="l">
              <a:defRPr sz="2100" b="1">
                <a:solidFill>
                  <a:srgbClr val="142B36"/>
                </a:solidFill>
                <a:latin typeface="Arial"/>
                <a:ea typeface="Arial"/>
                <a:cs typeface="Arial"/>
              </a:defRPr>
            </a:lvl2pPr>
            <a:lvl3pPr algn="l">
              <a:defRPr sz="2100" b="1">
                <a:solidFill>
                  <a:srgbClr val="142B36"/>
                </a:solidFill>
                <a:latin typeface="Arial"/>
                <a:ea typeface="Arial"/>
                <a:cs typeface="Arial"/>
              </a:defRPr>
            </a:lvl3pPr>
            <a:lvl4pPr algn="l">
              <a:defRPr sz="2100" b="1">
                <a:solidFill>
                  <a:srgbClr val="142B36"/>
                </a:solidFill>
                <a:latin typeface="Arial"/>
                <a:ea typeface="Arial"/>
                <a:cs typeface="Arial"/>
              </a:defRPr>
            </a:lvl4pPr>
            <a:lvl5pPr algn="l">
              <a:defRPr sz="2100" b="1">
                <a:solidFill>
                  <a:srgbClr val="142B36"/>
                </a:solidFill>
                <a:latin typeface="Arial"/>
                <a:ea typeface="Arial"/>
                <a:cs typeface="Arial"/>
              </a:defRPr>
            </a:lvl5pPr>
            <a:lvl6pPr algn="l">
              <a:defRPr sz="2100" b="1">
                <a:solidFill>
                  <a:srgbClr val="142B36"/>
                </a:solidFill>
                <a:latin typeface="Arial"/>
                <a:ea typeface="Arial"/>
                <a:cs typeface="Arial"/>
              </a:defRPr>
            </a:lvl6pPr>
            <a:lvl7pPr algn="l">
              <a:defRPr sz="2100" b="1">
                <a:solidFill>
                  <a:srgbClr val="142B36"/>
                </a:solidFill>
                <a:latin typeface="Arial"/>
                <a:ea typeface="Arial"/>
                <a:cs typeface="Arial"/>
              </a:defRPr>
            </a:lvl7pPr>
            <a:lvl8pPr algn="l">
              <a:defRPr sz="2100" b="1">
                <a:solidFill>
                  <a:srgbClr val="142B36"/>
                </a:solidFill>
                <a:latin typeface="Arial"/>
                <a:ea typeface="Arial"/>
                <a:cs typeface="Arial"/>
              </a:defRPr>
            </a:lvl8pPr>
            <a:lvl9pPr algn="l">
              <a:defRPr sz="2100" b="1">
                <a:solidFill>
                  <a:srgbClr val="142B36"/>
                </a:solidFill>
                <a:latin typeface="Arial"/>
                <a:ea typeface="Arial"/>
                <a:cs typeface="Arial"/>
              </a:defRPr>
            </a:lvl9pPr>
          </a:lstStyle>
          <a:p xmlns:a="http://schemas.openxmlformats.org/drawingml/2006/main">
            <a:pPr algn="l">
              <a:defRPr sz="2100" b="1">
                <a:solidFill>
                  <a:srgbClr val="142B36"/>
                </a:solidFill>
                <a:latin typeface="Arial"/>
                <a:ea typeface="Arial"/>
                <a:cs typeface="Arial"/>
              </a:defRPr>
            </a:pPr>
            <a:r>
              <a:rPr sz="2100" b="1">
                <a:solidFill>
                  <a:srgbClr val="142B36"/>
                </a:solidFill>
                <a:latin typeface="Arial"/>
                <a:ea typeface="Arial"/>
                <a:cs typeface="Arial"/>
              </a:rPr>
              <a:t>PostgreSQL</a:t>
            </a:r>
          </a:p>
        </p:txBody>
      </p:sp>
      <p:cxnSp>
        <p:nvCxnSpPr>
          <p:cNvPr id="94" name="">
            <a:extLst xmlns:a="http://schemas.openxmlformats.org/drawingml/2006/main">
              <a:ext uri="{FF2B5EF4-FFF2-40B4-BE49-F238E27FC236}">
                <a16:creationId xmlns:a16="http://schemas.microsoft.com/office/drawing/2014/main" id="{7C161389-1955-4108-8CEF-00610B636D9A}"/>
              </a:ext>
            </a:extLst>
          </p:cNvPr>
          <p:cNvCxnSpPr/>
          <p:nvPr/>
        </p:nvCxnSpPr>
        <p:spPr>
          <a:xfrm xmlns:a="http://schemas.openxmlformats.org/drawingml/2006/main">
            <a:off x="7715250" y="7143750"/>
            <a:ext cx="0" cy="38100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95" name="">
            <a:extLst xmlns:a="http://schemas.openxmlformats.org/drawingml/2006/main">
              <a:ext uri="{FF2B5EF4-FFF2-40B4-BE49-F238E27FC236}">
                <a16:creationId xmlns:a16="http://schemas.microsoft.com/office/drawing/2014/main" id="{EB84DCA7-80A3-4CA3-8D9D-46D54DF88F39}"/>
              </a:ext>
            </a:extLst>
          </p:cNvPr>
          <p:cNvCxnSpPr/>
          <p:nvPr/>
        </p:nvCxnSpPr>
        <p:spPr>
          <a:xfrm xmlns:a="http://schemas.openxmlformats.org/drawingml/2006/main">
            <a:off x="12287250" y="7143750"/>
            <a:ext cx="0" cy="38100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sp>
        <p:nvSpPr>
          <p:cNvPr id="96" name="">
            <a:extLst xmlns:a="http://schemas.openxmlformats.org/drawingml/2006/main">
              <a:ext uri="{FF2B5EF4-FFF2-40B4-BE49-F238E27FC236}">
                <a16:creationId xmlns:a16="http://schemas.microsoft.com/office/drawing/2014/main" id="{220E39AF-E8B3-449A-AA3E-7A0C9FD35BD1}"/>
              </a:ext>
            </a:extLst>
          </p:cNvPr>
          <p:cNvSpPr>
            <a:spLocks xmlns:a="http://schemas.openxmlformats.org/drawingml/2006/main" noGrp="1"/>
          </p:cNvSpPr>
          <p:nvPr/>
        </p:nvSpPr>
        <p:spPr>
          <a:xfrm xmlns:a="http://schemas.openxmlformats.org/drawingml/2006/main">
            <a:off x="4725525" y="7572375"/>
            <a:ext cx="42750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رجوع</a:t>
            </a:r>
          </a:p>
        </p:txBody>
      </p:sp>
      <p:sp>
        <p:nvSpPr>
          <p:cNvPr id="97" name="">
            <a:extLst xmlns:a="http://schemas.openxmlformats.org/drawingml/2006/main">
              <a:ext uri="{FF2B5EF4-FFF2-40B4-BE49-F238E27FC236}">
                <a16:creationId xmlns:a16="http://schemas.microsoft.com/office/drawing/2014/main" id="{6595E0BB-5004-47CF-AC9E-754C1EA38302}"/>
              </a:ext>
            </a:extLst>
          </p:cNvPr>
          <p:cNvSpPr>
            <a:spLocks xmlns:a="http://schemas.openxmlformats.org/drawingml/2006/main" noGrp="1"/>
          </p:cNvSpPr>
          <p:nvPr/>
        </p:nvSpPr>
        <p:spPr>
          <a:xfrm xmlns:a="http://schemas.openxmlformats.org/drawingml/2006/main">
            <a:off x="4262031" y="7572375"/>
            <a:ext cx="408059"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النتائج</a:t>
            </a:r>
          </a:p>
        </p:txBody>
      </p:sp>
      <p:sp>
        <p:nvSpPr>
          <p:cNvPr id="98" name="">
            <a:extLst xmlns:a="http://schemas.openxmlformats.org/drawingml/2006/main">
              <a:ext uri="{FF2B5EF4-FFF2-40B4-BE49-F238E27FC236}">
                <a16:creationId xmlns:a16="http://schemas.microsoft.com/office/drawing/2014/main" id="{9B8AD13D-EF83-4AA8-9172-655E65A3178B}"/>
              </a:ext>
            </a:extLst>
          </p:cNvPr>
          <p:cNvSpPr>
            <a:spLocks xmlns:a="http://schemas.openxmlformats.org/drawingml/2006/main" noGrp="1"/>
          </p:cNvSpPr>
          <p:nvPr/>
        </p:nvSpPr>
        <p:spPr>
          <a:xfrm xmlns:a="http://schemas.openxmlformats.org/drawingml/2006/main">
            <a:off x="4017705" y="7572375"/>
            <a:ext cx="188891"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في</a:t>
            </a:r>
          </a:p>
        </p:txBody>
      </p:sp>
      <p:sp>
        <p:nvSpPr>
          <p:cNvPr id="99" name="">
            <a:extLst xmlns:a="http://schemas.openxmlformats.org/drawingml/2006/main">
              <a:ext uri="{FF2B5EF4-FFF2-40B4-BE49-F238E27FC236}">
                <a16:creationId xmlns:a16="http://schemas.microsoft.com/office/drawing/2014/main" id="{2EBDB7D7-7BC6-45CF-A6FD-AB0CCA1C05A1}"/>
              </a:ext>
            </a:extLst>
          </p:cNvPr>
          <p:cNvSpPr>
            <a:spLocks xmlns:a="http://schemas.openxmlformats.org/drawingml/2006/main" noGrp="1"/>
          </p:cNvSpPr>
          <p:nvPr/>
        </p:nvSpPr>
        <p:spPr>
          <a:xfrm xmlns:a="http://schemas.openxmlformats.org/drawingml/2006/main">
            <a:off x="3344149" y="7572375"/>
            <a:ext cx="618120"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الاستجابة</a:t>
            </a:r>
          </a:p>
        </p:txBody>
      </p:sp>
      <p:sp>
        <p:nvSpPr>
          <p:cNvPr id="100" name="">
            <a:extLst xmlns:a="http://schemas.openxmlformats.org/drawingml/2006/main">
              <a:ext uri="{FF2B5EF4-FFF2-40B4-BE49-F238E27FC236}">
                <a16:creationId xmlns:a16="http://schemas.microsoft.com/office/drawing/2014/main" id="{7D940908-2A56-4138-9009-252D8047CC8C}"/>
              </a:ext>
            </a:extLst>
          </p:cNvPr>
          <p:cNvSpPr>
            <a:spLocks xmlns:a="http://schemas.openxmlformats.org/drawingml/2006/main" noGrp="1"/>
          </p:cNvSpPr>
          <p:nvPr/>
        </p:nvSpPr>
        <p:spPr>
          <a:xfrm xmlns:a="http://schemas.openxmlformats.org/drawingml/2006/main">
            <a:off x="3015409" y="7572375"/>
            <a:ext cx="273304"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غير</a:t>
            </a:r>
          </a:p>
        </p:txBody>
      </p:sp>
      <p:sp>
        <p:nvSpPr>
          <p:cNvPr id="101" name="">
            <a:extLst xmlns:a="http://schemas.openxmlformats.org/drawingml/2006/main">
              <a:ext uri="{FF2B5EF4-FFF2-40B4-BE49-F238E27FC236}">
                <a16:creationId xmlns:a16="http://schemas.microsoft.com/office/drawing/2014/main" id="{C9B89DA4-A26C-4B2D-A346-7FC499373326}"/>
              </a:ext>
            </a:extLst>
          </p:cNvPr>
          <p:cNvSpPr>
            <a:spLocks xmlns:a="http://schemas.openxmlformats.org/drawingml/2006/main" noGrp="1"/>
          </p:cNvSpPr>
          <p:nvPr/>
        </p:nvSpPr>
        <p:spPr>
          <a:xfrm xmlns:a="http://schemas.openxmlformats.org/drawingml/2006/main">
            <a:off x="2492877" y="7572375"/>
            <a:ext cx="467097" cy="3248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5A6A70"/>
                </a:solidFill>
                <a:latin typeface="Arial"/>
                <a:ea typeface="Arial"/>
                <a:cs typeface="Arial"/>
              </a:defRPr>
            </a:defPPr>
            <a:lvl1pPr algn="r">
              <a:defRPr sz="1650" b="0">
                <a:solidFill>
                  <a:srgbClr val="5A6A70"/>
                </a:solidFill>
                <a:latin typeface="Arial"/>
                <a:ea typeface="Arial"/>
                <a:cs typeface="Arial"/>
              </a:defRPr>
            </a:lvl1pPr>
            <a:lvl2pPr algn="r">
              <a:defRPr sz="1650" b="0">
                <a:solidFill>
                  <a:srgbClr val="5A6A70"/>
                </a:solidFill>
                <a:latin typeface="Arial"/>
                <a:ea typeface="Arial"/>
                <a:cs typeface="Arial"/>
              </a:defRPr>
            </a:lvl2pPr>
            <a:lvl3pPr algn="r">
              <a:defRPr sz="1650" b="0">
                <a:solidFill>
                  <a:srgbClr val="5A6A70"/>
                </a:solidFill>
                <a:latin typeface="Arial"/>
                <a:ea typeface="Arial"/>
                <a:cs typeface="Arial"/>
              </a:defRPr>
            </a:lvl3pPr>
            <a:lvl4pPr algn="r">
              <a:defRPr sz="1650" b="0">
                <a:solidFill>
                  <a:srgbClr val="5A6A70"/>
                </a:solidFill>
                <a:latin typeface="Arial"/>
                <a:ea typeface="Arial"/>
                <a:cs typeface="Arial"/>
              </a:defRPr>
            </a:lvl4pPr>
            <a:lvl5pPr algn="r">
              <a:defRPr sz="1650" b="0">
                <a:solidFill>
                  <a:srgbClr val="5A6A70"/>
                </a:solidFill>
                <a:latin typeface="Arial"/>
                <a:ea typeface="Arial"/>
                <a:cs typeface="Arial"/>
              </a:defRPr>
            </a:lvl5pPr>
            <a:lvl6pPr algn="r">
              <a:defRPr sz="1650" b="0">
                <a:solidFill>
                  <a:srgbClr val="5A6A70"/>
                </a:solidFill>
                <a:latin typeface="Arial"/>
                <a:ea typeface="Arial"/>
                <a:cs typeface="Arial"/>
              </a:defRPr>
            </a:lvl6pPr>
            <a:lvl7pPr algn="r">
              <a:defRPr sz="1650" b="0">
                <a:solidFill>
                  <a:srgbClr val="5A6A70"/>
                </a:solidFill>
                <a:latin typeface="Arial"/>
                <a:ea typeface="Arial"/>
                <a:cs typeface="Arial"/>
              </a:defRPr>
            </a:lvl7pPr>
            <a:lvl8pPr algn="r">
              <a:defRPr sz="1650" b="0">
                <a:solidFill>
                  <a:srgbClr val="5A6A70"/>
                </a:solidFill>
                <a:latin typeface="Arial"/>
                <a:ea typeface="Arial"/>
                <a:cs typeface="Arial"/>
              </a:defRPr>
            </a:lvl8pPr>
            <a:lvl9pPr algn="r">
              <a:defRPr sz="1650" b="0">
                <a:solidFill>
                  <a:srgbClr val="5A6A70"/>
                </a:solidFill>
                <a:latin typeface="Arial"/>
                <a:ea typeface="Arial"/>
                <a:cs typeface="Arial"/>
              </a:defRPr>
            </a:lvl9pPr>
          </a:lstStyle>
          <a:p xmlns:a="http://schemas.openxmlformats.org/drawingml/2006/main">
            <a:pPr algn="r">
              <a:defRPr sz="1650" b="0">
                <a:solidFill>
                  <a:srgbClr val="5A6A70"/>
                </a:solidFill>
                <a:latin typeface="Arial"/>
                <a:ea typeface="Arial"/>
                <a:cs typeface="Arial"/>
              </a:defRPr>
            </a:pPr>
            <a:r>
              <a:rPr sz="1650" b="0">
                <a:solidFill>
                  <a:srgbClr val="5A6A70"/>
                </a:solidFill>
                <a:latin typeface="Arial"/>
                <a:ea typeface="Arial"/>
                <a:cs typeface="Arial"/>
              </a:rPr>
              <a:t>مرسوم</a:t>
            </a:r>
          </a:p>
        </p:txBody>
      </p:sp>
    </p:spTree>
    <p:extLst>
      <p:ext uri="{BB962C8B-B14F-4D97-AF65-F5344CB8AC3E}">
        <p14:creationId xmlns:p14="http://schemas.microsoft.com/office/powerpoint/2010/main" val="170704349"/>
      </p:ext>
    </p:extLst>
  </p:cSld>
</p:sld>
</file>

<file path=ppt/slides/slide1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CF518EF-4FF9-4CF8-BD5B-28108C6EA18F}"/>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EBAA1DF1-CE73-434B-9204-99DFE2DE7F8E}"/>
              </a:ext>
            </a:extLst>
          </p:cNvPr>
          <p:cNvSpPr>
            <a:spLocks xmlns:a="http://schemas.openxmlformats.org/drawingml/2006/main" noGrp="1"/>
          </p:cNvSpPr>
          <p:nvPr/>
        </p:nvSpPr>
        <p:spPr>
          <a:xfrm xmlns:a="http://schemas.openxmlformats.org/drawingml/2006/main">
            <a:off x="13379667" y="1190625"/>
            <a:ext cx="1012608"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اختيار</a:t>
            </a:r>
          </a:p>
        </p:txBody>
      </p:sp>
      <p:sp>
        <p:nvSpPr>
          <p:cNvPr id="4" name="">
            <a:extLst xmlns:a="http://schemas.openxmlformats.org/drawingml/2006/main">
              <a:ext uri="{FF2B5EF4-FFF2-40B4-BE49-F238E27FC236}">
                <a16:creationId xmlns:a16="http://schemas.microsoft.com/office/drawing/2014/main" id="{42D82FE5-3910-4DF4-962C-FA240B5B271F}"/>
              </a:ext>
            </a:extLst>
          </p:cNvPr>
          <p:cNvSpPr>
            <a:spLocks xmlns:a="http://schemas.openxmlformats.org/drawingml/2006/main" noGrp="1"/>
          </p:cNvSpPr>
          <p:nvPr/>
        </p:nvSpPr>
        <p:spPr>
          <a:xfrm xmlns:a="http://schemas.openxmlformats.org/drawingml/2006/main">
            <a:off x="11947906" y="1190625"/>
            <a:ext cx="1281838"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التقنيات</a:t>
            </a:r>
          </a:p>
        </p:txBody>
      </p:sp>
      <p:sp>
        <p:nvSpPr>
          <p:cNvPr id="5" name="">
            <a:extLst xmlns:a="http://schemas.openxmlformats.org/drawingml/2006/main">
              <a:ext uri="{FF2B5EF4-FFF2-40B4-BE49-F238E27FC236}">
                <a16:creationId xmlns:a16="http://schemas.microsoft.com/office/drawing/2014/main" id="{FDDB0F9F-DE5B-4FC7-970F-0F0D9D9C7CD8}"/>
              </a:ext>
            </a:extLst>
          </p:cNvPr>
          <p:cNvSpPr>
            <a:spLocks xmlns:a="http://schemas.openxmlformats.org/drawingml/2006/main" noGrp="1"/>
          </p:cNvSpPr>
          <p:nvPr/>
        </p:nvSpPr>
        <p:spPr>
          <a:xfrm xmlns:a="http://schemas.openxmlformats.org/drawingml/2006/main">
            <a:off x="10015858" y="1190625"/>
            <a:ext cx="1782124"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والمعمارية</a:t>
            </a:r>
          </a:p>
        </p:txBody>
      </p:sp>
      <p:sp>
        <p:nvSpPr>
          <p:cNvPr id="6" name="">
            <a:extLst xmlns:a="http://schemas.openxmlformats.org/drawingml/2006/main">
              <a:ext uri="{FF2B5EF4-FFF2-40B4-BE49-F238E27FC236}">
                <a16:creationId xmlns:a16="http://schemas.microsoft.com/office/drawing/2014/main" id="{7266DE2F-D1E6-4780-A130-4C10990683CF}"/>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17 / 21</a:t>
            </a:r>
          </a:p>
        </p:txBody>
      </p:sp>
      <p:sp>
        <p:nvSpPr>
          <p:cNvPr id="7" name="">
            <a:extLst xmlns:a="http://schemas.openxmlformats.org/drawingml/2006/main">
              <a:ext uri="{FF2B5EF4-FFF2-40B4-BE49-F238E27FC236}">
                <a16:creationId xmlns:a16="http://schemas.microsoft.com/office/drawing/2014/main" id="{19624C24-CCC9-48EA-87EA-F2B7BF27F224}"/>
              </a:ext>
            </a:extLst>
          </p:cNvPr>
          <p:cNvSpPr>
            <a:spLocks xmlns:a="http://schemas.openxmlformats.org/drawingml/2006/main" noGrp="1"/>
          </p:cNvSpPr>
          <p:nvPr/>
        </p:nvSpPr>
        <p:spPr>
          <a:xfrm xmlns:a="http://schemas.openxmlformats.org/drawingml/2006/main">
            <a:off x="8096250" y="2762250"/>
            <a:ext cx="628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ASP.NET Core 10 LTS / C#</a:t>
            </a:r>
          </a:p>
        </p:txBody>
      </p:sp>
      <p:sp>
        <p:nvSpPr>
          <p:cNvPr id="8" name="">
            <a:extLst xmlns:a="http://schemas.openxmlformats.org/drawingml/2006/main">
              <a:ext uri="{FF2B5EF4-FFF2-40B4-BE49-F238E27FC236}">
                <a16:creationId xmlns:a16="http://schemas.microsoft.com/office/drawing/2014/main" id="{C1FD10A9-A720-40AE-9817-E53770BE08D0}"/>
              </a:ext>
            </a:extLst>
          </p:cNvPr>
          <p:cNvSpPr>
            <a:spLocks xmlns:a="http://schemas.openxmlformats.org/drawingml/2006/main" noGrp="1"/>
          </p:cNvSpPr>
          <p:nvPr/>
        </p:nvSpPr>
        <p:spPr>
          <a:xfrm xmlns:a="http://schemas.openxmlformats.org/drawingml/2006/main">
            <a:off x="6897630" y="2857500"/>
            <a:ext cx="54139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منطق</a:t>
            </a:r>
          </a:p>
        </p:txBody>
      </p:sp>
      <p:sp>
        <p:nvSpPr>
          <p:cNvPr id="9" name="">
            <a:extLst xmlns:a="http://schemas.openxmlformats.org/drawingml/2006/main">
              <a:ext uri="{FF2B5EF4-FFF2-40B4-BE49-F238E27FC236}">
                <a16:creationId xmlns:a16="http://schemas.microsoft.com/office/drawing/2014/main" id="{1DAC37B1-9A2F-47FA-8A68-77CA9340CC71}"/>
              </a:ext>
            </a:extLst>
          </p:cNvPr>
          <p:cNvSpPr>
            <a:spLocks xmlns:a="http://schemas.openxmlformats.org/drawingml/2006/main" noGrp="1"/>
          </p:cNvSpPr>
          <p:nvPr/>
        </p:nvSpPr>
        <p:spPr>
          <a:xfrm xmlns:a="http://schemas.openxmlformats.org/drawingml/2006/main">
            <a:off x="6134805" y="2857500"/>
            <a:ext cx="680814"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المنصة</a:t>
            </a:r>
          </a:p>
        </p:txBody>
      </p:sp>
      <p:sp>
        <p:nvSpPr>
          <p:cNvPr id="10" name="">
            <a:extLst xmlns:a="http://schemas.openxmlformats.org/drawingml/2006/main">
              <a:ext uri="{FF2B5EF4-FFF2-40B4-BE49-F238E27FC236}">
                <a16:creationId xmlns:a16="http://schemas.microsoft.com/office/drawing/2014/main" id="{9654DC00-BB56-4359-9446-05E15F047D48}"/>
              </a:ext>
            </a:extLst>
          </p:cNvPr>
          <p:cNvSpPr>
            <a:spLocks xmlns:a="http://schemas.openxmlformats.org/drawingml/2006/main" noGrp="1"/>
          </p:cNvSpPr>
          <p:nvPr/>
        </p:nvSpPr>
        <p:spPr>
          <a:xfrm xmlns:a="http://schemas.openxmlformats.org/drawingml/2006/main">
            <a:off x="5198824" y="2857500"/>
            <a:ext cx="853971"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والمحرك</a:t>
            </a:r>
          </a:p>
        </p:txBody>
      </p:sp>
      <p:sp>
        <p:nvSpPr>
          <p:cNvPr id="11" name="">
            <a:extLst xmlns:a="http://schemas.openxmlformats.org/drawingml/2006/main">
              <a:ext uri="{FF2B5EF4-FFF2-40B4-BE49-F238E27FC236}">
                <a16:creationId xmlns:a16="http://schemas.microsoft.com/office/drawing/2014/main" id="{31EA3B9A-E0E9-494B-B0E9-695D182CFECC}"/>
              </a:ext>
            </a:extLst>
          </p:cNvPr>
          <p:cNvSpPr>
            <a:spLocks xmlns:a="http://schemas.openxmlformats.org/drawingml/2006/main" noGrp="1"/>
          </p:cNvSpPr>
          <p:nvPr/>
        </p:nvSpPr>
        <p:spPr>
          <a:xfrm xmlns:a="http://schemas.openxmlformats.org/drawingml/2006/main">
            <a:off x="4746990" y="2857500"/>
            <a:ext cx="369824"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بلغة</a:t>
            </a:r>
          </a:p>
        </p:txBody>
      </p:sp>
      <p:sp>
        <p:nvSpPr>
          <p:cNvPr id="12" name="">
            <a:extLst xmlns:a="http://schemas.openxmlformats.org/drawingml/2006/main">
              <a:ext uri="{FF2B5EF4-FFF2-40B4-BE49-F238E27FC236}">
                <a16:creationId xmlns:a16="http://schemas.microsoft.com/office/drawing/2014/main" id="{E82FFF13-64CB-4BA4-BBDE-1C8FB91B330D}"/>
              </a:ext>
            </a:extLst>
          </p:cNvPr>
          <p:cNvSpPr>
            <a:spLocks xmlns:a="http://schemas.openxmlformats.org/drawingml/2006/main" noGrp="1"/>
          </p:cNvSpPr>
          <p:nvPr/>
        </p:nvSpPr>
        <p:spPr>
          <a:xfrm xmlns:a="http://schemas.openxmlformats.org/drawingml/2006/main">
            <a:off x="4127333" y="2857500"/>
            <a:ext cx="537646"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واحدة</a:t>
            </a:r>
          </a:p>
        </p:txBody>
      </p:sp>
      <p:sp>
        <p:nvSpPr>
          <p:cNvPr id="13" name="">
            <a:extLst xmlns:a="http://schemas.openxmlformats.org/drawingml/2006/main">
              <a:ext uri="{FF2B5EF4-FFF2-40B4-BE49-F238E27FC236}">
                <a16:creationId xmlns:a16="http://schemas.microsoft.com/office/drawing/2014/main" id="{BF8B7F34-3692-48DC-B539-70C60F958D31}"/>
              </a:ext>
            </a:extLst>
          </p:cNvPr>
          <p:cNvSpPr>
            <a:spLocks xmlns:a="http://schemas.openxmlformats.org/drawingml/2006/main" noGrp="1"/>
          </p:cNvSpPr>
          <p:nvPr/>
        </p:nvSpPr>
        <p:spPr>
          <a:xfrm xmlns:a="http://schemas.openxmlformats.org/drawingml/2006/main">
            <a:off x="8096250" y="3829050"/>
            <a:ext cx="628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Razor Pages / Bootstrap</a:t>
            </a:r>
          </a:p>
        </p:txBody>
      </p:sp>
      <p:sp>
        <p:nvSpPr>
          <p:cNvPr id="14" name="">
            <a:extLst xmlns:a="http://schemas.openxmlformats.org/drawingml/2006/main">
              <a:ext uri="{FF2B5EF4-FFF2-40B4-BE49-F238E27FC236}">
                <a16:creationId xmlns:a16="http://schemas.microsoft.com/office/drawing/2014/main" id="{098364CD-2438-40D3-A1D6-C1AE17976056}"/>
              </a:ext>
            </a:extLst>
          </p:cNvPr>
          <p:cNvSpPr>
            <a:spLocks xmlns:a="http://schemas.openxmlformats.org/drawingml/2006/main" noGrp="1"/>
          </p:cNvSpPr>
          <p:nvPr/>
        </p:nvSpPr>
        <p:spPr>
          <a:xfrm xmlns:a="http://schemas.openxmlformats.org/drawingml/2006/main">
            <a:off x="6857261" y="3924300"/>
            <a:ext cx="581764"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واجهة</a:t>
            </a:r>
          </a:p>
        </p:txBody>
      </p:sp>
      <p:sp>
        <p:nvSpPr>
          <p:cNvPr id="15" name="">
            <a:extLst xmlns:a="http://schemas.openxmlformats.org/drawingml/2006/main">
              <a:ext uri="{FF2B5EF4-FFF2-40B4-BE49-F238E27FC236}">
                <a16:creationId xmlns:a16="http://schemas.microsoft.com/office/drawing/2014/main" id="{3DF974FC-ED37-413E-B800-969AA392BF36}"/>
              </a:ext>
            </a:extLst>
          </p:cNvPr>
          <p:cNvSpPr>
            <a:spLocks xmlns:a="http://schemas.openxmlformats.org/drawingml/2006/main" noGrp="1"/>
          </p:cNvSpPr>
          <p:nvPr/>
        </p:nvSpPr>
        <p:spPr>
          <a:xfrm xmlns:a="http://schemas.openxmlformats.org/drawingml/2006/main">
            <a:off x="6104961" y="3924300"/>
            <a:ext cx="670289"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متكاملة</a:t>
            </a:r>
          </a:p>
        </p:txBody>
      </p:sp>
      <p:sp>
        <p:nvSpPr>
          <p:cNvPr id="16" name="">
            <a:extLst xmlns:a="http://schemas.openxmlformats.org/drawingml/2006/main">
              <a:ext uri="{FF2B5EF4-FFF2-40B4-BE49-F238E27FC236}">
                <a16:creationId xmlns:a16="http://schemas.microsoft.com/office/drawing/2014/main" id="{8C445840-2875-4424-8B31-102A261F6892}"/>
              </a:ext>
            </a:extLst>
          </p:cNvPr>
          <p:cNvSpPr>
            <a:spLocks xmlns:a="http://schemas.openxmlformats.org/drawingml/2006/main" noGrp="1"/>
          </p:cNvSpPr>
          <p:nvPr/>
        </p:nvSpPr>
        <p:spPr>
          <a:xfrm xmlns:a="http://schemas.openxmlformats.org/drawingml/2006/main">
            <a:off x="5573685" y="3924300"/>
            <a:ext cx="449266"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تكفي</a:t>
            </a:r>
          </a:p>
        </p:txBody>
      </p:sp>
      <p:sp>
        <p:nvSpPr>
          <p:cNvPr id="17" name="">
            <a:extLst xmlns:a="http://schemas.openxmlformats.org/drawingml/2006/main">
              <a:ext uri="{FF2B5EF4-FFF2-40B4-BE49-F238E27FC236}">
                <a16:creationId xmlns:a16="http://schemas.microsoft.com/office/drawing/2014/main" id="{7ED4F2E7-1B0F-48A4-9A7A-75F6184BA61B}"/>
              </a:ext>
            </a:extLst>
          </p:cNvPr>
          <p:cNvSpPr>
            <a:spLocks xmlns:a="http://schemas.openxmlformats.org/drawingml/2006/main" noGrp="1"/>
          </p:cNvSpPr>
          <p:nvPr/>
        </p:nvSpPr>
        <p:spPr>
          <a:xfrm xmlns:a="http://schemas.openxmlformats.org/drawingml/2006/main">
            <a:off x="4935862" y="3924300"/>
            <a:ext cx="555813"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لمسار</a:t>
            </a:r>
          </a:p>
        </p:txBody>
      </p:sp>
      <p:sp>
        <p:nvSpPr>
          <p:cNvPr id="18" name="">
            <a:extLst xmlns:a="http://schemas.openxmlformats.org/drawingml/2006/main">
              <a:ext uri="{FF2B5EF4-FFF2-40B4-BE49-F238E27FC236}">
                <a16:creationId xmlns:a16="http://schemas.microsoft.com/office/drawing/2014/main" id="{753103D2-182E-412A-A602-71F1642B1CD1}"/>
              </a:ext>
            </a:extLst>
          </p:cNvPr>
          <p:cNvSpPr>
            <a:spLocks xmlns:a="http://schemas.openxmlformats.org/drawingml/2006/main" noGrp="1"/>
          </p:cNvSpPr>
          <p:nvPr/>
        </p:nvSpPr>
        <p:spPr>
          <a:xfrm xmlns:a="http://schemas.openxmlformats.org/drawingml/2006/main">
            <a:off x="4328461" y="3924300"/>
            <a:ext cx="525391"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التقييم</a:t>
            </a:r>
          </a:p>
        </p:txBody>
      </p:sp>
      <p:sp>
        <p:nvSpPr>
          <p:cNvPr id="19" name="">
            <a:extLst xmlns:a="http://schemas.openxmlformats.org/drawingml/2006/main">
              <a:ext uri="{FF2B5EF4-FFF2-40B4-BE49-F238E27FC236}">
                <a16:creationId xmlns:a16="http://schemas.microsoft.com/office/drawing/2014/main" id="{908F737F-D334-42AE-9B83-E1BB60EC0538}"/>
              </a:ext>
            </a:extLst>
          </p:cNvPr>
          <p:cNvSpPr>
            <a:spLocks xmlns:a="http://schemas.openxmlformats.org/drawingml/2006/main" noGrp="1"/>
          </p:cNvSpPr>
          <p:nvPr/>
        </p:nvSpPr>
        <p:spPr>
          <a:xfrm xmlns:a="http://schemas.openxmlformats.org/drawingml/2006/main">
            <a:off x="8096250" y="4895850"/>
            <a:ext cx="628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EF Core / Npgsql / PostgreSQL</a:t>
            </a:r>
          </a:p>
        </p:txBody>
      </p:sp>
      <p:sp>
        <p:nvSpPr>
          <p:cNvPr id="20" name="">
            <a:extLst xmlns:a="http://schemas.openxmlformats.org/drawingml/2006/main">
              <a:ext uri="{FF2B5EF4-FFF2-40B4-BE49-F238E27FC236}">
                <a16:creationId xmlns:a16="http://schemas.microsoft.com/office/drawing/2014/main" id="{565CCC24-BC86-4460-B20C-DDC9DFC2FB35}"/>
              </a:ext>
            </a:extLst>
          </p:cNvPr>
          <p:cNvSpPr>
            <a:spLocks xmlns:a="http://schemas.openxmlformats.org/drawingml/2006/main" noGrp="1"/>
          </p:cNvSpPr>
          <p:nvPr/>
        </p:nvSpPr>
        <p:spPr>
          <a:xfrm xmlns:a="http://schemas.openxmlformats.org/drawingml/2006/main">
            <a:off x="6739468" y="4991100"/>
            <a:ext cx="699557"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علاقات</a:t>
            </a:r>
          </a:p>
        </p:txBody>
      </p:sp>
      <p:sp>
        <p:nvSpPr>
          <p:cNvPr id="21" name="">
            <a:extLst xmlns:a="http://schemas.openxmlformats.org/drawingml/2006/main">
              <a:ext uri="{FF2B5EF4-FFF2-40B4-BE49-F238E27FC236}">
                <a16:creationId xmlns:a16="http://schemas.microsoft.com/office/drawing/2014/main" id="{DE13D5E0-387B-4630-BFD1-33550B5D54F7}"/>
              </a:ext>
            </a:extLst>
          </p:cNvPr>
          <p:cNvSpPr>
            <a:spLocks xmlns:a="http://schemas.openxmlformats.org/drawingml/2006/main" noGrp="1"/>
          </p:cNvSpPr>
          <p:nvPr/>
        </p:nvSpPr>
        <p:spPr>
          <a:xfrm xmlns:a="http://schemas.openxmlformats.org/drawingml/2006/main">
            <a:off x="5715538" y="4991100"/>
            <a:ext cx="941919"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ومعاملات</a:t>
            </a:r>
          </a:p>
        </p:txBody>
      </p:sp>
      <p:sp>
        <p:nvSpPr>
          <p:cNvPr id="22" name="">
            <a:extLst xmlns:a="http://schemas.openxmlformats.org/drawingml/2006/main">
              <a:ext uri="{FF2B5EF4-FFF2-40B4-BE49-F238E27FC236}">
                <a16:creationId xmlns:a16="http://schemas.microsoft.com/office/drawing/2014/main" id="{EDE77945-60B6-493E-B4BE-2D0867A3753E}"/>
              </a:ext>
            </a:extLst>
          </p:cNvPr>
          <p:cNvSpPr>
            <a:spLocks xmlns:a="http://schemas.openxmlformats.org/drawingml/2006/main" noGrp="1"/>
          </p:cNvSpPr>
          <p:nvPr/>
        </p:nvSpPr>
        <p:spPr>
          <a:xfrm xmlns:a="http://schemas.openxmlformats.org/drawingml/2006/main">
            <a:off x="5157157" y="4991100"/>
            <a:ext cx="476371"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لحفظ</a:t>
            </a:r>
          </a:p>
        </p:txBody>
      </p:sp>
      <p:sp>
        <p:nvSpPr>
          <p:cNvPr id="23" name="">
            <a:extLst xmlns:a="http://schemas.openxmlformats.org/drawingml/2006/main">
              <a:ext uri="{FF2B5EF4-FFF2-40B4-BE49-F238E27FC236}">
                <a16:creationId xmlns:a16="http://schemas.microsoft.com/office/drawing/2014/main" id="{44227D0D-A488-4159-8DAA-3FCB2E34B58D}"/>
              </a:ext>
            </a:extLst>
          </p:cNvPr>
          <p:cNvSpPr>
            <a:spLocks xmlns:a="http://schemas.openxmlformats.org/drawingml/2006/main" noGrp="1"/>
          </p:cNvSpPr>
          <p:nvPr/>
        </p:nvSpPr>
        <p:spPr>
          <a:xfrm xmlns:a="http://schemas.openxmlformats.org/drawingml/2006/main">
            <a:off x="4504051" y="4991100"/>
            <a:ext cx="57109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النتائج</a:t>
            </a:r>
          </a:p>
        </p:txBody>
      </p:sp>
      <p:sp>
        <p:nvSpPr>
          <p:cNvPr id="24" name="">
            <a:extLst xmlns:a="http://schemas.openxmlformats.org/drawingml/2006/main">
              <a:ext uri="{FF2B5EF4-FFF2-40B4-BE49-F238E27FC236}">
                <a16:creationId xmlns:a16="http://schemas.microsoft.com/office/drawing/2014/main" id="{B977B575-DF86-46C4-BBBA-08C3B452ADC8}"/>
              </a:ext>
            </a:extLst>
          </p:cNvPr>
          <p:cNvSpPr>
            <a:spLocks xmlns:a="http://schemas.openxmlformats.org/drawingml/2006/main" noGrp="1"/>
          </p:cNvSpPr>
          <p:nvPr/>
        </p:nvSpPr>
        <p:spPr>
          <a:xfrm xmlns:a="http://schemas.openxmlformats.org/drawingml/2006/main">
            <a:off x="3791689" y="4991100"/>
            <a:ext cx="630352"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والأدلة</a:t>
            </a:r>
          </a:p>
        </p:txBody>
      </p:sp>
      <p:sp>
        <p:nvSpPr>
          <p:cNvPr id="25" name="">
            <a:extLst xmlns:a="http://schemas.openxmlformats.org/drawingml/2006/main">
              <a:ext uri="{FF2B5EF4-FFF2-40B4-BE49-F238E27FC236}">
                <a16:creationId xmlns:a16="http://schemas.microsoft.com/office/drawing/2014/main" id="{F5F2D91C-7646-4985-BDB7-E1E560589F15}"/>
              </a:ext>
            </a:extLst>
          </p:cNvPr>
          <p:cNvSpPr>
            <a:spLocks xmlns:a="http://schemas.openxmlformats.org/drawingml/2006/main" noGrp="1"/>
          </p:cNvSpPr>
          <p:nvPr/>
        </p:nvSpPr>
        <p:spPr>
          <a:xfrm xmlns:a="http://schemas.openxmlformats.org/drawingml/2006/main">
            <a:off x="8096250" y="5962650"/>
            <a:ext cx="628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Worker / durable jobs</a:t>
            </a:r>
          </a:p>
        </p:txBody>
      </p:sp>
      <p:sp>
        <p:nvSpPr>
          <p:cNvPr id="26" name="">
            <a:extLst xmlns:a="http://schemas.openxmlformats.org/drawingml/2006/main">
              <a:ext uri="{FF2B5EF4-FFF2-40B4-BE49-F238E27FC236}">
                <a16:creationId xmlns:a16="http://schemas.microsoft.com/office/drawing/2014/main" id="{7B6A5894-3DD1-492E-8BC0-3DA62C7A75C2}"/>
              </a:ext>
            </a:extLst>
          </p:cNvPr>
          <p:cNvSpPr>
            <a:spLocks xmlns:a="http://schemas.openxmlformats.org/drawingml/2006/main" noGrp="1"/>
          </p:cNvSpPr>
          <p:nvPr/>
        </p:nvSpPr>
        <p:spPr>
          <a:xfrm xmlns:a="http://schemas.openxmlformats.org/drawingml/2006/main">
            <a:off x="7029264" y="6057900"/>
            <a:ext cx="409761"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مهام</a:t>
            </a:r>
          </a:p>
        </p:txBody>
      </p:sp>
      <p:sp>
        <p:nvSpPr>
          <p:cNvPr id="27" name="">
            <a:extLst xmlns:a="http://schemas.openxmlformats.org/drawingml/2006/main">
              <a:ext uri="{FF2B5EF4-FFF2-40B4-BE49-F238E27FC236}">
                <a16:creationId xmlns:a16="http://schemas.microsoft.com/office/drawing/2014/main" id="{AD39CC06-E1AE-4C5E-9555-93CD5A21546D}"/>
              </a:ext>
            </a:extLst>
          </p:cNvPr>
          <p:cNvSpPr>
            <a:spLocks xmlns:a="http://schemas.openxmlformats.org/drawingml/2006/main" noGrp="1"/>
          </p:cNvSpPr>
          <p:nvPr/>
        </p:nvSpPr>
        <p:spPr>
          <a:xfrm xmlns:a="http://schemas.openxmlformats.org/drawingml/2006/main">
            <a:off x="6228088" y="6057900"/>
            <a:ext cx="71916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مصممة</a:t>
            </a:r>
          </a:p>
        </p:txBody>
      </p:sp>
      <p:sp>
        <p:nvSpPr>
          <p:cNvPr id="28" name="">
            <a:extLst xmlns:a="http://schemas.openxmlformats.org/drawingml/2006/main">
              <a:ext uri="{FF2B5EF4-FFF2-40B4-BE49-F238E27FC236}">
                <a16:creationId xmlns:a16="http://schemas.microsoft.com/office/drawing/2014/main" id="{B36E6EE8-03E6-40D8-9DB4-966F2703B731}"/>
              </a:ext>
            </a:extLst>
          </p:cNvPr>
          <p:cNvSpPr>
            <a:spLocks xmlns:a="http://schemas.openxmlformats.org/drawingml/2006/main" noGrp="1"/>
          </p:cNvSpPr>
          <p:nvPr/>
        </p:nvSpPr>
        <p:spPr>
          <a:xfrm xmlns:a="http://schemas.openxmlformats.org/drawingml/2006/main">
            <a:off x="5203150" y="6057900"/>
            <a:ext cx="942929"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للاستمرار</a:t>
            </a:r>
          </a:p>
        </p:txBody>
      </p:sp>
      <p:sp>
        <p:nvSpPr>
          <p:cNvPr id="29" name="">
            <a:extLst xmlns:a="http://schemas.openxmlformats.org/drawingml/2006/main">
              <a:ext uri="{FF2B5EF4-FFF2-40B4-BE49-F238E27FC236}">
                <a16:creationId xmlns:a16="http://schemas.microsoft.com/office/drawing/2014/main" id="{A4303C3F-D44E-409A-B0DE-E7FB65EF57B4}"/>
              </a:ext>
            </a:extLst>
          </p:cNvPr>
          <p:cNvSpPr>
            <a:spLocks xmlns:a="http://schemas.openxmlformats.org/drawingml/2006/main" noGrp="1"/>
          </p:cNvSpPr>
          <p:nvPr/>
        </p:nvSpPr>
        <p:spPr>
          <a:xfrm xmlns:a="http://schemas.openxmlformats.org/drawingml/2006/main">
            <a:off x="4823548" y="6057900"/>
            <a:ext cx="297591"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بعد</a:t>
            </a:r>
          </a:p>
        </p:txBody>
      </p:sp>
      <p:sp>
        <p:nvSpPr>
          <p:cNvPr id="30" name="">
            <a:extLst xmlns:a="http://schemas.openxmlformats.org/drawingml/2006/main">
              <a:ext uri="{FF2B5EF4-FFF2-40B4-BE49-F238E27FC236}">
                <a16:creationId xmlns:a16="http://schemas.microsoft.com/office/drawing/2014/main" id="{16EDDB52-FD52-481B-B054-2A9AF483B7A2}"/>
              </a:ext>
            </a:extLst>
          </p:cNvPr>
          <p:cNvSpPr>
            <a:spLocks xmlns:a="http://schemas.openxmlformats.org/drawingml/2006/main" noGrp="1"/>
          </p:cNvSpPr>
          <p:nvPr/>
        </p:nvSpPr>
        <p:spPr>
          <a:xfrm xmlns:a="http://schemas.openxmlformats.org/drawingml/2006/main">
            <a:off x="4220760" y="6057900"/>
            <a:ext cx="520777"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انتهاء</a:t>
            </a:r>
          </a:p>
        </p:txBody>
      </p:sp>
      <p:sp>
        <p:nvSpPr>
          <p:cNvPr id="31" name="">
            <a:extLst xmlns:a="http://schemas.openxmlformats.org/drawingml/2006/main">
              <a:ext uri="{FF2B5EF4-FFF2-40B4-BE49-F238E27FC236}">
                <a16:creationId xmlns:a16="http://schemas.microsoft.com/office/drawing/2014/main" id="{FE9A6DAA-C57E-4128-BBE0-BD4B70403D31}"/>
              </a:ext>
            </a:extLst>
          </p:cNvPr>
          <p:cNvSpPr>
            <a:spLocks xmlns:a="http://schemas.openxmlformats.org/drawingml/2006/main" noGrp="1"/>
          </p:cNvSpPr>
          <p:nvPr/>
        </p:nvSpPr>
        <p:spPr>
          <a:xfrm xmlns:a="http://schemas.openxmlformats.org/drawingml/2006/main">
            <a:off x="3685736" y="6057900"/>
            <a:ext cx="453014"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طلب</a:t>
            </a:r>
          </a:p>
        </p:txBody>
      </p:sp>
      <p:sp>
        <p:nvSpPr>
          <p:cNvPr id="32" name="">
            <a:extLst xmlns:a="http://schemas.openxmlformats.org/drawingml/2006/main">
              <a:ext uri="{FF2B5EF4-FFF2-40B4-BE49-F238E27FC236}">
                <a16:creationId xmlns:a16="http://schemas.microsoft.com/office/drawing/2014/main" id="{2DAEA1B8-24A8-4506-B7FA-498CF0FD67D4}"/>
              </a:ext>
            </a:extLst>
          </p:cNvPr>
          <p:cNvSpPr>
            <a:spLocks xmlns:a="http://schemas.openxmlformats.org/drawingml/2006/main" noGrp="1"/>
          </p:cNvSpPr>
          <p:nvPr/>
        </p:nvSpPr>
        <p:spPr>
          <a:xfrm xmlns:a="http://schemas.openxmlformats.org/drawingml/2006/main">
            <a:off x="3061610" y="6057900"/>
            <a:ext cx="542116"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الويب</a:t>
            </a:r>
          </a:p>
        </p:txBody>
      </p:sp>
      <p:sp>
        <p:nvSpPr>
          <p:cNvPr id="33" name="">
            <a:extLst xmlns:a="http://schemas.openxmlformats.org/drawingml/2006/main">
              <a:ext uri="{FF2B5EF4-FFF2-40B4-BE49-F238E27FC236}">
                <a16:creationId xmlns:a16="http://schemas.microsoft.com/office/drawing/2014/main" id="{3A971908-B7DB-485E-82E2-77868FC69094}"/>
              </a:ext>
            </a:extLst>
          </p:cNvPr>
          <p:cNvSpPr>
            <a:spLocks xmlns:a="http://schemas.openxmlformats.org/drawingml/2006/main" noGrp="1"/>
          </p:cNvSpPr>
          <p:nvPr/>
        </p:nvSpPr>
        <p:spPr>
          <a:xfrm xmlns:a="http://schemas.openxmlformats.org/drawingml/2006/main">
            <a:off x="13844057" y="7191375"/>
            <a:ext cx="548218"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تطبيق</a:t>
            </a:r>
          </a:p>
        </p:txBody>
      </p:sp>
      <p:sp>
        <p:nvSpPr>
          <p:cNvPr id="34" name="">
            <a:extLst xmlns:a="http://schemas.openxmlformats.org/drawingml/2006/main">
              <a:ext uri="{FF2B5EF4-FFF2-40B4-BE49-F238E27FC236}">
                <a16:creationId xmlns:a16="http://schemas.microsoft.com/office/drawing/2014/main" id="{1F56173E-1AEB-49F0-B3F9-2E595DBEA537}"/>
              </a:ext>
            </a:extLst>
          </p:cNvPr>
          <p:cNvSpPr>
            <a:spLocks xmlns:a="http://schemas.openxmlformats.org/drawingml/2006/main" noGrp="1"/>
          </p:cNvSpPr>
          <p:nvPr/>
        </p:nvSpPr>
        <p:spPr>
          <a:xfrm xmlns:a="http://schemas.openxmlformats.org/drawingml/2006/main">
            <a:off x="13334649" y="7191375"/>
            <a:ext cx="43330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واحد</a:t>
            </a:r>
          </a:p>
        </p:txBody>
      </p:sp>
      <p:sp>
        <p:nvSpPr>
          <p:cNvPr id="35" name="">
            <a:extLst xmlns:a="http://schemas.openxmlformats.org/drawingml/2006/main">
              <a:ext uri="{FF2B5EF4-FFF2-40B4-BE49-F238E27FC236}">
                <a16:creationId xmlns:a16="http://schemas.microsoft.com/office/drawing/2014/main" id="{BD7FCFBF-8C3C-4F08-B87C-F17CE345FD1A}"/>
              </a:ext>
            </a:extLst>
          </p:cNvPr>
          <p:cNvSpPr>
            <a:spLocks xmlns:a="http://schemas.openxmlformats.org/drawingml/2006/main" noGrp="1"/>
          </p:cNvSpPr>
          <p:nvPr/>
        </p:nvSpPr>
        <p:spPr>
          <a:xfrm xmlns:a="http://schemas.openxmlformats.org/drawingml/2006/main">
            <a:off x="12756723" y="7191375"/>
            <a:ext cx="501821"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يسهل</a:t>
            </a:r>
          </a:p>
        </p:txBody>
      </p:sp>
      <p:sp>
        <p:nvSpPr>
          <p:cNvPr id="36" name="">
            <a:extLst xmlns:a="http://schemas.openxmlformats.org/drawingml/2006/main">
              <a:ext uri="{FF2B5EF4-FFF2-40B4-BE49-F238E27FC236}">
                <a16:creationId xmlns:a16="http://schemas.microsoft.com/office/drawing/2014/main" id="{999E4DAA-09F2-4C0E-8EC0-1A6A96304210}"/>
              </a:ext>
            </a:extLst>
          </p:cNvPr>
          <p:cNvSpPr>
            <a:spLocks xmlns:a="http://schemas.openxmlformats.org/drawingml/2006/main" noGrp="1"/>
          </p:cNvSpPr>
          <p:nvPr/>
        </p:nvSpPr>
        <p:spPr>
          <a:xfrm xmlns:a="http://schemas.openxmlformats.org/drawingml/2006/main">
            <a:off x="12004269" y="7191375"/>
            <a:ext cx="676349"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التشغيل</a:t>
            </a:r>
          </a:p>
        </p:txBody>
      </p:sp>
      <p:sp>
        <p:nvSpPr>
          <p:cNvPr id="37" name="">
            <a:extLst xmlns:a="http://schemas.openxmlformats.org/drawingml/2006/main">
              <a:ext uri="{FF2B5EF4-FFF2-40B4-BE49-F238E27FC236}">
                <a16:creationId xmlns:a16="http://schemas.microsoft.com/office/drawing/2014/main" id="{B36698F3-E9A2-454D-BF8C-48687FF69150}"/>
              </a:ext>
            </a:extLst>
          </p:cNvPr>
          <p:cNvSpPr>
            <a:spLocks xmlns:a="http://schemas.openxmlformats.org/drawingml/2006/main" noGrp="1"/>
          </p:cNvSpPr>
          <p:nvPr/>
        </p:nvSpPr>
        <p:spPr>
          <a:xfrm xmlns:a="http://schemas.openxmlformats.org/drawingml/2006/main">
            <a:off x="11306844" y="7191375"/>
            <a:ext cx="621320"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والنشر</a:t>
            </a:r>
          </a:p>
        </p:txBody>
      </p:sp>
      <p:sp>
        <p:nvSpPr>
          <p:cNvPr id="38" name="">
            <a:extLst xmlns:a="http://schemas.openxmlformats.org/drawingml/2006/main">
              <a:ext uri="{FF2B5EF4-FFF2-40B4-BE49-F238E27FC236}">
                <a16:creationId xmlns:a16="http://schemas.microsoft.com/office/drawing/2014/main" id="{AED818F9-C741-42C5-B6C3-A5A5E93E3028}"/>
              </a:ext>
            </a:extLst>
          </p:cNvPr>
          <p:cNvSpPr>
            <a:spLocks xmlns:a="http://schemas.openxmlformats.org/drawingml/2006/main" noGrp="1"/>
          </p:cNvSpPr>
          <p:nvPr/>
        </p:nvSpPr>
        <p:spPr>
          <a:xfrm xmlns:a="http://schemas.openxmlformats.org/drawingml/2006/main">
            <a:off x="10538205" y="7191375"/>
            <a:ext cx="69253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لوظائف</a:t>
            </a:r>
          </a:p>
        </p:txBody>
      </p:sp>
      <p:sp>
        <p:nvSpPr>
          <p:cNvPr id="39" name="">
            <a:extLst xmlns:a="http://schemas.openxmlformats.org/drawingml/2006/main">
              <a:ext uri="{FF2B5EF4-FFF2-40B4-BE49-F238E27FC236}">
                <a16:creationId xmlns:a16="http://schemas.microsoft.com/office/drawing/2014/main" id="{BE418ABE-CF32-4718-A8C5-A0D3DB904D3C}"/>
              </a:ext>
            </a:extLst>
          </p:cNvPr>
          <p:cNvSpPr>
            <a:spLocks xmlns:a="http://schemas.openxmlformats.org/drawingml/2006/main" noGrp="1"/>
          </p:cNvSpPr>
          <p:nvPr/>
        </p:nvSpPr>
        <p:spPr>
          <a:xfrm xmlns:a="http://schemas.openxmlformats.org/drawingml/2006/main">
            <a:off x="9993729" y="7191375"/>
            <a:ext cx="468371"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تعتمد</a:t>
            </a:r>
          </a:p>
        </p:txBody>
      </p:sp>
      <p:sp>
        <p:nvSpPr>
          <p:cNvPr id="40" name="">
            <a:extLst xmlns:a="http://schemas.openxmlformats.org/drawingml/2006/main">
              <a:ext uri="{FF2B5EF4-FFF2-40B4-BE49-F238E27FC236}">
                <a16:creationId xmlns:a16="http://schemas.microsoft.com/office/drawing/2014/main" id="{D7B55D6C-DCA3-428F-8B52-F5BF3F799E44}"/>
              </a:ext>
            </a:extLst>
          </p:cNvPr>
          <p:cNvSpPr>
            <a:spLocks xmlns:a="http://schemas.openxmlformats.org/drawingml/2006/main" noGrp="1"/>
          </p:cNvSpPr>
          <p:nvPr/>
        </p:nvSpPr>
        <p:spPr>
          <a:xfrm xmlns:a="http://schemas.openxmlformats.org/drawingml/2006/main">
            <a:off x="9540833" y="7191375"/>
            <a:ext cx="376791"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على</a:t>
            </a:r>
          </a:p>
        </p:txBody>
      </p:sp>
      <p:sp>
        <p:nvSpPr>
          <p:cNvPr id="41" name="">
            <a:extLst xmlns:a="http://schemas.openxmlformats.org/drawingml/2006/main">
              <a:ext uri="{FF2B5EF4-FFF2-40B4-BE49-F238E27FC236}">
                <a16:creationId xmlns:a16="http://schemas.microsoft.com/office/drawing/2014/main" id="{DB0079D2-8DC4-4978-97B5-1654732CEEDA}"/>
              </a:ext>
            </a:extLst>
          </p:cNvPr>
          <p:cNvSpPr>
            <a:spLocks xmlns:a="http://schemas.openxmlformats.org/drawingml/2006/main" noGrp="1"/>
          </p:cNvSpPr>
          <p:nvPr/>
        </p:nvSpPr>
        <p:spPr>
          <a:xfrm xmlns:a="http://schemas.openxmlformats.org/drawingml/2006/main">
            <a:off x="8921366" y="7191375"/>
            <a:ext cx="543362"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بيانات</a:t>
            </a:r>
          </a:p>
        </p:txBody>
      </p:sp>
      <p:sp>
        <p:nvSpPr>
          <p:cNvPr id="42" name="">
            <a:extLst xmlns:a="http://schemas.openxmlformats.org/drawingml/2006/main">
              <a:ext uri="{FF2B5EF4-FFF2-40B4-BE49-F238E27FC236}">
                <a16:creationId xmlns:a16="http://schemas.microsoft.com/office/drawing/2014/main" id="{8EFB7361-2578-4246-BF46-E669B9DA2A34}"/>
              </a:ext>
            </a:extLst>
          </p:cNvPr>
          <p:cNvSpPr>
            <a:spLocks xmlns:a="http://schemas.openxmlformats.org/drawingml/2006/main" noGrp="1"/>
          </p:cNvSpPr>
          <p:nvPr/>
        </p:nvSpPr>
        <p:spPr>
          <a:xfrm xmlns:a="http://schemas.openxmlformats.org/drawingml/2006/main">
            <a:off x="8144365" y="7191375"/>
            <a:ext cx="700897"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مشتركة</a:t>
            </a:r>
          </a:p>
        </p:txBody>
      </p:sp>
      <p:sp>
        <p:nvSpPr>
          <p:cNvPr id="43" name="">
            <a:extLst xmlns:a="http://schemas.openxmlformats.org/drawingml/2006/main">
              <a:ext uri="{FF2B5EF4-FFF2-40B4-BE49-F238E27FC236}">
                <a16:creationId xmlns:a16="http://schemas.microsoft.com/office/drawing/2014/main" id="{A01C8181-50B9-454F-9470-402563FA1EF6}"/>
              </a:ext>
            </a:extLst>
          </p:cNvPr>
          <p:cNvSpPr>
            <a:spLocks xmlns:a="http://schemas.openxmlformats.org/drawingml/2006/main" noGrp="1"/>
          </p:cNvSpPr>
          <p:nvPr/>
        </p:nvSpPr>
        <p:spPr>
          <a:xfrm xmlns:a="http://schemas.openxmlformats.org/drawingml/2006/main">
            <a:off x="13894408" y="7667625"/>
            <a:ext cx="49786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المقابل</a:t>
            </a:r>
          </a:p>
        </p:txBody>
      </p:sp>
      <p:sp>
        <p:nvSpPr>
          <p:cNvPr id="44" name="">
            <a:extLst xmlns:a="http://schemas.openxmlformats.org/drawingml/2006/main">
              <a:ext uri="{FF2B5EF4-FFF2-40B4-BE49-F238E27FC236}">
                <a16:creationId xmlns:a16="http://schemas.microsoft.com/office/drawing/2014/main" id="{D10F87A9-AE8B-4F3B-8766-2CD8308A93D5}"/>
              </a:ext>
            </a:extLst>
          </p:cNvPr>
          <p:cNvSpPr>
            <a:spLocks xmlns:a="http://schemas.openxmlformats.org/drawingml/2006/main" noGrp="1"/>
          </p:cNvSpPr>
          <p:nvPr/>
        </p:nvSpPr>
        <p:spPr>
          <a:xfrm xmlns:a="http://schemas.openxmlformats.org/drawingml/2006/main">
            <a:off x="13519677" y="7667625"/>
            <a:ext cx="310437"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نشر</a:t>
            </a:r>
          </a:p>
        </p:txBody>
      </p:sp>
      <p:sp>
        <p:nvSpPr>
          <p:cNvPr id="45" name="">
            <a:extLst xmlns:a="http://schemas.openxmlformats.org/drawingml/2006/main">
              <a:ext uri="{FF2B5EF4-FFF2-40B4-BE49-F238E27FC236}">
                <a16:creationId xmlns:a16="http://schemas.microsoft.com/office/drawing/2014/main" id="{171930FB-AA30-4F6C-AC81-A088B97C23A0}"/>
              </a:ext>
            </a:extLst>
          </p:cNvPr>
          <p:cNvSpPr>
            <a:spLocks xmlns:a="http://schemas.openxmlformats.org/drawingml/2006/main" noGrp="1"/>
          </p:cNvSpPr>
          <p:nvPr/>
        </p:nvSpPr>
        <p:spPr>
          <a:xfrm xmlns:a="http://schemas.openxmlformats.org/drawingml/2006/main">
            <a:off x="13042627" y="7667625"/>
            <a:ext cx="412756"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موحد</a:t>
            </a:r>
          </a:p>
        </p:txBody>
      </p:sp>
      <p:sp>
        <p:nvSpPr>
          <p:cNvPr id="46" name="">
            <a:extLst xmlns:a="http://schemas.openxmlformats.org/drawingml/2006/main">
              <a:ext uri="{FF2B5EF4-FFF2-40B4-BE49-F238E27FC236}">
                <a16:creationId xmlns:a16="http://schemas.microsoft.com/office/drawing/2014/main" id="{E93E052B-A9D3-453D-9008-A5F9A7E9A65A}"/>
              </a:ext>
            </a:extLst>
          </p:cNvPr>
          <p:cNvSpPr>
            <a:spLocks xmlns:a="http://schemas.openxmlformats.org/drawingml/2006/main" noGrp="1"/>
          </p:cNvSpPr>
          <p:nvPr/>
        </p:nvSpPr>
        <p:spPr>
          <a:xfrm xmlns:a="http://schemas.openxmlformats.org/drawingml/2006/main">
            <a:off x="12503721" y="7667625"/>
            <a:ext cx="47461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وعزل</a:t>
            </a:r>
          </a:p>
        </p:txBody>
      </p:sp>
      <p:sp>
        <p:nvSpPr>
          <p:cNvPr id="47" name="">
            <a:extLst xmlns:a="http://schemas.openxmlformats.org/drawingml/2006/main">
              <a:ext uri="{FF2B5EF4-FFF2-40B4-BE49-F238E27FC236}">
                <a16:creationId xmlns:a16="http://schemas.microsoft.com/office/drawing/2014/main" id="{8A2A9025-5225-44EF-98D5-51F8273EDE91}"/>
              </a:ext>
            </a:extLst>
          </p:cNvPr>
          <p:cNvSpPr>
            <a:spLocks xmlns:a="http://schemas.openxmlformats.org/drawingml/2006/main" noGrp="1"/>
          </p:cNvSpPr>
          <p:nvPr/>
        </p:nvSpPr>
        <p:spPr>
          <a:xfrm xmlns:a="http://schemas.openxmlformats.org/drawingml/2006/main">
            <a:off x="11941676" y="7667625"/>
            <a:ext cx="497751"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أعطال</a:t>
            </a:r>
          </a:p>
        </p:txBody>
      </p:sp>
      <p:sp>
        <p:nvSpPr>
          <p:cNvPr id="48" name="">
            <a:extLst xmlns:a="http://schemas.openxmlformats.org/drawingml/2006/main">
              <a:ext uri="{FF2B5EF4-FFF2-40B4-BE49-F238E27FC236}">
                <a16:creationId xmlns:a16="http://schemas.microsoft.com/office/drawing/2014/main" id="{C4B0AA5A-4B13-455A-AB90-93804620D49E}"/>
              </a:ext>
            </a:extLst>
          </p:cNvPr>
          <p:cNvSpPr>
            <a:spLocks xmlns:a="http://schemas.openxmlformats.org/drawingml/2006/main" noGrp="1"/>
          </p:cNvSpPr>
          <p:nvPr/>
        </p:nvSpPr>
        <p:spPr>
          <a:xfrm xmlns:a="http://schemas.openxmlformats.org/drawingml/2006/main">
            <a:off x="11634267" y="7667625"/>
            <a:ext cx="24311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أقل</a:t>
            </a:r>
          </a:p>
        </p:txBody>
      </p:sp>
      <p:sp>
        <p:nvSpPr>
          <p:cNvPr id="49" name="">
            <a:extLst xmlns:a="http://schemas.openxmlformats.org/drawingml/2006/main">
              <a:ext uri="{FF2B5EF4-FFF2-40B4-BE49-F238E27FC236}">
                <a16:creationId xmlns:a16="http://schemas.microsoft.com/office/drawing/2014/main" id="{910A37B2-10F9-4985-91E1-87A65458795C}"/>
              </a:ext>
            </a:extLst>
          </p:cNvPr>
          <p:cNvSpPr>
            <a:spLocks xmlns:a="http://schemas.openxmlformats.org/drawingml/2006/main" noGrp="1"/>
          </p:cNvSpPr>
          <p:nvPr/>
        </p:nvSpPr>
        <p:spPr>
          <a:xfrm xmlns:a="http://schemas.openxmlformats.org/drawingml/2006/main">
            <a:off x="11457547" y="7667625"/>
            <a:ext cx="112426"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و</a:t>
            </a:r>
          </a:p>
        </p:txBody>
      </p:sp>
      <p:sp>
        <p:nvSpPr>
          <p:cNvPr id="50" name="">
            <a:extLst xmlns:a="http://schemas.openxmlformats.org/drawingml/2006/main">
              <a:ext uri="{FF2B5EF4-FFF2-40B4-BE49-F238E27FC236}">
                <a16:creationId xmlns:a16="http://schemas.microsoft.com/office/drawing/2014/main" id="{0C163BD4-0973-48A3-9032-15B4D7E1FD02}"/>
              </a:ext>
            </a:extLst>
          </p:cNvPr>
          <p:cNvSpPr>
            <a:spLocks xmlns:a="http://schemas.openxmlformats.org/drawingml/2006/main" noGrp="1"/>
          </p:cNvSpPr>
          <p:nvPr/>
        </p:nvSpPr>
        <p:spPr>
          <a:xfrm xmlns:a="http://schemas.openxmlformats.org/drawingml/2006/main">
            <a:off x="10642378" y="7667625"/>
            <a:ext cx="750875"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5A6A70"/>
                </a:solidFill>
                <a:latin typeface="Arial"/>
                <a:ea typeface="Arial"/>
                <a:cs typeface="Arial"/>
              </a:defRPr>
            </a:defPPr>
            <a:lvl1pPr algn="l">
              <a:defRPr sz="1875" b="0">
                <a:solidFill>
                  <a:srgbClr val="5A6A70"/>
                </a:solidFill>
                <a:latin typeface="Arial"/>
                <a:ea typeface="Arial"/>
                <a:cs typeface="Arial"/>
              </a:defRPr>
            </a:lvl1pPr>
            <a:lvl2pPr algn="l">
              <a:defRPr sz="1875" b="0">
                <a:solidFill>
                  <a:srgbClr val="5A6A70"/>
                </a:solidFill>
                <a:latin typeface="Arial"/>
                <a:ea typeface="Arial"/>
                <a:cs typeface="Arial"/>
              </a:defRPr>
            </a:lvl2pPr>
            <a:lvl3pPr algn="l">
              <a:defRPr sz="1875" b="0">
                <a:solidFill>
                  <a:srgbClr val="5A6A70"/>
                </a:solidFill>
                <a:latin typeface="Arial"/>
                <a:ea typeface="Arial"/>
                <a:cs typeface="Arial"/>
              </a:defRPr>
            </a:lvl3pPr>
            <a:lvl4pPr algn="l">
              <a:defRPr sz="1875" b="0">
                <a:solidFill>
                  <a:srgbClr val="5A6A70"/>
                </a:solidFill>
                <a:latin typeface="Arial"/>
                <a:ea typeface="Arial"/>
                <a:cs typeface="Arial"/>
              </a:defRPr>
            </a:lvl4pPr>
            <a:lvl5pPr algn="l">
              <a:defRPr sz="1875" b="0">
                <a:solidFill>
                  <a:srgbClr val="5A6A70"/>
                </a:solidFill>
                <a:latin typeface="Arial"/>
                <a:ea typeface="Arial"/>
                <a:cs typeface="Arial"/>
              </a:defRPr>
            </a:lvl5pPr>
            <a:lvl6pPr algn="l">
              <a:defRPr sz="1875" b="0">
                <a:solidFill>
                  <a:srgbClr val="5A6A70"/>
                </a:solidFill>
                <a:latin typeface="Arial"/>
                <a:ea typeface="Arial"/>
                <a:cs typeface="Arial"/>
              </a:defRPr>
            </a:lvl6pPr>
            <a:lvl7pPr algn="l">
              <a:defRPr sz="1875" b="0">
                <a:solidFill>
                  <a:srgbClr val="5A6A70"/>
                </a:solidFill>
                <a:latin typeface="Arial"/>
                <a:ea typeface="Arial"/>
                <a:cs typeface="Arial"/>
              </a:defRPr>
            </a:lvl7pPr>
            <a:lvl8pPr algn="l">
              <a:defRPr sz="1875" b="0">
                <a:solidFill>
                  <a:srgbClr val="5A6A70"/>
                </a:solidFill>
                <a:latin typeface="Arial"/>
                <a:ea typeface="Arial"/>
                <a:cs typeface="Arial"/>
              </a:defRPr>
            </a:lvl8pPr>
            <a:lvl9pPr algn="l">
              <a:defRPr sz="1875" b="0">
                <a:solidFill>
                  <a:srgbClr val="5A6A70"/>
                </a:solidFill>
                <a:latin typeface="Arial"/>
                <a:ea typeface="Arial"/>
                <a:cs typeface="Arial"/>
              </a:defRPr>
            </a:lvl9pPr>
          </a:lstStyle>
          <a:p xmlns:a="http://schemas.openxmlformats.org/drawingml/2006/main">
            <a:pPr algn="l">
              <a:defRPr sz="1875" b="0">
                <a:solidFill>
                  <a:srgbClr val="5A6A70"/>
                </a:solidFill>
                <a:latin typeface="Arial"/>
                <a:ea typeface="Arial"/>
                <a:cs typeface="Arial"/>
              </a:defRPr>
            </a:pPr>
            <a:r>
              <a:rPr sz="1875" b="0">
                <a:solidFill>
                  <a:srgbClr val="5A6A70"/>
                </a:solidFill>
                <a:latin typeface="Arial"/>
                <a:ea typeface="Arial"/>
                <a:cs typeface="Arial"/>
              </a:rPr>
              <a:t>Python</a:t>
            </a:r>
          </a:p>
        </p:txBody>
      </p:sp>
      <p:sp>
        <p:nvSpPr>
          <p:cNvPr id="51" name="">
            <a:extLst xmlns:a="http://schemas.openxmlformats.org/drawingml/2006/main">
              <a:ext uri="{FF2B5EF4-FFF2-40B4-BE49-F238E27FC236}">
                <a16:creationId xmlns:a16="http://schemas.microsoft.com/office/drawing/2014/main" id="{A6C35F69-F88A-417D-809D-BC46ACCE83B4}"/>
              </a:ext>
            </a:extLst>
          </p:cNvPr>
          <p:cNvSpPr>
            <a:spLocks xmlns:a="http://schemas.openxmlformats.org/drawingml/2006/main" noGrp="1"/>
          </p:cNvSpPr>
          <p:nvPr/>
        </p:nvSpPr>
        <p:spPr>
          <a:xfrm xmlns:a="http://schemas.openxmlformats.org/drawingml/2006/main">
            <a:off x="10124982" y="7667625"/>
            <a:ext cx="453103"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مرجع</a:t>
            </a:r>
          </a:p>
        </p:txBody>
      </p:sp>
      <p:sp>
        <p:nvSpPr>
          <p:cNvPr id="52" name="">
            <a:extLst xmlns:a="http://schemas.openxmlformats.org/drawingml/2006/main">
              <a:ext uri="{FF2B5EF4-FFF2-40B4-BE49-F238E27FC236}">
                <a16:creationId xmlns:a16="http://schemas.microsoft.com/office/drawing/2014/main" id="{35F1F67D-9EE8-4984-B9EA-A5CEA2290E63}"/>
              </a:ext>
            </a:extLst>
          </p:cNvPr>
          <p:cNvSpPr>
            <a:spLocks xmlns:a="http://schemas.openxmlformats.org/drawingml/2006/main" noGrp="1"/>
          </p:cNvSpPr>
          <p:nvPr/>
        </p:nvSpPr>
        <p:spPr>
          <a:xfrm xmlns:a="http://schemas.openxmlformats.org/drawingml/2006/main">
            <a:off x="9504453" y="7667625"/>
            <a:ext cx="556236"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للتجربة</a:t>
            </a:r>
          </a:p>
        </p:txBody>
      </p:sp>
      <p:sp>
        <p:nvSpPr>
          <p:cNvPr id="53" name="">
            <a:extLst xmlns:a="http://schemas.openxmlformats.org/drawingml/2006/main">
              <a:ext uri="{FF2B5EF4-FFF2-40B4-BE49-F238E27FC236}">
                <a16:creationId xmlns:a16="http://schemas.microsoft.com/office/drawing/2014/main" id="{26341E95-416F-48F2-B732-9C54BE602454}"/>
              </a:ext>
            </a:extLst>
          </p:cNvPr>
          <p:cNvSpPr>
            <a:spLocks xmlns:a="http://schemas.openxmlformats.org/drawingml/2006/main" noGrp="1"/>
          </p:cNvSpPr>
          <p:nvPr/>
        </p:nvSpPr>
        <p:spPr>
          <a:xfrm xmlns:a="http://schemas.openxmlformats.org/drawingml/2006/main">
            <a:off x="9165883" y="7667625"/>
            <a:ext cx="274276" cy="3690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75" b="0">
                <a:solidFill>
                  <a:srgbClr val="5A6A70"/>
                </a:solidFill>
                <a:latin typeface="Arial"/>
                <a:ea typeface="Arial"/>
                <a:cs typeface="Arial"/>
              </a:defRPr>
            </a:defPPr>
            <a:lvl1pPr algn="r">
              <a:defRPr sz="1875" b="0">
                <a:solidFill>
                  <a:srgbClr val="5A6A70"/>
                </a:solidFill>
                <a:latin typeface="Arial"/>
                <a:ea typeface="Arial"/>
                <a:cs typeface="Arial"/>
              </a:defRPr>
            </a:lvl1pPr>
            <a:lvl2pPr algn="r">
              <a:defRPr sz="1875" b="0">
                <a:solidFill>
                  <a:srgbClr val="5A6A70"/>
                </a:solidFill>
                <a:latin typeface="Arial"/>
                <a:ea typeface="Arial"/>
                <a:cs typeface="Arial"/>
              </a:defRPr>
            </a:lvl2pPr>
            <a:lvl3pPr algn="r">
              <a:defRPr sz="1875" b="0">
                <a:solidFill>
                  <a:srgbClr val="5A6A70"/>
                </a:solidFill>
                <a:latin typeface="Arial"/>
                <a:ea typeface="Arial"/>
                <a:cs typeface="Arial"/>
              </a:defRPr>
            </a:lvl3pPr>
            <a:lvl4pPr algn="r">
              <a:defRPr sz="1875" b="0">
                <a:solidFill>
                  <a:srgbClr val="5A6A70"/>
                </a:solidFill>
                <a:latin typeface="Arial"/>
                <a:ea typeface="Arial"/>
                <a:cs typeface="Arial"/>
              </a:defRPr>
            </a:lvl4pPr>
            <a:lvl5pPr algn="r">
              <a:defRPr sz="1875" b="0">
                <a:solidFill>
                  <a:srgbClr val="5A6A70"/>
                </a:solidFill>
                <a:latin typeface="Arial"/>
                <a:ea typeface="Arial"/>
                <a:cs typeface="Arial"/>
              </a:defRPr>
            </a:lvl5pPr>
            <a:lvl6pPr algn="r">
              <a:defRPr sz="1875" b="0">
                <a:solidFill>
                  <a:srgbClr val="5A6A70"/>
                </a:solidFill>
                <a:latin typeface="Arial"/>
                <a:ea typeface="Arial"/>
                <a:cs typeface="Arial"/>
              </a:defRPr>
            </a:lvl6pPr>
            <a:lvl7pPr algn="r">
              <a:defRPr sz="1875" b="0">
                <a:solidFill>
                  <a:srgbClr val="5A6A70"/>
                </a:solidFill>
                <a:latin typeface="Arial"/>
                <a:ea typeface="Arial"/>
                <a:cs typeface="Arial"/>
              </a:defRPr>
            </a:lvl7pPr>
            <a:lvl8pPr algn="r">
              <a:defRPr sz="1875" b="0">
                <a:solidFill>
                  <a:srgbClr val="5A6A70"/>
                </a:solidFill>
                <a:latin typeface="Arial"/>
                <a:ea typeface="Arial"/>
                <a:cs typeface="Arial"/>
              </a:defRPr>
            </a:lvl8pPr>
            <a:lvl9pPr algn="r">
              <a:defRPr sz="1875" b="0">
                <a:solidFill>
                  <a:srgbClr val="5A6A70"/>
                </a:solidFill>
                <a:latin typeface="Arial"/>
                <a:ea typeface="Arial"/>
                <a:cs typeface="Arial"/>
              </a:defRPr>
            </a:lvl9pPr>
          </a:lstStyle>
          <a:p xmlns:a="http://schemas.openxmlformats.org/drawingml/2006/main">
            <a:pPr algn="r">
              <a:defRPr sz="1875" b="0">
                <a:solidFill>
                  <a:srgbClr val="5A6A70"/>
                </a:solidFill>
                <a:latin typeface="Arial"/>
                <a:ea typeface="Arial"/>
                <a:cs typeface="Arial"/>
              </a:defRPr>
            </a:pPr>
            <a:r>
              <a:rPr sz="1875" b="0">
                <a:solidFill>
                  <a:srgbClr val="5A6A70"/>
                </a:solidFill>
                <a:latin typeface="Arial"/>
                <a:ea typeface="Arial"/>
                <a:cs typeface="Arial"/>
              </a:rPr>
              <a:t>فقط</a:t>
            </a:r>
          </a:p>
        </p:txBody>
      </p:sp>
    </p:spTree>
    <p:extLst>
      <p:ext uri="{BB962C8B-B14F-4D97-AF65-F5344CB8AC3E}">
        <p14:creationId xmlns:p14="http://schemas.microsoft.com/office/powerpoint/2010/main" val="391393053"/>
      </p:ext>
    </p:extLst>
  </p:cSld>
</p:sld>
</file>

<file path=ppt/slides/slide18.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EF7F8163-09AA-48B8-BD6F-F87CA1895FA2}"/>
              </a:ext>
            </a:extLst>
          </p:cNvPr>
          <p:cNvCxnSpPr>
            <a:stCxn xmlns:a="http://schemas.openxmlformats.org/drawingml/2006/main" id="19" idx="1"/>
            <a:endCxn xmlns:a="http://schemas.openxmlformats.org/drawingml/2006/main" id="22" idx="3"/>
          </p:cNvCxnSpPr>
          <p:nvPr/>
        </p:nvCxnSpPr>
        <p:spPr>
          <a:xfrm xmlns:a="http://schemas.openxmlformats.org/drawingml/2006/main" flipH="1">
            <a:off x="3571875" y="4238625"/>
            <a:ext cx="714375" cy="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3" name="">
            <a:extLst xmlns:a="http://schemas.openxmlformats.org/drawingml/2006/main">
              <a:ext uri="{FF2B5EF4-FFF2-40B4-BE49-F238E27FC236}">
                <a16:creationId xmlns:a16="http://schemas.microsoft.com/office/drawing/2014/main" id="{E514C63C-485C-4C74-A93E-9FC686CF316A}"/>
              </a:ext>
            </a:extLst>
          </p:cNvPr>
          <p:cNvCxnSpPr>
            <a:stCxn xmlns:a="http://schemas.openxmlformats.org/drawingml/2006/main" id="16" idx="1"/>
            <a:endCxn xmlns:a="http://schemas.openxmlformats.org/drawingml/2006/main" id="19" idx="3"/>
          </p:cNvCxnSpPr>
          <p:nvPr/>
        </p:nvCxnSpPr>
        <p:spPr>
          <a:xfrm xmlns:a="http://schemas.openxmlformats.org/drawingml/2006/main" flipH="1">
            <a:off x="7143750" y="4238625"/>
            <a:ext cx="714375" cy="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cxnSp>
        <p:nvCxnSpPr>
          <p:cNvPr id="4" name="">
            <a:extLst xmlns:a="http://schemas.openxmlformats.org/drawingml/2006/main">
              <a:ext uri="{FF2B5EF4-FFF2-40B4-BE49-F238E27FC236}">
                <a16:creationId xmlns:a16="http://schemas.microsoft.com/office/drawing/2014/main" id="{74BB9C68-B0B3-4AAF-96DD-2D29497DC7C1}"/>
              </a:ext>
            </a:extLst>
          </p:cNvPr>
          <p:cNvCxnSpPr>
            <a:stCxn xmlns:a="http://schemas.openxmlformats.org/drawingml/2006/main" id="14" idx="1"/>
            <a:endCxn xmlns:a="http://schemas.openxmlformats.org/drawingml/2006/main" id="16" idx="3"/>
          </p:cNvCxnSpPr>
          <p:nvPr/>
        </p:nvCxnSpPr>
        <p:spPr>
          <a:xfrm xmlns:a="http://schemas.openxmlformats.org/drawingml/2006/main" flipH="1">
            <a:off x="10715625" y="4238625"/>
            <a:ext cx="714375" cy="0"/>
          </a:xfrm>
          <a:prstGeom xmlns:a="http://schemas.openxmlformats.org/drawingml/2006/main" prst="straightConnector1">
            <a:avLst/>
          </a:prstGeom>
          <a:ln xmlns:a="http://schemas.openxmlformats.org/drawingml/2006/main" w="19050">
            <a:solidFill>
              <a:srgbClr val="167D8D"/>
            </a:solidFill>
            <a:headEnd type="none" w="med" len="med"/>
            <a:tailEnd type="arrow" w="med" len="med"/>
          </a:ln>
        </p:spPr>
      </p:cxnSp>
      <p:sp>
        <p:nvSpPr>
          <p:cNvPr id="5" name="">
            <a:extLst xmlns:a="http://schemas.openxmlformats.org/drawingml/2006/main">
              <a:ext uri="{FF2B5EF4-FFF2-40B4-BE49-F238E27FC236}">
                <a16:creationId xmlns:a16="http://schemas.microsoft.com/office/drawing/2014/main" id="{5A83B74E-3CD4-4ABE-AE65-46A4EC1DBD41}"/>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18</a:t>
            </a:r>
          </a:p>
        </p:txBody>
      </p:sp>
      <p:sp>
        <p:nvSpPr>
          <p:cNvPr id="6" name="">
            <a:extLst xmlns:a="http://schemas.openxmlformats.org/drawingml/2006/main">
              <a:ext uri="{FF2B5EF4-FFF2-40B4-BE49-F238E27FC236}">
                <a16:creationId xmlns:a16="http://schemas.microsoft.com/office/drawing/2014/main" id="{C9C2DD9A-7990-42C4-9E25-207B551AAED0}"/>
              </a:ext>
            </a:extLst>
          </p:cNvPr>
          <p:cNvSpPr>
            <a:spLocks xmlns:a="http://schemas.openxmlformats.org/drawingml/2006/main" noGrp="1"/>
          </p:cNvSpPr>
          <p:nvPr/>
        </p:nvSpPr>
        <p:spPr>
          <a:xfrm xmlns:a="http://schemas.openxmlformats.org/drawingml/2006/main">
            <a:off x="13371128" y="1190625"/>
            <a:ext cx="1021147"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طريقة</a:t>
            </a:r>
          </a:p>
        </p:txBody>
      </p:sp>
      <p:sp>
        <p:nvSpPr>
          <p:cNvPr id="7" name="">
            <a:extLst xmlns:a="http://schemas.openxmlformats.org/drawingml/2006/main">
              <a:ext uri="{FF2B5EF4-FFF2-40B4-BE49-F238E27FC236}">
                <a16:creationId xmlns:a16="http://schemas.microsoft.com/office/drawing/2014/main" id="{CA83EC9A-EC40-426D-9A47-79FB11487FE1}"/>
              </a:ext>
            </a:extLst>
          </p:cNvPr>
          <p:cNvSpPr>
            <a:spLocks xmlns:a="http://schemas.openxmlformats.org/drawingml/2006/main" noGrp="1"/>
          </p:cNvSpPr>
          <p:nvPr/>
        </p:nvSpPr>
        <p:spPr>
          <a:xfrm xmlns:a="http://schemas.openxmlformats.org/drawingml/2006/main">
            <a:off x="11976536" y="1190625"/>
            <a:ext cx="1244668"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التطوير</a:t>
            </a:r>
          </a:p>
        </p:txBody>
      </p:sp>
      <p:sp>
        <p:nvSpPr>
          <p:cNvPr id="8" name="">
            <a:extLst xmlns:a="http://schemas.openxmlformats.org/drawingml/2006/main">
              <a:ext uri="{FF2B5EF4-FFF2-40B4-BE49-F238E27FC236}">
                <a16:creationId xmlns:a16="http://schemas.microsoft.com/office/drawing/2014/main" id="{49D95709-DF81-4B64-91DB-0CCD9B628DF5}"/>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18 / 21</a:t>
            </a:r>
          </a:p>
        </p:txBody>
      </p:sp>
      <p:sp>
        <p:nvSpPr>
          <p:cNvPr id="9" name="">
            <a:extLst xmlns:a="http://schemas.openxmlformats.org/drawingml/2006/main">
              <a:ext uri="{FF2B5EF4-FFF2-40B4-BE49-F238E27FC236}">
                <a16:creationId xmlns:a16="http://schemas.microsoft.com/office/drawing/2014/main" id="{BB204BE0-FA35-4485-8919-6D4401852ED2}"/>
              </a:ext>
            </a:extLst>
          </p:cNvPr>
          <p:cNvSpPr>
            <a:spLocks xmlns:a="http://schemas.openxmlformats.org/drawingml/2006/main" noGrp="1"/>
          </p:cNvSpPr>
          <p:nvPr/>
        </p:nvSpPr>
        <p:spPr>
          <a:xfrm xmlns:a="http://schemas.openxmlformats.org/drawingml/2006/main">
            <a:off x="13714028" y="2333625"/>
            <a:ext cx="678247"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700" b="1">
                <a:solidFill>
                  <a:srgbClr val="167D8D"/>
                </a:solidFill>
                <a:latin typeface="Arial"/>
                <a:ea typeface="Arial"/>
                <a:cs typeface="Arial"/>
              </a:defRPr>
            </a:defPPr>
            <a:lvl1pPr algn="r">
              <a:defRPr sz="2700" b="1">
                <a:solidFill>
                  <a:srgbClr val="167D8D"/>
                </a:solidFill>
                <a:latin typeface="Arial"/>
                <a:ea typeface="Arial"/>
                <a:cs typeface="Arial"/>
              </a:defRPr>
            </a:lvl1pPr>
            <a:lvl2pPr algn="r">
              <a:defRPr sz="2700" b="1">
                <a:solidFill>
                  <a:srgbClr val="167D8D"/>
                </a:solidFill>
                <a:latin typeface="Arial"/>
                <a:ea typeface="Arial"/>
                <a:cs typeface="Arial"/>
              </a:defRPr>
            </a:lvl2pPr>
            <a:lvl3pPr algn="r">
              <a:defRPr sz="2700" b="1">
                <a:solidFill>
                  <a:srgbClr val="167D8D"/>
                </a:solidFill>
                <a:latin typeface="Arial"/>
                <a:ea typeface="Arial"/>
                <a:cs typeface="Arial"/>
              </a:defRPr>
            </a:lvl3pPr>
            <a:lvl4pPr algn="r">
              <a:defRPr sz="2700" b="1">
                <a:solidFill>
                  <a:srgbClr val="167D8D"/>
                </a:solidFill>
                <a:latin typeface="Arial"/>
                <a:ea typeface="Arial"/>
                <a:cs typeface="Arial"/>
              </a:defRPr>
            </a:lvl4pPr>
            <a:lvl5pPr algn="r">
              <a:defRPr sz="2700" b="1">
                <a:solidFill>
                  <a:srgbClr val="167D8D"/>
                </a:solidFill>
                <a:latin typeface="Arial"/>
                <a:ea typeface="Arial"/>
                <a:cs typeface="Arial"/>
              </a:defRPr>
            </a:lvl5pPr>
            <a:lvl6pPr algn="r">
              <a:defRPr sz="2700" b="1">
                <a:solidFill>
                  <a:srgbClr val="167D8D"/>
                </a:solidFill>
                <a:latin typeface="Arial"/>
                <a:ea typeface="Arial"/>
                <a:cs typeface="Arial"/>
              </a:defRPr>
            </a:lvl6pPr>
            <a:lvl7pPr algn="r">
              <a:defRPr sz="2700" b="1">
                <a:solidFill>
                  <a:srgbClr val="167D8D"/>
                </a:solidFill>
                <a:latin typeface="Arial"/>
                <a:ea typeface="Arial"/>
                <a:cs typeface="Arial"/>
              </a:defRPr>
            </a:lvl7pPr>
            <a:lvl8pPr algn="r">
              <a:defRPr sz="2700" b="1">
                <a:solidFill>
                  <a:srgbClr val="167D8D"/>
                </a:solidFill>
                <a:latin typeface="Arial"/>
                <a:ea typeface="Arial"/>
                <a:cs typeface="Arial"/>
              </a:defRPr>
            </a:lvl8pPr>
            <a:lvl9pPr algn="r">
              <a:defRPr sz="2700" b="1">
                <a:solidFill>
                  <a:srgbClr val="167D8D"/>
                </a:solidFill>
                <a:latin typeface="Arial"/>
                <a:ea typeface="Arial"/>
                <a:cs typeface="Arial"/>
              </a:defRPr>
            </a:lvl9pPr>
          </a:lstStyle>
          <a:p xmlns:a="http://schemas.openxmlformats.org/drawingml/2006/main">
            <a:pPr algn="r">
              <a:defRPr sz="2700" b="1">
                <a:solidFill>
                  <a:srgbClr val="167D8D"/>
                </a:solidFill>
                <a:latin typeface="Arial"/>
                <a:ea typeface="Arial"/>
                <a:cs typeface="Arial"/>
              </a:defRPr>
            </a:pPr>
            <a:r>
              <a:rPr sz="2700" b="1">
                <a:solidFill>
                  <a:srgbClr val="167D8D"/>
                </a:solidFill>
                <a:latin typeface="Arial"/>
                <a:ea typeface="Arial"/>
                <a:cs typeface="Arial"/>
              </a:rPr>
              <a:t>تطوير</a:t>
            </a:r>
          </a:p>
        </p:txBody>
      </p:sp>
      <p:sp>
        <p:nvSpPr>
          <p:cNvPr id="10" name="">
            <a:extLst xmlns:a="http://schemas.openxmlformats.org/drawingml/2006/main">
              <a:ext uri="{FF2B5EF4-FFF2-40B4-BE49-F238E27FC236}">
                <a16:creationId xmlns:a16="http://schemas.microsoft.com/office/drawing/2014/main" id="{AD3CECE4-58DF-495F-9770-F7089F8D2672}"/>
              </a:ext>
            </a:extLst>
          </p:cNvPr>
          <p:cNvSpPr>
            <a:spLocks xmlns:a="http://schemas.openxmlformats.org/drawingml/2006/main" noGrp="1"/>
          </p:cNvSpPr>
          <p:nvPr/>
        </p:nvSpPr>
        <p:spPr>
          <a:xfrm xmlns:a="http://schemas.openxmlformats.org/drawingml/2006/main">
            <a:off x="12799034" y="2333625"/>
            <a:ext cx="818220"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700" b="1">
                <a:solidFill>
                  <a:srgbClr val="167D8D"/>
                </a:solidFill>
                <a:latin typeface="Arial"/>
                <a:ea typeface="Arial"/>
                <a:cs typeface="Arial"/>
              </a:defRPr>
            </a:defPPr>
            <a:lvl1pPr algn="r">
              <a:defRPr sz="2700" b="1">
                <a:solidFill>
                  <a:srgbClr val="167D8D"/>
                </a:solidFill>
                <a:latin typeface="Arial"/>
                <a:ea typeface="Arial"/>
                <a:cs typeface="Arial"/>
              </a:defRPr>
            </a:lvl1pPr>
            <a:lvl2pPr algn="r">
              <a:defRPr sz="2700" b="1">
                <a:solidFill>
                  <a:srgbClr val="167D8D"/>
                </a:solidFill>
                <a:latin typeface="Arial"/>
                <a:ea typeface="Arial"/>
                <a:cs typeface="Arial"/>
              </a:defRPr>
            </a:lvl2pPr>
            <a:lvl3pPr algn="r">
              <a:defRPr sz="2700" b="1">
                <a:solidFill>
                  <a:srgbClr val="167D8D"/>
                </a:solidFill>
                <a:latin typeface="Arial"/>
                <a:ea typeface="Arial"/>
                <a:cs typeface="Arial"/>
              </a:defRPr>
            </a:lvl3pPr>
            <a:lvl4pPr algn="r">
              <a:defRPr sz="2700" b="1">
                <a:solidFill>
                  <a:srgbClr val="167D8D"/>
                </a:solidFill>
                <a:latin typeface="Arial"/>
                <a:ea typeface="Arial"/>
                <a:cs typeface="Arial"/>
              </a:defRPr>
            </a:lvl4pPr>
            <a:lvl5pPr algn="r">
              <a:defRPr sz="2700" b="1">
                <a:solidFill>
                  <a:srgbClr val="167D8D"/>
                </a:solidFill>
                <a:latin typeface="Arial"/>
                <a:ea typeface="Arial"/>
                <a:cs typeface="Arial"/>
              </a:defRPr>
            </a:lvl5pPr>
            <a:lvl6pPr algn="r">
              <a:defRPr sz="2700" b="1">
                <a:solidFill>
                  <a:srgbClr val="167D8D"/>
                </a:solidFill>
                <a:latin typeface="Arial"/>
                <a:ea typeface="Arial"/>
                <a:cs typeface="Arial"/>
              </a:defRPr>
            </a:lvl6pPr>
            <a:lvl7pPr algn="r">
              <a:defRPr sz="2700" b="1">
                <a:solidFill>
                  <a:srgbClr val="167D8D"/>
                </a:solidFill>
                <a:latin typeface="Arial"/>
                <a:ea typeface="Arial"/>
                <a:cs typeface="Arial"/>
              </a:defRPr>
            </a:lvl7pPr>
            <a:lvl8pPr algn="r">
              <a:defRPr sz="2700" b="1">
                <a:solidFill>
                  <a:srgbClr val="167D8D"/>
                </a:solidFill>
                <a:latin typeface="Arial"/>
                <a:ea typeface="Arial"/>
                <a:cs typeface="Arial"/>
              </a:defRPr>
            </a:lvl8pPr>
            <a:lvl9pPr algn="r">
              <a:defRPr sz="2700" b="1">
                <a:solidFill>
                  <a:srgbClr val="167D8D"/>
                </a:solidFill>
                <a:latin typeface="Arial"/>
                <a:ea typeface="Arial"/>
                <a:cs typeface="Arial"/>
              </a:defRPr>
            </a:lvl9pPr>
          </a:lstStyle>
          <a:p xmlns:a="http://schemas.openxmlformats.org/drawingml/2006/main">
            <a:pPr algn="r">
              <a:defRPr sz="2700" b="1">
                <a:solidFill>
                  <a:srgbClr val="167D8D"/>
                </a:solidFill>
                <a:latin typeface="Arial"/>
                <a:ea typeface="Arial"/>
                <a:cs typeface="Arial"/>
              </a:defRPr>
            </a:pPr>
            <a:r>
              <a:rPr sz="2700" b="1">
                <a:solidFill>
                  <a:srgbClr val="167D8D"/>
                </a:solidFill>
                <a:latin typeface="Arial"/>
                <a:ea typeface="Arial"/>
                <a:cs typeface="Arial"/>
              </a:rPr>
              <a:t>تكراري</a:t>
            </a:r>
          </a:p>
        </p:txBody>
      </p:sp>
      <p:sp>
        <p:nvSpPr>
          <p:cNvPr id="11" name="">
            <a:extLst xmlns:a="http://schemas.openxmlformats.org/drawingml/2006/main">
              <a:ext uri="{FF2B5EF4-FFF2-40B4-BE49-F238E27FC236}">
                <a16:creationId xmlns:a16="http://schemas.microsoft.com/office/drawing/2014/main" id="{A53CB8C3-146E-4C2C-B348-E947FA6FB6F4}"/>
              </a:ext>
            </a:extLst>
          </p:cNvPr>
          <p:cNvSpPr>
            <a:spLocks xmlns:a="http://schemas.openxmlformats.org/drawingml/2006/main" noGrp="1"/>
          </p:cNvSpPr>
          <p:nvPr/>
        </p:nvSpPr>
        <p:spPr>
          <a:xfrm xmlns:a="http://schemas.openxmlformats.org/drawingml/2006/main">
            <a:off x="11790614" y="2333625"/>
            <a:ext cx="911647"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700" b="1">
                <a:solidFill>
                  <a:srgbClr val="167D8D"/>
                </a:solidFill>
                <a:latin typeface="Arial"/>
                <a:ea typeface="Arial"/>
                <a:cs typeface="Arial"/>
              </a:defRPr>
            </a:defPPr>
            <a:lvl1pPr algn="r">
              <a:defRPr sz="2700" b="1">
                <a:solidFill>
                  <a:srgbClr val="167D8D"/>
                </a:solidFill>
                <a:latin typeface="Arial"/>
                <a:ea typeface="Arial"/>
                <a:cs typeface="Arial"/>
              </a:defRPr>
            </a:lvl1pPr>
            <a:lvl2pPr algn="r">
              <a:defRPr sz="2700" b="1">
                <a:solidFill>
                  <a:srgbClr val="167D8D"/>
                </a:solidFill>
                <a:latin typeface="Arial"/>
                <a:ea typeface="Arial"/>
                <a:cs typeface="Arial"/>
              </a:defRPr>
            </a:lvl2pPr>
            <a:lvl3pPr algn="r">
              <a:defRPr sz="2700" b="1">
                <a:solidFill>
                  <a:srgbClr val="167D8D"/>
                </a:solidFill>
                <a:latin typeface="Arial"/>
                <a:ea typeface="Arial"/>
                <a:cs typeface="Arial"/>
              </a:defRPr>
            </a:lvl3pPr>
            <a:lvl4pPr algn="r">
              <a:defRPr sz="2700" b="1">
                <a:solidFill>
                  <a:srgbClr val="167D8D"/>
                </a:solidFill>
                <a:latin typeface="Arial"/>
                <a:ea typeface="Arial"/>
                <a:cs typeface="Arial"/>
              </a:defRPr>
            </a:lvl4pPr>
            <a:lvl5pPr algn="r">
              <a:defRPr sz="2700" b="1">
                <a:solidFill>
                  <a:srgbClr val="167D8D"/>
                </a:solidFill>
                <a:latin typeface="Arial"/>
                <a:ea typeface="Arial"/>
                <a:cs typeface="Arial"/>
              </a:defRPr>
            </a:lvl5pPr>
            <a:lvl6pPr algn="r">
              <a:defRPr sz="2700" b="1">
                <a:solidFill>
                  <a:srgbClr val="167D8D"/>
                </a:solidFill>
                <a:latin typeface="Arial"/>
                <a:ea typeface="Arial"/>
                <a:cs typeface="Arial"/>
              </a:defRPr>
            </a:lvl6pPr>
            <a:lvl7pPr algn="r">
              <a:defRPr sz="2700" b="1">
                <a:solidFill>
                  <a:srgbClr val="167D8D"/>
                </a:solidFill>
                <a:latin typeface="Arial"/>
                <a:ea typeface="Arial"/>
                <a:cs typeface="Arial"/>
              </a:defRPr>
            </a:lvl7pPr>
            <a:lvl8pPr algn="r">
              <a:defRPr sz="2700" b="1">
                <a:solidFill>
                  <a:srgbClr val="167D8D"/>
                </a:solidFill>
                <a:latin typeface="Arial"/>
                <a:ea typeface="Arial"/>
                <a:cs typeface="Arial"/>
              </a:defRPr>
            </a:lvl8pPr>
            <a:lvl9pPr algn="r">
              <a:defRPr sz="2700" b="1">
                <a:solidFill>
                  <a:srgbClr val="167D8D"/>
                </a:solidFill>
                <a:latin typeface="Arial"/>
                <a:ea typeface="Arial"/>
                <a:cs typeface="Arial"/>
              </a:defRPr>
            </a:lvl9pPr>
          </a:lstStyle>
          <a:p xmlns:a="http://schemas.openxmlformats.org/drawingml/2006/main">
            <a:pPr algn="r">
              <a:defRPr sz="2700" b="1">
                <a:solidFill>
                  <a:srgbClr val="167D8D"/>
                </a:solidFill>
                <a:latin typeface="Arial"/>
                <a:ea typeface="Arial"/>
                <a:cs typeface="Arial"/>
              </a:defRPr>
            </a:pPr>
            <a:r>
              <a:rPr sz="2700" b="1">
                <a:solidFill>
                  <a:srgbClr val="167D8D"/>
                </a:solidFill>
                <a:latin typeface="Arial"/>
                <a:ea typeface="Arial"/>
                <a:cs typeface="Arial"/>
              </a:rPr>
              <a:t>وتزايدي</a:t>
            </a:r>
          </a:p>
        </p:txBody>
      </p:sp>
      <p:sp>
        <p:nvSpPr>
          <p:cNvPr id="12" name="">
            <a:extLst xmlns:a="http://schemas.openxmlformats.org/drawingml/2006/main">
              <a:ext uri="{FF2B5EF4-FFF2-40B4-BE49-F238E27FC236}">
                <a16:creationId xmlns:a16="http://schemas.microsoft.com/office/drawing/2014/main" id="{169BE0DB-1954-4561-B95F-CAA0CCD74F3D}"/>
              </a:ext>
            </a:extLst>
          </p:cNvPr>
          <p:cNvSpPr>
            <a:spLocks xmlns:a="http://schemas.openxmlformats.org/drawingml/2006/main" noGrp="1"/>
          </p:cNvSpPr>
          <p:nvPr/>
        </p:nvSpPr>
        <p:spPr>
          <a:xfrm xmlns:a="http://schemas.openxmlformats.org/drawingml/2006/main">
            <a:off x="10714216" y="2333625"/>
            <a:ext cx="979624"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700" b="1">
                <a:solidFill>
                  <a:srgbClr val="167D8D"/>
                </a:solidFill>
                <a:latin typeface="Arial"/>
                <a:ea typeface="Arial"/>
                <a:cs typeface="Arial"/>
              </a:defRPr>
            </a:defPPr>
            <a:lvl1pPr algn="r">
              <a:defRPr sz="2700" b="1">
                <a:solidFill>
                  <a:srgbClr val="167D8D"/>
                </a:solidFill>
                <a:latin typeface="Arial"/>
                <a:ea typeface="Arial"/>
                <a:cs typeface="Arial"/>
              </a:defRPr>
            </a:lvl1pPr>
            <a:lvl2pPr algn="r">
              <a:defRPr sz="2700" b="1">
                <a:solidFill>
                  <a:srgbClr val="167D8D"/>
                </a:solidFill>
                <a:latin typeface="Arial"/>
                <a:ea typeface="Arial"/>
                <a:cs typeface="Arial"/>
              </a:defRPr>
            </a:lvl2pPr>
            <a:lvl3pPr algn="r">
              <a:defRPr sz="2700" b="1">
                <a:solidFill>
                  <a:srgbClr val="167D8D"/>
                </a:solidFill>
                <a:latin typeface="Arial"/>
                <a:ea typeface="Arial"/>
                <a:cs typeface="Arial"/>
              </a:defRPr>
            </a:lvl3pPr>
            <a:lvl4pPr algn="r">
              <a:defRPr sz="2700" b="1">
                <a:solidFill>
                  <a:srgbClr val="167D8D"/>
                </a:solidFill>
                <a:latin typeface="Arial"/>
                <a:ea typeface="Arial"/>
                <a:cs typeface="Arial"/>
              </a:defRPr>
            </a:lvl4pPr>
            <a:lvl5pPr algn="r">
              <a:defRPr sz="2700" b="1">
                <a:solidFill>
                  <a:srgbClr val="167D8D"/>
                </a:solidFill>
                <a:latin typeface="Arial"/>
                <a:ea typeface="Arial"/>
                <a:cs typeface="Arial"/>
              </a:defRPr>
            </a:lvl5pPr>
            <a:lvl6pPr algn="r">
              <a:defRPr sz="2700" b="1">
                <a:solidFill>
                  <a:srgbClr val="167D8D"/>
                </a:solidFill>
                <a:latin typeface="Arial"/>
                <a:ea typeface="Arial"/>
                <a:cs typeface="Arial"/>
              </a:defRPr>
            </a:lvl6pPr>
            <a:lvl7pPr algn="r">
              <a:defRPr sz="2700" b="1">
                <a:solidFill>
                  <a:srgbClr val="167D8D"/>
                </a:solidFill>
                <a:latin typeface="Arial"/>
                <a:ea typeface="Arial"/>
                <a:cs typeface="Arial"/>
              </a:defRPr>
            </a:lvl7pPr>
            <a:lvl8pPr algn="r">
              <a:defRPr sz="2700" b="1">
                <a:solidFill>
                  <a:srgbClr val="167D8D"/>
                </a:solidFill>
                <a:latin typeface="Arial"/>
                <a:ea typeface="Arial"/>
                <a:cs typeface="Arial"/>
              </a:defRPr>
            </a:lvl8pPr>
            <a:lvl9pPr algn="r">
              <a:defRPr sz="2700" b="1">
                <a:solidFill>
                  <a:srgbClr val="167D8D"/>
                </a:solidFill>
                <a:latin typeface="Arial"/>
                <a:ea typeface="Arial"/>
                <a:cs typeface="Arial"/>
              </a:defRPr>
            </a:lvl9pPr>
          </a:lstStyle>
          <a:p xmlns:a="http://schemas.openxmlformats.org/drawingml/2006/main">
            <a:pPr algn="r">
              <a:defRPr sz="2700" b="1">
                <a:solidFill>
                  <a:srgbClr val="167D8D"/>
                </a:solidFill>
                <a:latin typeface="Arial"/>
                <a:ea typeface="Arial"/>
                <a:cs typeface="Arial"/>
              </a:defRPr>
            </a:pPr>
            <a:r>
              <a:rPr sz="2700" b="1">
                <a:solidFill>
                  <a:srgbClr val="167D8D"/>
                </a:solidFill>
                <a:latin typeface="Arial"/>
                <a:ea typeface="Arial"/>
                <a:cs typeface="Arial"/>
              </a:rPr>
              <a:t>باستخدام</a:t>
            </a:r>
          </a:p>
        </p:txBody>
      </p:sp>
      <p:sp>
        <p:nvSpPr>
          <p:cNvPr id="13" name="">
            <a:extLst xmlns:a="http://schemas.openxmlformats.org/drawingml/2006/main">
              <a:ext uri="{FF2B5EF4-FFF2-40B4-BE49-F238E27FC236}">
                <a16:creationId xmlns:a16="http://schemas.microsoft.com/office/drawing/2014/main" id="{53B0F66D-EEBA-4864-A57E-0799A7577810}"/>
              </a:ext>
            </a:extLst>
          </p:cNvPr>
          <p:cNvSpPr>
            <a:spLocks xmlns:a="http://schemas.openxmlformats.org/drawingml/2006/main" noGrp="1"/>
          </p:cNvSpPr>
          <p:nvPr/>
        </p:nvSpPr>
        <p:spPr>
          <a:xfrm xmlns:a="http://schemas.openxmlformats.org/drawingml/2006/main">
            <a:off x="9350505" y="2333625"/>
            <a:ext cx="1266937"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167D8D"/>
                </a:solidFill>
                <a:latin typeface="Arial"/>
                <a:ea typeface="Arial"/>
                <a:cs typeface="Arial"/>
              </a:defRPr>
            </a:defPPr>
            <a:lvl1pPr algn="l">
              <a:defRPr sz="2700" b="1">
                <a:solidFill>
                  <a:srgbClr val="167D8D"/>
                </a:solidFill>
                <a:latin typeface="Arial"/>
                <a:ea typeface="Arial"/>
                <a:cs typeface="Arial"/>
              </a:defRPr>
            </a:lvl1pPr>
            <a:lvl2pPr algn="l">
              <a:defRPr sz="2700" b="1">
                <a:solidFill>
                  <a:srgbClr val="167D8D"/>
                </a:solidFill>
                <a:latin typeface="Arial"/>
                <a:ea typeface="Arial"/>
                <a:cs typeface="Arial"/>
              </a:defRPr>
            </a:lvl2pPr>
            <a:lvl3pPr algn="l">
              <a:defRPr sz="2700" b="1">
                <a:solidFill>
                  <a:srgbClr val="167D8D"/>
                </a:solidFill>
                <a:latin typeface="Arial"/>
                <a:ea typeface="Arial"/>
                <a:cs typeface="Arial"/>
              </a:defRPr>
            </a:lvl3pPr>
            <a:lvl4pPr algn="l">
              <a:defRPr sz="2700" b="1">
                <a:solidFill>
                  <a:srgbClr val="167D8D"/>
                </a:solidFill>
                <a:latin typeface="Arial"/>
                <a:ea typeface="Arial"/>
                <a:cs typeface="Arial"/>
              </a:defRPr>
            </a:lvl4pPr>
            <a:lvl5pPr algn="l">
              <a:defRPr sz="2700" b="1">
                <a:solidFill>
                  <a:srgbClr val="167D8D"/>
                </a:solidFill>
                <a:latin typeface="Arial"/>
                <a:ea typeface="Arial"/>
                <a:cs typeface="Arial"/>
              </a:defRPr>
            </a:lvl5pPr>
            <a:lvl6pPr algn="l">
              <a:defRPr sz="2700" b="1">
                <a:solidFill>
                  <a:srgbClr val="167D8D"/>
                </a:solidFill>
                <a:latin typeface="Arial"/>
                <a:ea typeface="Arial"/>
                <a:cs typeface="Arial"/>
              </a:defRPr>
            </a:lvl6pPr>
            <a:lvl7pPr algn="l">
              <a:defRPr sz="2700" b="1">
                <a:solidFill>
                  <a:srgbClr val="167D8D"/>
                </a:solidFill>
                <a:latin typeface="Arial"/>
                <a:ea typeface="Arial"/>
                <a:cs typeface="Arial"/>
              </a:defRPr>
            </a:lvl7pPr>
            <a:lvl8pPr algn="l">
              <a:defRPr sz="2700" b="1">
                <a:solidFill>
                  <a:srgbClr val="167D8D"/>
                </a:solidFill>
                <a:latin typeface="Arial"/>
                <a:ea typeface="Arial"/>
                <a:cs typeface="Arial"/>
              </a:defRPr>
            </a:lvl8pPr>
            <a:lvl9pPr algn="l">
              <a:defRPr sz="2700" b="1">
                <a:solidFill>
                  <a:srgbClr val="167D8D"/>
                </a:solidFill>
                <a:latin typeface="Arial"/>
                <a:ea typeface="Arial"/>
                <a:cs typeface="Arial"/>
              </a:defRPr>
            </a:lvl9pPr>
          </a:lstStyle>
          <a:p xmlns:a="http://schemas.openxmlformats.org/drawingml/2006/main">
            <a:pPr algn="l">
              <a:defRPr sz="2700" b="1">
                <a:solidFill>
                  <a:srgbClr val="167D8D"/>
                </a:solidFill>
                <a:latin typeface="Arial"/>
                <a:ea typeface="Arial"/>
                <a:cs typeface="Arial"/>
              </a:defRPr>
            </a:pPr>
            <a:r>
              <a:rPr sz="2700" b="1">
                <a:solidFill>
                  <a:srgbClr val="167D8D"/>
                </a:solidFill>
                <a:latin typeface="Arial"/>
                <a:ea typeface="Arial"/>
                <a:cs typeface="Arial"/>
              </a:rPr>
              <a:t>Kanban</a:t>
            </a:r>
          </a:p>
        </p:txBody>
      </p:sp>
      <p:sp>
        <p:nvSpPr>
          <p:cNvPr id="14" name="">
            <a:extLst xmlns:a="http://schemas.openxmlformats.org/drawingml/2006/main">
              <a:ext uri="{FF2B5EF4-FFF2-40B4-BE49-F238E27FC236}">
                <a16:creationId xmlns:a16="http://schemas.microsoft.com/office/drawing/2014/main" id="{6A6DC179-C790-4122-AC5F-AC89F4946479}"/>
              </a:ext>
            </a:extLst>
          </p:cNvPr>
          <p:cNvSpPr>
            <a:spLocks xmlns:a="http://schemas.openxmlformats.org/drawingml/2006/main" noGrp="1"/>
          </p:cNvSpPr>
          <p:nvPr/>
        </p:nvSpPr>
        <p:spPr>
          <a:xfrm xmlns:a="http://schemas.openxmlformats.org/drawingml/2006/main">
            <a:off x="11430000" y="3714750"/>
            <a:ext cx="2857500" cy="1047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15" name="">
            <a:extLst xmlns:a="http://schemas.openxmlformats.org/drawingml/2006/main">
              <a:ext uri="{FF2B5EF4-FFF2-40B4-BE49-F238E27FC236}">
                <a16:creationId xmlns:a16="http://schemas.microsoft.com/office/drawing/2014/main" id="{60F6AE21-9DCC-4DC1-9FD9-0E7941406F5C}"/>
              </a:ext>
            </a:extLst>
          </p:cNvPr>
          <p:cNvSpPr>
            <a:spLocks xmlns:a="http://schemas.openxmlformats.org/drawingml/2006/main" noGrp="1"/>
          </p:cNvSpPr>
          <p:nvPr/>
        </p:nvSpPr>
        <p:spPr>
          <a:xfrm xmlns:a="http://schemas.openxmlformats.org/drawingml/2006/main">
            <a:off x="12553652" y="4017645"/>
            <a:ext cx="61972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جاهزة</a:t>
            </a:r>
          </a:p>
        </p:txBody>
      </p:sp>
      <p:sp>
        <p:nvSpPr>
          <p:cNvPr id="16" name="">
            <a:extLst xmlns:a="http://schemas.openxmlformats.org/drawingml/2006/main">
              <a:ext uri="{FF2B5EF4-FFF2-40B4-BE49-F238E27FC236}">
                <a16:creationId xmlns:a16="http://schemas.microsoft.com/office/drawing/2014/main" id="{E4111EA5-F23F-4C71-8D66-9AEF17527732}"/>
              </a:ext>
            </a:extLst>
          </p:cNvPr>
          <p:cNvSpPr>
            <a:spLocks xmlns:a="http://schemas.openxmlformats.org/drawingml/2006/main" noGrp="1"/>
          </p:cNvSpPr>
          <p:nvPr/>
        </p:nvSpPr>
        <p:spPr>
          <a:xfrm xmlns:a="http://schemas.openxmlformats.org/drawingml/2006/main">
            <a:off x="7858125" y="3714750"/>
            <a:ext cx="2857500" cy="1047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17" name="">
            <a:extLst xmlns:a="http://schemas.openxmlformats.org/drawingml/2006/main">
              <a:ext uri="{FF2B5EF4-FFF2-40B4-BE49-F238E27FC236}">
                <a16:creationId xmlns:a16="http://schemas.microsoft.com/office/drawing/2014/main" id="{F9CA6667-F155-4FC3-BC26-A8B8C5CE1E30}"/>
              </a:ext>
            </a:extLst>
          </p:cNvPr>
          <p:cNvSpPr>
            <a:spLocks xmlns:a="http://schemas.openxmlformats.org/drawingml/2006/main" noGrp="1"/>
          </p:cNvSpPr>
          <p:nvPr/>
        </p:nvSpPr>
        <p:spPr>
          <a:xfrm xmlns:a="http://schemas.openxmlformats.org/drawingml/2006/main">
            <a:off x="9488603" y="4017645"/>
            <a:ext cx="28961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قيد</a:t>
            </a:r>
          </a:p>
        </p:txBody>
      </p:sp>
      <p:sp>
        <p:nvSpPr>
          <p:cNvPr id="18" name="">
            <a:extLst xmlns:a="http://schemas.openxmlformats.org/drawingml/2006/main">
              <a:ext uri="{FF2B5EF4-FFF2-40B4-BE49-F238E27FC236}">
                <a16:creationId xmlns:a16="http://schemas.microsoft.com/office/drawing/2014/main" id="{3F40B8B1-4B39-4881-B173-80F95B1D23F4}"/>
              </a:ext>
            </a:extLst>
          </p:cNvPr>
          <p:cNvSpPr>
            <a:spLocks xmlns:a="http://schemas.openxmlformats.org/drawingml/2006/main" noGrp="1"/>
          </p:cNvSpPr>
          <p:nvPr/>
        </p:nvSpPr>
        <p:spPr>
          <a:xfrm xmlns:a="http://schemas.openxmlformats.org/drawingml/2006/main">
            <a:off x="8805053" y="4017645"/>
            <a:ext cx="59858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التنفيذ</a:t>
            </a:r>
          </a:p>
        </p:txBody>
      </p:sp>
      <p:sp>
        <p:nvSpPr>
          <p:cNvPr id="19" name="">
            <a:extLst xmlns:a="http://schemas.openxmlformats.org/drawingml/2006/main">
              <a:ext uri="{FF2B5EF4-FFF2-40B4-BE49-F238E27FC236}">
                <a16:creationId xmlns:a16="http://schemas.microsoft.com/office/drawing/2014/main" id="{90066FD9-14DF-4D45-A525-C2AB1D74A6AD}"/>
              </a:ext>
            </a:extLst>
          </p:cNvPr>
          <p:cNvSpPr>
            <a:spLocks xmlns:a="http://schemas.openxmlformats.org/drawingml/2006/main" noGrp="1"/>
          </p:cNvSpPr>
          <p:nvPr/>
        </p:nvSpPr>
        <p:spPr>
          <a:xfrm xmlns:a="http://schemas.openxmlformats.org/drawingml/2006/main">
            <a:off x="4286250" y="3714750"/>
            <a:ext cx="2857500" cy="1047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20" name="">
            <a:extLst xmlns:a="http://schemas.openxmlformats.org/drawingml/2006/main">
              <a:ext uri="{FF2B5EF4-FFF2-40B4-BE49-F238E27FC236}">
                <a16:creationId xmlns:a16="http://schemas.microsoft.com/office/drawing/2014/main" id="{FCF0AF00-6C07-4DEA-A476-83102EEBF0A2}"/>
              </a:ext>
            </a:extLst>
          </p:cNvPr>
          <p:cNvSpPr>
            <a:spLocks xmlns:a="http://schemas.openxmlformats.org/drawingml/2006/main" noGrp="1"/>
          </p:cNvSpPr>
          <p:nvPr/>
        </p:nvSpPr>
        <p:spPr>
          <a:xfrm xmlns:a="http://schemas.openxmlformats.org/drawingml/2006/main">
            <a:off x="5954828" y="4017645"/>
            <a:ext cx="28961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قيد</a:t>
            </a:r>
          </a:p>
        </p:txBody>
      </p:sp>
      <p:sp>
        <p:nvSpPr>
          <p:cNvPr id="21" name="">
            <a:extLst xmlns:a="http://schemas.openxmlformats.org/drawingml/2006/main">
              <a:ext uri="{FF2B5EF4-FFF2-40B4-BE49-F238E27FC236}">
                <a16:creationId xmlns:a16="http://schemas.microsoft.com/office/drawing/2014/main" id="{CCFE5251-168D-44D9-AB1D-41AABBD8C194}"/>
              </a:ext>
            </a:extLst>
          </p:cNvPr>
          <p:cNvSpPr>
            <a:spLocks xmlns:a="http://schemas.openxmlformats.org/drawingml/2006/main" noGrp="1"/>
          </p:cNvSpPr>
          <p:nvPr/>
        </p:nvSpPr>
        <p:spPr>
          <a:xfrm xmlns:a="http://schemas.openxmlformats.org/drawingml/2006/main">
            <a:off x="5195078" y="4017645"/>
            <a:ext cx="67478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التحقق</a:t>
            </a:r>
          </a:p>
        </p:txBody>
      </p:sp>
      <p:sp>
        <p:nvSpPr>
          <p:cNvPr id="22" name="">
            <a:extLst xmlns:a="http://schemas.openxmlformats.org/drawingml/2006/main">
              <a:ext uri="{FF2B5EF4-FFF2-40B4-BE49-F238E27FC236}">
                <a16:creationId xmlns:a16="http://schemas.microsoft.com/office/drawing/2014/main" id="{5B778B29-9F3A-428D-9985-4411AF5D06EE}"/>
              </a:ext>
            </a:extLst>
          </p:cNvPr>
          <p:cNvSpPr>
            <a:spLocks xmlns:a="http://schemas.openxmlformats.org/drawingml/2006/main" noGrp="1"/>
          </p:cNvSpPr>
          <p:nvPr/>
        </p:nvSpPr>
        <p:spPr>
          <a:xfrm xmlns:a="http://schemas.openxmlformats.org/drawingml/2006/main">
            <a:off x="714375" y="3714750"/>
            <a:ext cx="2857500" cy="1047750"/>
          </a:xfrm>
          <a:prstGeom xmlns:a="http://schemas.openxmlformats.org/drawingml/2006/main" prst="rect">
            <a:avLst/>
          </a:prstGeom>
          <a:noFill xmlns:a="http://schemas.openxmlformats.org/drawingml/2006/main"/>
          <a:ln xmlns:a="http://schemas.openxmlformats.org/drawingml/2006/main" w="19050">
            <a:solidFill>
              <a:srgbClr val="167D8D"/>
            </a:solidFill>
          </a:ln>
        </p:spPr>
      </p:sp>
      <p:sp>
        <p:nvSpPr>
          <p:cNvPr id="23" name="">
            <a:extLst xmlns:a="http://schemas.openxmlformats.org/drawingml/2006/main">
              <a:ext uri="{FF2B5EF4-FFF2-40B4-BE49-F238E27FC236}">
                <a16:creationId xmlns:a16="http://schemas.microsoft.com/office/drawing/2014/main" id="{6DE65F67-F07A-436E-9044-771F6948C8CE}"/>
              </a:ext>
            </a:extLst>
          </p:cNvPr>
          <p:cNvSpPr>
            <a:spLocks xmlns:a="http://schemas.openxmlformats.org/drawingml/2006/main" noGrp="1"/>
          </p:cNvSpPr>
          <p:nvPr/>
        </p:nvSpPr>
        <p:spPr>
          <a:xfrm xmlns:a="http://schemas.openxmlformats.org/drawingml/2006/main">
            <a:off x="1840557" y="4017645"/>
            <a:ext cx="61466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42B36"/>
                </a:solidFill>
                <a:latin typeface="Arial"/>
                <a:ea typeface="Arial"/>
                <a:cs typeface="Arial"/>
              </a:defRPr>
            </a:defPPr>
            <a:lvl1pPr algn="r">
              <a:defRPr sz="2400" b="1">
                <a:solidFill>
                  <a:srgbClr val="142B36"/>
                </a:solidFill>
                <a:latin typeface="Arial"/>
                <a:ea typeface="Arial"/>
                <a:cs typeface="Arial"/>
              </a:defRPr>
            </a:lvl1pPr>
            <a:lvl2pPr algn="r">
              <a:defRPr sz="2400" b="1">
                <a:solidFill>
                  <a:srgbClr val="142B36"/>
                </a:solidFill>
                <a:latin typeface="Arial"/>
                <a:ea typeface="Arial"/>
                <a:cs typeface="Arial"/>
              </a:defRPr>
            </a:lvl2pPr>
            <a:lvl3pPr algn="r">
              <a:defRPr sz="2400" b="1">
                <a:solidFill>
                  <a:srgbClr val="142B36"/>
                </a:solidFill>
                <a:latin typeface="Arial"/>
                <a:ea typeface="Arial"/>
                <a:cs typeface="Arial"/>
              </a:defRPr>
            </a:lvl3pPr>
            <a:lvl4pPr algn="r">
              <a:defRPr sz="2400" b="1">
                <a:solidFill>
                  <a:srgbClr val="142B36"/>
                </a:solidFill>
                <a:latin typeface="Arial"/>
                <a:ea typeface="Arial"/>
                <a:cs typeface="Arial"/>
              </a:defRPr>
            </a:lvl4pPr>
            <a:lvl5pPr algn="r">
              <a:defRPr sz="2400" b="1">
                <a:solidFill>
                  <a:srgbClr val="142B36"/>
                </a:solidFill>
                <a:latin typeface="Arial"/>
                <a:ea typeface="Arial"/>
                <a:cs typeface="Arial"/>
              </a:defRPr>
            </a:lvl5pPr>
            <a:lvl6pPr algn="r">
              <a:defRPr sz="2400" b="1">
                <a:solidFill>
                  <a:srgbClr val="142B36"/>
                </a:solidFill>
                <a:latin typeface="Arial"/>
                <a:ea typeface="Arial"/>
                <a:cs typeface="Arial"/>
              </a:defRPr>
            </a:lvl6pPr>
            <a:lvl7pPr algn="r">
              <a:defRPr sz="2400" b="1">
                <a:solidFill>
                  <a:srgbClr val="142B36"/>
                </a:solidFill>
                <a:latin typeface="Arial"/>
                <a:ea typeface="Arial"/>
                <a:cs typeface="Arial"/>
              </a:defRPr>
            </a:lvl7pPr>
            <a:lvl8pPr algn="r">
              <a:defRPr sz="2400" b="1">
                <a:solidFill>
                  <a:srgbClr val="142B36"/>
                </a:solidFill>
                <a:latin typeface="Arial"/>
                <a:ea typeface="Arial"/>
                <a:cs typeface="Arial"/>
              </a:defRPr>
            </a:lvl8pPr>
            <a:lvl9pPr algn="r">
              <a:defRPr sz="2400" b="1">
                <a:solidFill>
                  <a:srgbClr val="142B36"/>
                </a:solidFill>
                <a:latin typeface="Arial"/>
                <a:ea typeface="Arial"/>
                <a:cs typeface="Arial"/>
              </a:defRPr>
            </a:lvl9pPr>
          </a:lstStyle>
          <a:p xmlns:a="http://schemas.openxmlformats.org/drawingml/2006/main">
            <a:pPr algn="r">
              <a:defRPr sz="2400" b="1">
                <a:solidFill>
                  <a:srgbClr val="142B36"/>
                </a:solidFill>
                <a:latin typeface="Arial"/>
                <a:ea typeface="Arial"/>
                <a:cs typeface="Arial"/>
              </a:defRPr>
            </a:pPr>
            <a:r>
              <a:rPr sz="2400" b="1">
                <a:solidFill>
                  <a:srgbClr val="142B36"/>
                </a:solidFill>
                <a:latin typeface="Arial"/>
                <a:ea typeface="Arial"/>
                <a:cs typeface="Arial"/>
              </a:rPr>
              <a:t>منجزة</a:t>
            </a:r>
          </a:p>
        </p:txBody>
      </p:sp>
      <p:sp>
        <p:nvSpPr>
          <p:cNvPr id="24" name="">
            <a:extLst xmlns:a="http://schemas.openxmlformats.org/drawingml/2006/main">
              <a:ext uri="{FF2B5EF4-FFF2-40B4-BE49-F238E27FC236}">
                <a16:creationId xmlns:a16="http://schemas.microsoft.com/office/drawing/2014/main" id="{74D19C76-0898-4AB7-8C62-B3EF0D72CED6}"/>
              </a:ext>
            </a:extLst>
          </p:cNvPr>
          <p:cNvSpPr>
            <a:spLocks xmlns:a="http://schemas.openxmlformats.org/drawingml/2006/main" noGrp="1"/>
          </p:cNvSpPr>
          <p:nvPr/>
        </p:nvSpPr>
        <p:spPr>
          <a:xfrm xmlns:a="http://schemas.openxmlformats.org/drawingml/2006/main">
            <a:off x="14046696" y="5572125"/>
            <a:ext cx="34557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نبدأ</a:t>
            </a:r>
          </a:p>
        </p:txBody>
      </p:sp>
      <p:sp>
        <p:nvSpPr>
          <p:cNvPr id="25" name="">
            <a:extLst xmlns:a="http://schemas.openxmlformats.org/drawingml/2006/main">
              <a:ext uri="{FF2B5EF4-FFF2-40B4-BE49-F238E27FC236}">
                <a16:creationId xmlns:a16="http://schemas.microsoft.com/office/drawing/2014/main" id="{F0B08390-1B9F-4DAC-9FB0-2A7D2EFAE493}"/>
              </a:ext>
            </a:extLst>
          </p:cNvPr>
          <p:cNvSpPr>
            <a:spLocks xmlns:a="http://schemas.openxmlformats.org/drawingml/2006/main" noGrp="1"/>
          </p:cNvSpPr>
          <p:nvPr/>
        </p:nvSpPr>
        <p:spPr>
          <a:xfrm xmlns:a="http://schemas.openxmlformats.org/drawingml/2006/main">
            <a:off x="13352431" y="5572125"/>
            <a:ext cx="609302"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بمهمة</a:t>
            </a:r>
          </a:p>
        </p:txBody>
      </p:sp>
      <p:sp>
        <p:nvSpPr>
          <p:cNvPr id="26" name="">
            <a:extLst xmlns:a="http://schemas.openxmlformats.org/drawingml/2006/main">
              <a:ext uri="{FF2B5EF4-FFF2-40B4-BE49-F238E27FC236}">
                <a16:creationId xmlns:a16="http://schemas.microsoft.com/office/drawing/2014/main" id="{6B3D8E7E-78CE-4338-8462-35894F2660AF}"/>
              </a:ext>
            </a:extLst>
          </p:cNvPr>
          <p:cNvSpPr>
            <a:spLocks xmlns:a="http://schemas.openxmlformats.org/drawingml/2006/main" noGrp="1"/>
          </p:cNvSpPr>
          <p:nvPr/>
        </p:nvSpPr>
        <p:spPr>
          <a:xfrm xmlns:a="http://schemas.openxmlformats.org/drawingml/2006/main">
            <a:off x="12565892" y="5572125"/>
            <a:ext cx="701576"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رئيسية</a:t>
            </a:r>
          </a:p>
        </p:txBody>
      </p:sp>
      <p:sp>
        <p:nvSpPr>
          <p:cNvPr id="27" name="">
            <a:extLst xmlns:a="http://schemas.openxmlformats.org/drawingml/2006/main">
              <a:ext uri="{FF2B5EF4-FFF2-40B4-BE49-F238E27FC236}">
                <a16:creationId xmlns:a16="http://schemas.microsoft.com/office/drawing/2014/main" id="{1E99A83A-BE9A-4E9B-9DAA-57C18163A623}"/>
              </a:ext>
            </a:extLst>
          </p:cNvPr>
          <p:cNvSpPr>
            <a:spLocks xmlns:a="http://schemas.openxmlformats.org/drawingml/2006/main" noGrp="1"/>
          </p:cNvSpPr>
          <p:nvPr/>
        </p:nvSpPr>
        <p:spPr>
          <a:xfrm xmlns:a="http://schemas.openxmlformats.org/drawingml/2006/main">
            <a:off x="11899309" y="5572125"/>
            <a:ext cx="581620"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واحدة</a:t>
            </a:r>
          </a:p>
        </p:txBody>
      </p:sp>
      <p:sp>
        <p:nvSpPr>
          <p:cNvPr id="28" name="">
            <a:extLst xmlns:a="http://schemas.openxmlformats.org/drawingml/2006/main">
              <a:ext uri="{FF2B5EF4-FFF2-40B4-BE49-F238E27FC236}">
                <a16:creationId xmlns:a16="http://schemas.microsoft.com/office/drawing/2014/main" id="{0DFB1708-E751-4A62-952F-8CA88CD4C255}"/>
              </a:ext>
            </a:extLst>
          </p:cNvPr>
          <p:cNvSpPr>
            <a:spLocks xmlns:a="http://schemas.openxmlformats.org/drawingml/2006/main" noGrp="1"/>
          </p:cNvSpPr>
          <p:nvPr/>
        </p:nvSpPr>
        <p:spPr>
          <a:xfrm xmlns:a="http://schemas.openxmlformats.org/drawingml/2006/main">
            <a:off x="11084195" y="5572125"/>
            <a:ext cx="730151"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ونراجع</a:t>
            </a:r>
          </a:p>
        </p:txBody>
      </p:sp>
      <p:sp>
        <p:nvSpPr>
          <p:cNvPr id="29" name="">
            <a:extLst xmlns:a="http://schemas.openxmlformats.org/drawingml/2006/main">
              <a:ext uri="{FF2B5EF4-FFF2-40B4-BE49-F238E27FC236}">
                <a16:creationId xmlns:a16="http://schemas.microsoft.com/office/drawing/2014/main" id="{745442F4-1F96-4954-BC62-A927D912E624}"/>
              </a:ext>
            </a:extLst>
          </p:cNvPr>
          <p:cNvSpPr>
            <a:spLocks xmlns:a="http://schemas.openxmlformats.org/drawingml/2006/main" noGrp="1"/>
          </p:cNvSpPr>
          <p:nvPr/>
        </p:nvSpPr>
        <p:spPr>
          <a:xfrm xmlns:a="http://schemas.openxmlformats.org/drawingml/2006/main">
            <a:off x="10582513" y="5572125"/>
            <a:ext cx="416719"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ناتج</a:t>
            </a:r>
          </a:p>
        </p:txBody>
      </p:sp>
      <p:sp>
        <p:nvSpPr>
          <p:cNvPr id="30" name="">
            <a:extLst xmlns:a="http://schemas.openxmlformats.org/drawingml/2006/main">
              <a:ext uri="{FF2B5EF4-FFF2-40B4-BE49-F238E27FC236}">
                <a16:creationId xmlns:a16="http://schemas.microsoft.com/office/drawing/2014/main" id="{65E1454D-034E-46D0-9F19-A49B27EC092D}"/>
              </a:ext>
            </a:extLst>
          </p:cNvPr>
          <p:cNvSpPr>
            <a:spLocks xmlns:a="http://schemas.openxmlformats.org/drawingml/2006/main" noGrp="1"/>
          </p:cNvSpPr>
          <p:nvPr/>
        </p:nvSpPr>
        <p:spPr>
          <a:xfrm xmlns:a="http://schemas.openxmlformats.org/drawingml/2006/main">
            <a:off x="10240673" y="5572125"/>
            <a:ext cx="25687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كل</a:t>
            </a:r>
          </a:p>
        </p:txBody>
      </p:sp>
      <p:sp>
        <p:nvSpPr>
          <p:cNvPr id="31" name="">
            <a:extLst xmlns:a="http://schemas.openxmlformats.org/drawingml/2006/main">
              <a:ext uri="{FF2B5EF4-FFF2-40B4-BE49-F238E27FC236}">
                <a16:creationId xmlns:a16="http://schemas.microsoft.com/office/drawing/2014/main" id="{02BE7EBA-8D4B-4FDA-B898-E305433BBD7B}"/>
              </a:ext>
            </a:extLst>
          </p:cNvPr>
          <p:cNvSpPr>
            <a:spLocks xmlns:a="http://schemas.openxmlformats.org/drawingml/2006/main" noGrp="1"/>
          </p:cNvSpPr>
          <p:nvPr/>
        </p:nvSpPr>
        <p:spPr>
          <a:xfrm xmlns:a="http://schemas.openxmlformats.org/drawingml/2006/main">
            <a:off x="9651183" y="5572125"/>
            <a:ext cx="504527" cy="472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400" b="1">
                <a:solidFill>
                  <a:srgbClr val="167D8D"/>
                </a:solidFill>
                <a:latin typeface="Arial"/>
                <a:ea typeface="Arial"/>
                <a:cs typeface="Arial"/>
              </a:defRPr>
            </a:defPPr>
            <a:lvl1pPr algn="r">
              <a:defRPr sz="2400" b="1">
                <a:solidFill>
                  <a:srgbClr val="167D8D"/>
                </a:solidFill>
                <a:latin typeface="Arial"/>
                <a:ea typeface="Arial"/>
                <a:cs typeface="Arial"/>
              </a:defRPr>
            </a:lvl1pPr>
            <a:lvl2pPr algn="r">
              <a:defRPr sz="2400" b="1">
                <a:solidFill>
                  <a:srgbClr val="167D8D"/>
                </a:solidFill>
                <a:latin typeface="Arial"/>
                <a:ea typeface="Arial"/>
                <a:cs typeface="Arial"/>
              </a:defRPr>
            </a:lvl2pPr>
            <a:lvl3pPr algn="r">
              <a:defRPr sz="2400" b="1">
                <a:solidFill>
                  <a:srgbClr val="167D8D"/>
                </a:solidFill>
                <a:latin typeface="Arial"/>
                <a:ea typeface="Arial"/>
                <a:cs typeface="Arial"/>
              </a:defRPr>
            </a:lvl3pPr>
            <a:lvl4pPr algn="r">
              <a:defRPr sz="2400" b="1">
                <a:solidFill>
                  <a:srgbClr val="167D8D"/>
                </a:solidFill>
                <a:latin typeface="Arial"/>
                <a:ea typeface="Arial"/>
                <a:cs typeface="Arial"/>
              </a:defRPr>
            </a:lvl4pPr>
            <a:lvl5pPr algn="r">
              <a:defRPr sz="2400" b="1">
                <a:solidFill>
                  <a:srgbClr val="167D8D"/>
                </a:solidFill>
                <a:latin typeface="Arial"/>
                <a:ea typeface="Arial"/>
                <a:cs typeface="Arial"/>
              </a:defRPr>
            </a:lvl5pPr>
            <a:lvl6pPr algn="r">
              <a:defRPr sz="2400" b="1">
                <a:solidFill>
                  <a:srgbClr val="167D8D"/>
                </a:solidFill>
                <a:latin typeface="Arial"/>
                <a:ea typeface="Arial"/>
                <a:cs typeface="Arial"/>
              </a:defRPr>
            </a:lvl6pPr>
            <a:lvl7pPr algn="r">
              <a:defRPr sz="2400" b="1">
                <a:solidFill>
                  <a:srgbClr val="167D8D"/>
                </a:solidFill>
                <a:latin typeface="Arial"/>
                <a:ea typeface="Arial"/>
                <a:cs typeface="Arial"/>
              </a:defRPr>
            </a:lvl7pPr>
            <a:lvl8pPr algn="r">
              <a:defRPr sz="2400" b="1">
                <a:solidFill>
                  <a:srgbClr val="167D8D"/>
                </a:solidFill>
                <a:latin typeface="Arial"/>
                <a:ea typeface="Arial"/>
                <a:cs typeface="Arial"/>
              </a:defRPr>
            </a:lvl8pPr>
            <a:lvl9pPr algn="r">
              <a:defRPr sz="2400" b="1">
                <a:solidFill>
                  <a:srgbClr val="167D8D"/>
                </a:solidFill>
                <a:latin typeface="Arial"/>
                <a:ea typeface="Arial"/>
                <a:cs typeface="Arial"/>
              </a:defRPr>
            </a:lvl9pPr>
          </a:lstStyle>
          <a:p xmlns:a="http://schemas.openxmlformats.org/drawingml/2006/main">
            <a:pPr algn="r">
              <a:defRPr sz="2400" b="1">
                <a:solidFill>
                  <a:srgbClr val="167D8D"/>
                </a:solidFill>
                <a:latin typeface="Arial"/>
                <a:ea typeface="Arial"/>
                <a:cs typeface="Arial"/>
              </a:defRPr>
            </a:pPr>
            <a:r>
              <a:rPr sz="2400" b="1">
                <a:solidFill>
                  <a:srgbClr val="167D8D"/>
                </a:solidFill>
                <a:latin typeface="Arial"/>
                <a:ea typeface="Arial"/>
                <a:cs typeface="Arial"/>
              </a:rPr>
              <a:t>زيادة</a:t>
            </a:r>
          </a:p>
        </p:txBody>
      </p:sp>
      <p:sp>
        <p:nvSpPr>
          <p:cNvPr id="32" name="">
            <a:extLst xmlns:a="http://schemas.openxmlformats.org/drawingml/2006/main">
              <a:ext uri="{FF2B5EF4-FFF2-40B4-BE49-F238E27FC236}">
                <a16:creationId xmlns:a16="http://schemas.microsoft.com/office/drawing/2014/main" id="{ED5A44CE-91F0-4DC2-ABF2-694028521AB5}"/>
              </a:ext>
            </a:extLst>
          </p:cNvPr>
          <p:cNvSpPr>
            <a:spLocks xmlns:a="http://schemas.openxmlformats.org/drawingml/2006/main" noGrp="1"/>
          </p:cNvSpPr>
          <p:nvPr/>
        </p:nvSpPr>
        <p:spPr>
          <a:xfrm xmlns:a="http://schemas.openxmlformats.org/drawingml/2006/main">
            <a:off x="13793353" y="6334125"/>
            <a:ext cx="598922"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الزيادة</a:t>
            </a:r>
          </a:p>
        </p:txBody>
      </p:sp>
      <p:sp>
        <p:nvSpPr>
          <p:cNvPr id="33" name="">
            <a:extLst xmlns:a="http://schemas.openxmlformats.org/drawingml/2006/main">
              <a:ext uri="{FF2B5EF4-FFF2-40B4-BE49-F238E27FC236}">
                <a16:creationId xmlns:a16="http://schemas.microsoft.com/office/drawing/2014/main" id="{BE72E578-E1C3-4ACD-82E6-B25C2BF06A8D}"/>
              </a:ext>
            </a:extLst>
          </p:cNvPr>
          <p:cNvSpPr>
            <a:spLocks xmlns:a="http://schemas.openxmlformats.org/drawingml/2006/main" noGrp="1"/>
          </p:cNvSpPr>
          <p:nvPr/>
        </p:nvSpPr>
        <p:spPr>
          <a:xfrm xmlns:a="http://schemas.openxmlformats.org/drawingml/2006/main">
            <a:off x="13117612" y="6334125"/>
            <a:ext cx="593731"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الأولى</a:t>
            </a:r>
          </a:p>
        </p:txBody>
      </p:sp>
      <p:sp>
        <p:nvSpPr>
          <p:cNvPr id="34" name="">
            <a:extLst xmlns:a="http://schemas.openxmlformats.org/drawingml/2006/main">
              <a:ext uri="{FF2B5EF4-FFF2-40B4-BE49-F238E27FC236}">
                <a16:creationId xmlns:a16="http://schemas.microsoft.com/office/drawing/2014/main" id="{C4680FBA-37A1-43E3-B91B-824830D2F4E0}"/>
              </a:ext>
            </a:extLst>
          </p:cNvPr>
          <p:cNvSpPr>
            <a:spLocks xmlns:a="http://schemas.openxmlformats.org/drawingml/2006/main" noGrp="1"/>
          </p:cNvSpPr>
          <p:nvPr/>
        </p:nvSpPr>
        <p:spPr>
          <a:xfrm xmlns:a="http://schemas.openxmlformats.org/drawingml/2006/main">
            <a:off x="12531404" y="6334125"/>
            <a:ext cx="504197"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تشمل</a:t>
            </a:r>
          </a:p>
        </p:txBody>
      </p:sp>
      <p:sp>
        <p:nvSpPr>
          <p:cNvPr id="35" name="">
            <a:extLst xmlns:a="http://schemas.openxmlformats.org/drawingml/2006/main">
              <a:ext uri="{FF2B5EF4-FFF2-40B4-BE49-F238E27FC236}">
                <a16:creationId xmlns:a16="http://schemas.microsoft.com/office/drawing/2014/main" id="{33470E0B-922A-4059-9C73-1F248DBC50A2}"/>
              </a:ext>
            </a:extLst>
          </p:cNvPr>
          <p:cNvSpPr>
            <a:spLocks xmlns:a="http://schemas.openxmlformats.org/drawingml/2006/main" noGrp="1"/>
          </p:cNvSpPr>
          <p:nvPr/>
        </p:nvSpPr>
        <p:spPr>
          <a:xfrm xmlns:a="http://schemas.openxmlformats.org/drawingml/2006/main">
            <a:off x="11880173" y="6334125"/>
            <a:ext cx="569221"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فحص</a:t>
            </a:r>
          </a:p>
        </p:txBody>
      </p:sp>
      <p:sp>
        <p:nvSpPr>
          <p:cNvPr id="36" name="">
            <a:extLst xmlns:a="http://schemas.openxmlformats.org/drawingml/2006/main">
              <a:ext uri="{FF2B5EF4-FFF2-40B4-BE49-F238E27FC236}">
                <a16:creationId xmlns:a16="http://schemas.microsoft.com/office/drawing/2014/main" id="{8D32CD9C-788F-4C36-89B7-20A9471546A4}"/>
              </a:ext>
            </a:extLst>
          </p:cNvPr>
          <p:cNvSpPr>
            <a:spLocks xmlns:a="http://schemas.openxmlformats.org/drawingml/2006/main" noGrp="1"/>
          </p:cNvSpPr>
          <p:nvPr/>
        </p:nvSpPr>
        <p:spPr>
          <a:xfrm xmlns:a="http://schemas.openxmlformats.org/drawingml/2006/main">
            <a:off x="11055641" y="6334125"/>
            <a:ext cx="742522"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مستودع</a:t>
            </a:r>
          </a:p>
        </p:txBody>
      </p:sp>
      <p:sp>
        <p:nvSpPr>
          <p:cNvPr id="37" name="">
            <a:extLst xmlns:a="http://schemas.openxmlformats.org/drawingml/2006/main">
              <a:ext uri="{FF2B5EF4-FFF2-40B4-BE49-F238E27FC236}">
                <a16:creationId xmlns:a16="http://schemas.microsoft.com/office/drawing/2014/main" id="{B029F873-D017-439A-B827-5ABCDAA258C8}"/>
              </a:ext>
            </a:extLst>
          </p:cNvPr>
          <p:cNvSpPr>
            <a:spLocks xmlns:a="http://schemas.openxmlformats.org/drawingml/2006/main" noGrp="1"/>
          </p:cNvSpPr>
          <p:nvPr/>
        </p:nvSpPr>
        <p:spPr>
          <a:xfrm xmlns:a="http://schemas.openxmlformats.org/drawingml/2006/main">
            <a:off x="10426324" y="6334125"/>
            <a:ext cx="547306"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ودليلًا</a:t>
            </a:r>
          </a:p>
        </p:txBody>
      </p:sp>
      <p:sp>
        <p:nvSpPr>
          <p:cNvPr id="38" name="">
            <a:extLst xmlns:a="http://schemas.openxmlformats.org/drawingml/2006/main">
              <a:ext uri="{FF2B5EF4-FFF2-40B4-BE49-F238E27FC236}">
                <a16:creationId xmlns:a16="http://schemas.microsoft.com/office/drawing/2014/main" id="{2E33FAC8-116B-484E-835A-A827631A1512}"/>
              </a:ext>
            </a:extLst>
          </p:cNvPr>
          <p:cNvSpPr>
            <a:spLocks xmlns:a="http://schemas.openxmlformats.org/drawingml/2006/main" noGrp="1"/>
          </p:cNvSpPr>
          <p:nvPr/>
        </p:nvSpPr>
        <p:spPr>
          <a:xfrm xmlns:a="http://schemas.openxmlformats.org/drawingml/2006/main">
            <a:off x="9617219" y="6334125"/>
            <a:ext cx="727095"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ومخالفة</a:t>
            </a:r>
          </a:p>
        </p:txBody>
      </p:sp>
      <p:sp>
        <p:nvSpPr>
          <p:cNvPr id="39" name="">
            <a:extLst xmlns:a="http://schemas.openxmlformats.org/drawingml/2006/main">
              <a:ext uri="{FF2B5EF4-FFF2-40B4-BE49-F238E27FC236}">
                <a16:creationId xmlns:a16="http://schemas.microsoft.com/office/drawing/2014/main" id="{46A97E89-4327-4FB4-BA95-3527A3FD687A}"/>
              </a:ext>
            </a:extLst>
          </p:cNvPr>
          <p:cNvSpPr>
            <a:spLocks xmlns:a="http://schemas.openxmlformats.org/drawingml/2006/main" noGrp="1"/>
          </p:cNvSpPr>
          <p:nvPr/>
        </p:nvSpPr>
        <p:spPr>
          <a:xfrm xmlns:a="http://schemas.openxmlformats.org/drawingml/2006/main">
            <a:off x="8930952" y="6334125"/>
            <a:ext cx="604256"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وإعادة</a:t>
            </a:r>
          </a:p>
        </p:txBody>
      </p:sp>
      <p:sp>
        <p:nvSpPr>
          <p:cNvPr id="40" name="">
            <a:extLst xmlns:a="http://schemas.openxmlformats.org/drawingml/2006/main">
              <a:ext uri="{FF2B5EF4-FFF2-40B4-BE49-F238E27FC236}">
                <a16:creationId xmlns:a16="http://schemas.microsoft.com/office/drawing/2014/main" id="{76FA565F-2B50-45DD-8EA4-C0049AFFDF62}"/>
              </a:ext>
            </a:extLst>
          </p:cNvPr>
          <p:cNvSpPr>
            <a:spLocks xmlns:a="http://schemas.openxmlformats.org/drawingml/2006/main" noGrp="1"/>
          </p:cNvSpPr>
          <p:nvPr/>
        </p:nvSpPr>
        <p:spPr>
          <a:xfrm xmlns:a="http://schemas.openxmlformats.org/drawingml/2006/main">
            <a:off x="8361614" y="6334125"/>
            <a:ext cx="487328" cy="4576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325" b="0">
                <a:solidFill>
                  <a:srgbClr val="142B36"/>
                </a:solidFill>
                <a:latin typeface="Arial"/>
                <a:ea typeface="Arial"/>
                <a:cs typeface="Arial"/>
              </a:defRPr>
            </a:defPPr>
            <a:lvl1pPr algn="r">
              <a:defRPr sz="2325" b="0">
                <a:solidFill>
                  <a:srgbClr val="142B36"/>
                </a:solidFill>
                <a:latin typeface="Arial"/>
                <a:ea typeface="Arial"/>
                <a:cs typeface="Arial"/>
              </a:defRPr>
            </a:lvl1pPr>
            <a:lvl2pPr algn="r">
              <a:defRPr sz="2325" b="0">
                <a:solidFill>
                  <a:srgbClr val="142B36"/>
                </a:solidFill>
                <a:latin typeface="Arial"/>
                <a:ea typeface="Arial"/>
                <a:cs typeface="Arial"/>
              </a:defRPr>
            </a:lvl2pPr>
            <a:lvl3pPr algn="r">
              <a:defRPr sz="2325" b="0">
                <a:solidFill>
                  <a:srgbClr val="142B36"/>
                </a:solidFill>
                <a:latin typeface="Arial"/>
                <a:ea typeface="Arial"/>
                <a:cs typeface="Arial"/>
              </a:defRPr>
            </a:lvl3pPr>
            <a:lvl4pPr algn="r">
              <a:defRPr sz="2325" b="0">
                <a:solidFill>
                  <a:srgbClr val="142B36"/>
                </a:solidFill>
                <a:latin typeface="Arial"/>
                <a:ea typeface="Arial"/>
                <a:cs typeface="Arial"/>
              </a:defRPr>
            </a:lvl4pPr>
            <a:lvl5pPr algn="r">
              <a:defRPr sz="2325" b="0">
                <a:solidFill>
                  <a:srgbClr val="142B36"/>
                </a:solidFill>
                <a:latin typeface="Arial"/>
                <a:ea typeface="Arial"/>
                <a:cs typeface="Arial"/>
              </a:defRPr>
            </a:lvl5pPr>
            <a:lvl6pPr algn="r">
              <a:defRPr sz="2325" b="0">
                <a:solidFill>
                  <a:srgbClr val="142B36"/>
                </a:solidFill>
                <a:latin typeface="Arial"/>
                <a:ea typeface="Arial"/>
                <a:cs typeface="Arial"/>
              </a:defRPr>
            </a:lvl6pPr>
            <a:lvl7pPr algn="r">
              <a:defRPr sz="2325" b="0">
                <a:solidFill>
                  <a:srgbClr val="142B36"/>
                </a:solidFill>
                <a:latin typeface="Arial"/>
                <a:ea typeface="Arial"/>
                <a:cs typeface="Arial"/>
              </a:defRPr>
            </a:lvl7pPr>
            <a:lvl8pPr algn="r">
              <a:defRPr sz="2325" b="0">
                <a:solidFill>
                  <a:srgbClr val="142B36"/>
                </a:solidFill>
                <a:latin typeface="Arial"/>
                <a:ea typeface="Arial"/>
                <a:cs typeface="Arial"/>
              </a:defRPr>
            </a:lvl8pPr>
            <a:lvl9pPr algn="r">
              <a:defRPr sz="2325" b="0">
                <a:solidFill>
                  <a:srgbClr val="142B36"/>
                </a:solidFill>
                <a:latin typeface="Arial"/>
                <a:ea typeface="Arial"/>
                <a:cs typeface="Arial"/>
              </a:defRPr>
            </a:lvl9pPr>
          </a:lstStyle>
          <a:p xmlns:a="http://schemas.openxmlformats.org/drawingml/2006/main">
            <a:pPr algn="r">
              <a:defRPr sz="2325" b="0">
                <a:solidFill>
                  <a:srgbClr val="142B36"/>
                </a:solidFill>
                <a:latin typeface="Arial"/>
                <a:ea typeface="Arial"/>
                <a:cs typeface="Arial"/>
              </a:defRPr>
            </a:pPr>
            <a:r>
              <a:rPr sz="2325" b="0">
                <a:solidFill>
                  <a:srgbClr val="142B36"/>
                </a:solidFill>
                <a:latin typeface="Arial"/>
                <a:ea typeface="Arial"/>
                <a:cs typeface="Arial"/>
              </a:rPr>
              <a:t>تحقق</a:t>
            </a:r>
          </a:p>
        </p:txBody>
      </p:sp>
      <p:sp>
        <p:nvSpPr>
          <p:cNvPr id="41" name="">
            <a:extLst xmlns:a="http://schemas.openxmlformats.org/drawingml/2006/main">
              <a:ext uri="{FF2B5EF4-FFF2-40B4-BE49-F238E27FC236}">
                <a16:creationId xmlns:a16="http://schemas.microsoft.com/office/drawing/2014/main" id="{5A4E36C1-5A18-4C42-B175-3BC84BF41293}"/>
              </a:ext>
            </a:extLst>
          </p:cNvPr>
          <p:cNvSpPr>
            <a:spLocks xmlns:a="http://schemas.openxmlformats.org/drawingml/2006/main" noGrp="1"/>
          </p:cNvSpPr>
          <p:nvPr/>
        </p:nvSpPr>
        <p:spPr>
          <a:xfrm xmlns:a="http://schemas.openxmlformats.org/drawingml/2006/main">
            <a:off x="13719386" y="7096125"/>
            <a:ext cx="672889"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5A6A70"/>
                </a:solidFill>
                <a:latin typeface="Arial"/>
                <a:ea typeface="Arial"/>
                <a:cs typeface="Arial"/>
              </a:defRPr>
            </a:defPPr>
            <a:lvl1pPr algn="r">
              <a:defRPr sz="2100" b="0">
                <a:solidFill>
                  <a:srgbClr val="5A6A70"/>
                </a:solidFill>
                <a:latin typeface="Arial"/>
                <a:ea typeface="Arial"/>
                <a:cs typeface="Arial"/>
              </a:defRPr>
            </a:lvl1pPr>
            <a:lvl2pPr algn="r">
              <a:defRPr sz="2100" b="0">
                <a:solidFill>
                  <a:srgbClr val="5A6A70"/>
                </a:solidFill>
                <a:latin typeface="Arial"/>
                <a:ea typeface="Arial"/>
                <a:cs typeface="Arial"/>
              </a:defRPr>
            </a:lvl2pPr>
            <a:lvl3pPr algn="r">
              <a:defRPr sz="2100" b="0">
                <a:solidFill>
                  <a:srgbClr val="5A6A70"/>
                </a:solidFill>
                <a:latin typeface="Arial"/>
                <a:ea typeface="Arial"/>
                <a:cs typeface="Arial"/>
              </a:defRPr>
            </a:lvl3pPr>
            <a:lvl4pPr algn="r">
              <a:defRPr sz="2100" b="0">
                <a:solidFill>
                  <a:srgbClr val="5A6A70"/>
                </a:solidFill>
                <a:latin typeface="Arial"/>
                <a:ea typeface="Arial"/>
                <a:cs typeface="Arial"/>
              </a:defRPr>
            </a:lvl4pPr>
            <a:lvl5pPr algn="r">
              <a:defRPr sz="2100" b="0">
                <a:solidFill>
                  <a:srgbClr val="5A6A70"/>
                </a:solidFill>
                <a:latin typeface="Arial"/>
                <a:ea typeface="Arial"/>
                <a:cs typeface="Arial"/>
              </a:defRPr>
            </a:lvl5pPr>
            <a:lvl6pPr algn="r">
              <a:defRPr sz="2100" b="0">
                <a:solidFill>
                  <a:srgbClr val="5A6A70"/>
                </a:solidFill>
                <a:latin typeface="Arial"/>
                <a:ea typeface="Arial"/>
                <a:cs typeface="Arial"/>
              </a:defRPr>
            </a:lvl6pPr>
            <a:lvl7pPr algn="r">
              <a:defRPr sz="2100" b="0">
                <a:solidFill>
                  <a:srgbClr val="5A6A70"/>
                </a:solidFill>
                <a:latin typeface="Arial"/>
                <a:ea typeface="Arial"/>
                <a:cs typeface="Arial"/>
              </a:defRPr>
            </a:lvl7pPr>
            <a:lvl8pPr algn="r">
              <a:defRPr sz="2100" b="0">
                <a:solidFill>
                  <a:srgbClr val="5A6A70"/>
                </a:solidFill>
                <a:latin typeface="Arial"/>
                <a:ea typeface="Arial"/>
                <a:cs typeface="Arial"/>
              </a:defRPr>
            </a:lvl8pPr>
            <a:lvl9pPr algn="r">
              <a:defRPr sz="2100" b="0">
                <a:solidFill>
                  <a:srgbClr val="5A6A70"/>
                </a:solidFill>
                <a:latin typeface="Arial"/>
                <a:ea typeface="Arial"/>
                <a:cs typeface="Arial"/>
              </a:defRPr>
            </a:lvl9pPr>
          </a:lstStyle>
          <a:p xmlns:a="http://schemas.openxmlformats.org/drawingml/2006/main">
            <a:pPr algn="r">
              <a:defRPr sz="2100" b="0">
                <a:solidFill>
                  <a:srgbClr val="5A6A70"/>
                </a:solidFill>
                <a:latin typeface="Arial"/>
                <a:ea typeface="Arial"/>
                <a:cs typeface="Arial"/>
              </a:defRPr>
            </a:pPr>
            <a:r>
              <a:rPr sz="2100" b="0">
                <a:solidFill>
                  <a:srgbClr val="5A6A70"/>
                </a:solidFill>
                <a:latin typeface="Arial"/>
                <a:ea typeface="Arial"/>
                <a:cs typeface="Arial"/>
              </a:rPr>
              <a:t>الاختبار</a:t>
            </a:r>
          </a:p>
        </p:txBody>
      </p:sp>
      <p:sp>
        <p:nvSpPr>
          <p:cNvPr id="42" name="">
            <a:extLst xmlns:a="http://schemas.openxmlformats.org/drawingml/2006/main">
              <a:ext uri="{FF2B5EF4-FFF2-40B4-BE49-F238E27FC236}">
                <a16:creationId xmlns:a16="http://schemas.microsoft.com/office/drawing/2014/main" id="{6F4E83DB-60D9-4BAD-9EC4-9D1DC85FE720}"/>
              </a:ext>
            </a:extLst>
          </p:cNvPr>
          <p:cNvSpPr>
            <a:spLocks xmlns:a="http://schemas.openxmlformats.org/drawingml/2006/main" noGrp="1"/>
          </p:cNvSpPr>
          <p:nvPr/>
        </p:nvSpPr>
        <p:spPr>
          <a:xfrm xmlns:a="http://schemas.openxmlformats.org/drawingml/2006/main">
            <a:off x="13159566" y="7096125"/>
            <a:ext cx="486668"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5A6A70"/>
                </a:solidFill>
                <a:latin typeface="Arial"/>
                <a:ea typeface="Arial"/>
                <a:cs typeface="Arial"/>
              </a:defRPr>
            </a:defPPr>
            <a:lvl1pPr algn="r">
              <a:defRPr sz="2100" b="0">
                <a:solidFill>
                  <a:srgbClr val="5A6A70"/>
                </a:solidFill>
                <a:latin typeface="Arial"/>
                <a:ea typeface="Arial"/>
                <a:cs typeface="Arial"/>
              </a:defRPr>
            </a:lvl1pPr>
            <a:lvl2pPr algn="r">
              <a:defRPr sz="2100" b="0">
                <a:solidFill>
                  <a:srgbClr val="5A6A70"/>
                </a:solidFill>
                <a:latin typeface="Arial"/>
                <a:ea typeface="Arial"/>
                <a:cs typeface="Arial"/>
              </a:defRPr>
            </a:lvl2pPr>
            <a:lvl3pPr algn="r">
              <a:defRPr sz="2100" b="0">
                <a:solidFill>
                  <a:srgbClr val="5A6A70"/>
                </a:solidFill>
                <a:latin typeface="Arial"/>
                <a:ea typeface="Arial"/>
                <a:cs typeface="Arial"/>
              </a:defRPr>
            </a:lvl3pPr>
            <a:lvl4pPr algn="r">
              <a:defRPr sz="2100" b="0">
                <a:solidFill>
                  <a:srgbClr val="5A6A70"/>
                </a:solidFill>
                <a:latin typeface="Arial"/>
                <a:ea typeface="Arial"/>
                <a:cs typeface="Arial"/>
              </a:defRPr>
            </a:lvl4pPr>
            <a:lvl5pPr algn="r">
              <a:defRPr sz="2100" b="0">
                <a:solidFill>
                  <a:srgbClr val="5A6A70"/>
                </a:solidFill>
                <a:latin typeface="Arial"/>
                <a:ea typeface="Arial"/>
                <a:cs typeface="Arial"/>
              </a:defRPr>
            </a:lvl5pPr>
            <a:lvl6pPr algn="r">
              <a:defRPr sz="2100" b="0">
                <a:solidFill>
                  <a:srgbClr val="5A6A70"/>
                </a:solidFill>
                <a:latin typeface="Arial"/>
                <a:ea typeface="Arial"/>
                <a:cs typeface="Arial"/>
              </a:defRPr>
            </a:lvl6pPr>
            <a:lvl7pPr algn="r">
              <a:defRPr sz="2100" b="0">
                <a:solidFill>
                  <a:srgbClr val="5A6A70"/>
                </a:solidFill>
                <a:latin typeface="Arial"/>
                <a:ea typeface="Arial"/>
                <a:cs typeface="Arial"/>
              </a:defRPr>
            </a:lvl7pPr>
            <a:lvl8pPr algn="r">
              <a:defRPr sz="2100" b="0">
                <a:solidFill>
                  <a:srgbClr val="5A6A70"/>
                </a:solidFill>
                <a:latin typeface="Arial"/>
                <a:ea typeface="Arial"/>
                <a:cs typeface="Arial"/>
              </a:defRPr>
            </a:lvl8pPr>
            <a:lvl9pPr algn="r">
              <a:defRPr sz="2100" b="0">
                <a:solidFill>
                  <a:srgbClr val="5A6A70"/>
                </a:solidFill>
                <a:latin typeface="Arial"/>
                <a:ea typeface="Arial"/>
                <a:cs typeface="Arial"/>
              </a:defRPr>
            </a:lvl9pPr>
          </a:lstStyle>
          <a:p xmlns:a="http://schemas.openxmlformats.org/drawingml/2006/main">
            <a:pPr algn="r">
              <a:defRPr sz="2100" b="0">
                <a:solidFill>
                  <a:srgbClr val="5A6A70"/>
                </a:solidFill>
                <a:latin typeface="Arial"/>
                <a:ea typeface="Arial"/>
                <a:cs typeface="Arial"/>
              </a:defRPr>
            </a:pPr>
            <a:r>
              <a:rPr sz="2100" b="0">
                <a:solidFill>
                  <a:srgbClr val="5A6A70"/>
                </a:solidFill>
                <a:latin typeface="Arial"/>
                <a:ea typeface="Arial"/>
                <a:cs typeface="Arial"/>
              </a:rPr>
              <a:t>يرافق</a:t>
            </a:r>
          </a:p>
        </p:txBody>
      </p:sp>
      <p:sp>
        <p:nvSpPr>
          <p:cNvPr id="43" name="">
            <a:extLst xmlns:a="http://schemas.openxmlformats.org/drawingml/2006/main">
              <a:ext uri="{FF2B5EF4-FFF2-40B4-BE49-F238E27FC236}">
                <a16:creationId xmlns:a16="http://schemas.microsoft.com/office/drawing/2014/main" id="{64C037C2-98FF-4268-AF1E-A334FFF7E0C5}"/>
              </a:ext>
            </a:extLst>
          </p:cNvPr>
          <p:cNvSpPr>
            <a:spLocks xmlns:a="http://schemas.openxmlformats.org/drawingml/2006/main" noGrp="1"/>
          </p:cNvSpPr>
          <p:nvPr/>
        </p:nvSpPr>
        <p:spPr>
          <a:xfrm xmlns:a="http://schemas.openxmlformats.org/drawingml/2006/main">
            <a:off x="12611076" y="7096125"/>
            <a:ext cx="475338"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5A6A70"/>
                </a:solidFill>
                <a:latin typeface="Arial"/>
                <a:ea typeface="Arial"/>
                <a:cs typeface="Arial"/>
              </a:defRPr>
            </a:defPPr>
            <a:lvl1pPr algn="r">
              <a:defRPr sz="2100" b="0">
                <a:solidFill>
                  <a:srgbClr val="5A6A70"/>
                </a:solidFill>
                <a:latin typeface="Arial"/>
                <a:ea typeface="Arial"/>
                <a:cs typeface="Arial"/>
              </a:defRPr>
            </a:lvl1pPr>
            <a:lvl2pPr algn="r">
              <a:defRPr sz="2100" b="0">
                <a:solidFill>
                  <a:srgbClr val="5A6A70"/>
                </a:solidFill>
                <a:latin typeface="Arial"/>
                <a:ea typeface="Arial"/>
                <a:cs typeface="Arial"/>
              </a:defRPr>
            </a:lvl2pPr>
            <a:lvl3pPr algn="r">
              <a:defRPr sz="2100" b="0">
                <a:solidFill>
                  <a:srgbClr val="5A6A70"/>
                </a:solidFill>
                <a:latin typeface="Arial"/>
                <a:ea typeface="Arial"/>
                <a:cs typeface="Arial"/>
              </a:defRPr>
            </a:lvl3pPr>
            <a:lvl4pPr algn="r">
              <a:defRPr sz="2100" b="0">
                <a:solidFill>
                  <a:srgbClr val="5A6A70"/>
                </a:solidFill>
                <a:latin typeface="Arial"/>
                <a:ea typeface="Arial"/>
                <a:cs typeface="Arial"/>
              </a:defRPr>
            </a:lvl4pPr>
            <a:lvl5pPr algn="r">
              <a:defRPr sz="2100" b="0">
                <a:solidFill>
                  <a:srgbClr val="5A6A70"/>
                </a:solidFill>
                <a:latin typeface="Arial"/>
                <a:ea typeface="Arial"/>
                <a:cs typeface="Arial"/>
              </a:defRPr>
            </a:lvl5pPr>
            <a:lvl6pPr algn="r">
              <a:defRPr sz="2100" b="0">
                <a:solidFill>
                  <a:srgbClr val="5A6A70"/>
                </a:solidFill>
                <a:latin typeface="Arial"/>
                <a:ea typeface="Arial"/>
                <a:cs typeface="Arial"/>
              </a:defRPr>
            </a:lvl6pPr>
            <a:lvl7pPr algn="r">
              <a:defRPr sz="2100" b="0">
                <a:solidFill>
                  <a:srgbClr val="5A6A70"/>
                </a:solidFill>
                <a:latin typeface="Arial"/>
                <a:ea typeface="Arial"/>
                <a:cs typeface="Arial"/>
              </a:defRPr>
            </a:lvl7pPr>
            <a:lvl8pPr algn="r">
              <a:defRPr sz="2100" b="0">
                <a:solidFill>
                  <a:srgbClr val="5A6A70"/>
                </a:solidFill>
                <a:latin typeface="Arial"/>
                <a:ea typeface="Arial"/>
                <a:cs typeface="Arial"/>
              </a:defRPr>
            </a:lvl8pPr>
            <a:lvl9pPr algn="r">
              <a:defRPr sz="2100" b="0">
                <a:solidFill>
                  <a:srgbClr val="5A6A70"/>
                </a:solidFill>
                <a:latin typeface="Arial"/>
                <a:ea typeface="Arial"/>
                <a:cs typeface="Arial"/>
              </a:defRPr>
            </a:lvl9pPr>
          </a:lstStyle>
          <a:p xmlns:a="http://schemas.openxmlformats.org/drawingml/2006/main">
            <a:pPr algn="r">
              <a:defRPr sz="2100" b="0">
                <a:solidFill>
                  <a:srgbClr val="5A6A70"/>
                </a:solidFill>
                <a:latin typeface="Arial"/>
                <a:ea typeface="Arial"/>
                <a:cs typeface="Arial"/>
              </a:defRPr>
            </a:pPr>
            <a:r>
              <a:rPr sz="2100" b="0">
                <a:solidFill>
                  <a:srgbClr val="5A6A70"/>
                </a:solidFill>
                <a:latin typeface="Arial"/>
                <a:ea typeface="Arial"/>
                <a:cs typeface="Arial"/>
              </a:rPr>
              <a:t>التنفيذ</a:t>
            </a:r>
          </a:p>
        </p:txBody>
      </p:sp>
      <p:sp>
        <p:nvSpPr>
          <p:cNvPr id="44" name="">
            <a:extLst xmlns:a="http://schemas.openxmlformats.org/drawingml/2006/main">
              <a:ext uri="{FF2B5EF4-FFF2-40B4-BE49-F238E27FC236}">
                <a16:creationId xmlns:a16="http://schemas.microsoft.com/office/drawing/2014/main" id="{07004CFE-887B-4BA0-B93F-341948ECD4B2}"/>
              </a:ext>
            </a:extLst>
          </p:cNvPr>
          <p:cNvSpPr>
            <a:spLocks xmlns:a="http://schemas.openxmlformats.org/drawingml/2006/main" noGrp="1"/>
          </p:cNvSpPr>
          <p:nvPr/>
        </p:nvSpPr>
        <p:spPr>
          <a:xfrm xmlns:a="http://schemas.openxmlformats.org/drawingml/2006/main">
            <a:off x="11962312" y="7096125"/>
            <a:ext cx="575611"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5A6A70"/>
                </a:solidFill>
                <a:latin typeface="Arial"/>
                <a:ea typeface="Arial"/>
                <a:cs typeface="Arial"/>
              </a:defRPr>
            </a:defPPr>
            <a:lvl1pPr algn="r">
              <a:defRPr sz="2100" b="0">
                <a:solidFill>
                  <a:srgbClr val="5A6A70"/>
                </a:solidFill>
                <a:latin typeface="Arial"/>
                <a:ea typeface="Arial"/>
                <a:cs typeface="Arial"/>
              </a:defRPr>
            </a:lvl1pPr>
            <a:lvl2pPr algn="r">
              <a:defRPr sz="2100" b="0">
                <a:solidFill>
                  <a:srgbClr val="5A6A70"/>
                </a:solidFill>
                <a:latin typeface="Arial"/>
                <a:ea typeface="Arial"/>
                <a:cs typeface="Arial"/>
              </a:defRPr>
            </a:lvl2pPr>
            <a:lvl3pPr algn="r">
              <a:defRPr sz="2100" b="0">
                <a:solidFill>
                  <a:srgbClr val="5A6A70"/>
                </a:solidFill>
                <a:latin typeface="Arial"/>
                <a:ea typeface="Arial"/>
                <a:cs typeface="Arial"/>
              </a:defRPr>
            </a:lvl3pPr>
            <a:lvl4pPr algn="r">
              <a:defRPr sz="2100" b="0">
                <a:solidFill>
                  <a:srgbClr val="5A6A70"/>
                </a:solidFill>
                <a:latin typeface="Arial"/>
                <a:ea typeface="Arial"/>
                <a:cs typeface="Arial"/>
              </a:defRPr>
            </a:lvl4pPr>
            <a:lvl5pPr algn="r">
              <a:defRPr sz="2100" b="0">
                <a:solidFill>
                  <a:srgbClr val="5A6A70"/>
                </a:solidFill>
                <a:latin typeface="Arial"/>
                <a:ea typeface="Arial"/>
                <a:cs typeface="Arial"/>
              </a:defRPr>
            </a:lvl5pPr>
            <a:lvl6pPr algn="r">
              <a:defRPr sz="2100" b="0">
                <a:solidFill>
                  <a:srgbClr val="5A6A70"/>
                </a:solidFill>
                <a:latin typeface="Arial"/>
                <a:ea typeface="Arial"/>
                <a:cs typeface="Arial"/>
              </a:defRPr>
            </a:lvl6pPr>
            <a:lvl7pPr algn="r">
              <a:defRPr sz="2100" b="0">
                <a:solidFill>
                  <a:srgbClr val="5A6A70"/>
                </a:solidFill>
                <a:latin typeface="Arial"/>
                <a:ea typeface="Arial"/>
                <a:cs typeface="Arial"/>
              </a:defRPr>
            </a:lvl7pPr>
            <a:lvl8pPr algn="r">
              <a:defRPr sz="2100" b="0">
                <a:solidFill>
                  <a:srgbClr val="5A6A70"/>
                </a:solidFill>
                <a:latin typeface="Arial"/>
                <a:ea typeface="Arial"/>
                <a:cs typeface="Arial"/>
              </a:defRPr>
            </a:lvl8pPr>
            <a:lvl9pPr algn="r">
              <a:defRPr sz="2100" b="0">
                <a:solidFill>
                  <a:srgbClr val="5A6A70"/>
                </a:solidFill>
                <a:latin typeface="Arial"/>
                <a:ea typeface="Arial"/>
                <a:cs typeface="Arial"/>
              </a:defRPr>
            </a:lvl9pPr>
          </a:lstStyle>
          <a:p xmlns:a="http://schemas.openxmlformats.org/drawingml/2006/main">
            <a:pPr algn="r">
              <a:defRPr sz="2100" b="0">
                <a:solidFill>
                  <a:srgbClr val="5A6A70"/>
                </a:solidFill>
                <a:latin typeface="Arial"/>
                <a:ea typeface="Arial"/>
                <a:cs typeface="Arial"/>
              </a:defRPr>
            </a:pPr>
            <a:r>
              <a:rPr sz="2100" b="0">
                <a:solidFill>
                  <a:srgbClr val="5A6A70"/>
                </a:solidFill>
                <a:latin typeface="Arial"/>
                <a:ea typeface="Arial"/>
                <a:cs typeface="Arial"/>
              </a:rPr>
              <a:t>ونرتب</a:t>
            </a:r>
          </a:p>
        </p:txBody>
      </p:sp>
      <p:sp>
        <p:nvSpPr>
          <p:cNvPr id="45" name="">
            <a:extLst xmlns:a="http://schemas.openxmlformats.org/drawingml/2006/main">
              <a:ext uri="{FF2B5EF4-FFF2-40B4-BE49-F238E27FC236}">
                <a16:creationId xmlns:a16="http://schemas.microsoft.com/office/drawing/2014/main" id="{2ACF28A8-F7DF-423D-BD44-198917E38530}"/>
              </a:ext>
            </a:extLst>
          </p:cNvPr>
          <p:cNvSpPr>
            <a:spLocks xmlns:a="http://schemas.openxmlformats.org/drawingml/2006/main" noGrp="1"/>
          </p:cNvSpPr>
          <p:nvPr/>
        </p:nvSpPr>
        <p:spPr>
          <a:xfrm xmlns:a="http://schemas.openxmlformats.org/drawingml/2006/main">
            <a:off x="11407701" y="7096125"/>
            <a:ext cx="481459"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5A6A70"/>
                </a:solidFill>
                <a:latin typeface="Arial"/>
                <a:ea typeface="Arial"/>
                <a:cs typeface="Arial"/>
              </a:defRPr>
            </a:defPPr>
            <a:lvl1pPr algn="r">
              <a:defRPr sz="2100" b="0">
                <a:solidFill>
                  <a:srgbClr val="5A6A70"/>
                </a:solidFill>
                <a:latin typeface="Arial"/>
                <a:ea typeface="Arial"/>
                <a:cs typeface="Arial"/>
              </a:defRPr>
            </a:lvl1pPr>
            <a:lvl2pPr algn="r">
              <a:defRPr sz="2100" b="0">
                <a:solidFill>
                  <a:srgbClr val="5A6A70"/>
                </a:solidFill>
                <a:latin typeface="Arial"/>
                <a:ea typeface="Arial"/>
                <a:cs typeface="Arial"/>
              </a:defRPr>
            </a:lvl2pPr>
            <a:lvl3pPr algn="r">
              <a:defRPr sz="2100" b="0">
                <a:solidFill>
                  <a:srgbClr val="5A6A70"/>
                </a:solidFill>
                <a:latin typeface="Arial"/>
                <a:ea typeface="Arial"/>
                <a:cs typeface="Arial"/>
              </a:defRPr>
            </a:lvl3pPr>
            <a:lvl4pPr algn="r">
              <a:defRPr sz="2100" b="0">
                <a:solidFill>
                  <a:srgbClr val="5A6A70"/>
                </a:solidFill>
                <a:latin typeface="Arial"/>
                <a:ea typeface="Arial"/>
                <a:cs typeface="Arial"/>
              </a:defRPr>
            </a:lvl4pPr>
            <a:lvl5pPr algn="r">
              <a:defRPr sz="2100" b="0">
                <a:solidFill>
                  <a:srgbClr val="5A6A70"/>
                </a:solidFill>
                <a:latin typeface="Arial"/>
                <a:ea typeface="Arial"/>
                <a:cs typeface="Arial"/>
              </a:defRPr>
            </a:lvl5pPr>
            <a:lvl6pPr algn="r">
              <a:defRPr sz="2100" b="0">
                <a:solidFill>
                  <a:srgbClr val="5A6A70"/>
                </a:solidFill>
                <a:latin typeface="Arial"/>
                <a:ea typeface="Arial"/>
                <a:cs typeface="Arial"/>
              </a:defRPr>
            </a:lvl6pPr>
            <a:lvl7pPr algn="r">
              <a:defRPr sz="2100" b="0">
                <a:solidFill>
                  <a:srgbClr val="5A6A70"/>
                </a:solidFill>
                <a:latin typeface="Arial"/>
                <a:ea typeface="Arial"/>
                <a:cs typeface="Arial"/>
              </a:defRPr>
            </a:lvl7pPr>
            <a:lvl8pPr algn="r">
              <a:defRPr sz="2100" b="0">
                <a:solidFill>
                  <a:srgbClr val="5A6A70"/>
                </a:solidFill>
                <a:latin typeface="Arial"/>
                <a:ea typeface="Arial"/>
                <a:cs typeface="Arial"/>
              </a:defRPr>
            </a:lvl8pPr>
            <a:lvl9pPr algn="r">
              <a:defRPr sz="2100" b="0">
                <a:solidFill>
                  <a:srgbClr val="5A6A70"/>
                </a:solidFill>
                <a:latin typeface="Arial"/>
                <a:ea typeface="Arial"/>
                <a:cs typeface="Arial"/>
              </a:defRPr>
            </a:lvl9pPr>
          </a:lstStyle>
          <a:p xmlns:a="http://schemas.openxmlformats.org/drawingml/2006/main">
            <a:pPr algn="r">
              <a:defRPr sz="2100" b="0">
                <a:solidFill>
                  <a:srgbClr val="5A6A70"/>
                </a:solidFill>
                <a:latin typeface="Arial"/>
                <a:ea typeface="Arial"/>
                <a:cs typeface="Arial"/>
              </a:defRPr>
            </a:pPr>
            <a:r>
              <a:rPr sz="2100" b="0">
                <a:solidFill>
                  <a:srgbClr val="5A6A70"/>
                </a:solidFill>
                <a:latin typeface="Arial"/>
                <a:ea typeface="Arial"/>
                <a:cs typeface="Arial"/>
              </a:rPr>
              <a:t>المهام</a:t>
            </a:r>
          </a:p>
        </p:txBody>
      </p:sp>
      <p:sp>
        <p:nvSpPr>
          <p:cNvPr id="46" name="">
            <a:extLst xmlns:a="http://schemas.openxmlformats.org/drawingml/2006/main">
              <a:ext uri="{FF2B5EF4-FFF2-40B4-BE49-F238E27FC236}">
                <a16:creationId xmlns:a16="http://schemas.microsoft.com/office/drawing/2014/main" id="{3D3021FA-3538-4E2F-8E5E-A8E6758AE890}"/>
              </a:ext>
            </a:extLst>
          </p:cNvPr>
          <p:cNvSpPr>
            <a:spLocks xmlns:a="http://schemas.openxmlformats.org/drawingml/2006/main" noGrp="1"/>
          </p:cNvSpPr>
          <p:nvPr/>
        </p:nvSpPr>
        <p:spPr>
          <a:xfrm xmlns:a="http://schemas.openxmlformats.org/drawingml/2006/main">
            <a:off x="10786806" y="7096125"/>
            <a:ext cx="547743"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5A6A70"/>
                </a:solidFill>
                <a:latin typeface="Arial"/>
                <a:ea typeface="Arial"/>
                <a:cs typeface="Arial"/>
              </a:defRPr>
            </a:defPPr>
            <a:lvl1pPr algn="r">
              <a:defRPr sz="2100" b="0">
                <a:solidFill>
                  <a:srgbClr val="5A6A70"/>
                </a:solidFill>
                <a:latin typeface="Arial"/>
                <a:ea typeface="Arial"/>
                <a:cs typeface="Arial"/>
              </a:defRPr>
            </a:lvl1pPr>
            <a:lvl2pPr algn="r">
              <a:defRPr sz="2100" b="0">
                <a:solidFill>
                  <a:srgbClr val="5A6A70"/>
                </a:solidFill>
                <a:latin typeface="Arial"/>
                <a:ea typeface="Arial"/>
                <a:cs typeface="Arial"/>
              </a:defRPr>
            </a:lvl2pPr>
            <a:lvl3pPr algn="r">
              <a:defRPr sz="2100" b="0">
                <a:solidFill>
                  <a:srgbClr val="5A6A70"/>
                </a:solidFill>
                <a:latin typeface="Arial"/>
                <a:ea typeface="Arial"/>
                <a:cs typeface="Arial"/>
              </a:defRPr>
            </a:lvl3pPr>
            <a:lvl4pPr algn="r">
              <a:defRPr sz="2100" b="0">
                <a:solidFill>
                  <a:srgbClr val="5A6A70"/>
                </a:solidFill>
                <a:latin typeface="Arial"/>
                <a:ea typeface="Arial"/>
                <a:cs typeface="Arial"/>
              </a:defRPr>
            </a:lvl4pPr>
            <a:lvl5pPr algn="r">
              <a:defRPr sz="2100" b="0">
                <a:solidFill>
                  <a:srgbClr val="5A6A70"/>
                </a:solidFill>
                <a:latin typeface="Arial"/>
                <a:ea typeface="Arial"/>
                <a:cs typeface="Arial"/>
              </a:defRPr>
            </a:lvl5pPr>
            <a:lvl6pPr algn="r">
              <a:defRPr sz="2100" b="0">
                <a:solidFill>
                  <a:srgbClr val="5A6A70"/>
                </a:solidFill>
                <a:latin typeface="Arial"/>
                <a:ea typeface="Arial"/>
                <a:cs typeface="Arial"/>
              </a:defRPr>
            </a:lvl6pPr>
            <a:lvl7pPr algn="r">
              <a:defRPr sz="2100" b="0">
                <a:solidFill>
                  <a:srgbClr val="5A6A70"/>
                </a:solidFill>
                <a:latin typeface="Arial"/>
                <a:ea typeface="Arial"/>
                <a:cs typeface="Arial"/>
              </a:defRPr>
            </a:lvl7pPr>
            <a:lvl8pPr algn="r">
              <a:defRPr sz="2100" b="0">
                <a:solidFill>
                  <a:srgbClr val="5A6A70"/>
                </a:solidFill>
                <a:latin typeface="Arial"/>
                <a:ea typeface="Arial"/>
                <a:cs typeface="Arial"/>
              </a:defRPr>
            </a:lvl8pPr>
            <a:lvl9pPr algn="r">
              <a:defRPr sz="2100" b="0">
                <a:solidFill>
                  <a:srgbClr val="5A6A70"/>
                </a:solidFill>
                <a:latin typeface="Arial"/>
                <a:ea typeface="Arial"/>
                <a:cs typeface="Arial"/>
              </a:defRPr>
            </a:lvl9pPr>
          </a:lstStyle>
          <a:p xmlns:a="http://schemas.openxmlformats.org/drawingml/2006/main">
            <a:pPr algn="r">
              <a:defRPr sz="2100" b="0">
                <a:solidFill>
                  <a:srgbClr val="5A6A70"/>
                </a:solidFill>
                <a:latin typeface="Arial"/>
                <a:ea typeface="Arial"/>
                <a:cs typeface="Arial"/>
              </a:defRPr>
            </a:pPr>
            <a:r>
              <a:rPr sz="2100" b="0">
                <a:solidFill>
                  <a:srgbClr val="5A6A70"/>
                </a:solidFill>
                <a:latin typeface="Arial"/>
                <a:ea typeface="Arial"/>
                <a:cs typeface="Arial"/>
              </a:rPr>
              <a:t>بحسب</a:t>
            </a:r>
          </a:p>
        </p:txBody>
      </p:sp>
      <p:sp>
        <p:nvSpPr>
          <p:cNvPr id="47" name="">
            <a:extLst xmlns:a="http://schemas.openxmlformats.org/drawingml/2006/main">
              <a:ext uri="{FF2B5EF4-FFF2-40B4-BE49-F238E27FC236}">
                <a16:creationId xmlns:a16="http://schemas.microsoft.com/office/drawing/2014/main" id="{D7B34852-C7D3-4AFF-81EB-0E076B2680ED}"/>
              </a:ext>
            </a:extLst>
          </p:cNvPr>
          <p:cNvSpPr>
            <a:spLocks xmlns:a="http://schemas.openxmlformats.org/drawingml/2006/main" noGrp="1"/>
          </p:cNvSpPr>
          <p:nvPr/>
        </p:nvSpPr>
        <p:spPr>
          <a:xfrm xmlns:a="http://schemas.openxmlformats.org/drawingml/2006/main">
            <a:off x="10537832" y="7096125"/>
            <a:ext cx="175822"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5A6A70"/>
                </a:solidFill>
                <a:latin typeface="Arial"/>
                <a:ea typeface="Arial"/>
                <a:cs typeface="Arial"/>
              </a:defRPr>
            </a:defPPr>
            <a:lvl1pPr algn="r">
              <a:defRPr sz="2100" b="0">
                <a:solidFill>
                  <a:srgbClr val="5A6A70"/>
                </a:solidFill>
                <a:latin typeface="Arial"/>
                <a:ea typeface="Arial"/>
                <a:cs typeface="Arial"/>
              </a:defRPr>
            </a:lvl1pPr>
            <a:lvl2pPr algn="r">
              <a:defRPr sz="2100" b="0">
                <a:solidFill>
                  <a:srgbClr val="5A6A70"/>
                </a:solidFill>
                <a:latin typeface="Arial"/>
                <a:ea typeface="Arial"/>
                <a:cs typeface="Arial"/>
              </a:defRPr>
            </a:lvl2pPr>
            <a:lvl3pPr algn="r">
              <a:defRPr sz="2100" b="0">
                <a:solidFill>
                  <a:srgbClr val="5A6A70"/>
                </a:solidFill>
                <a:latin typeface="Arial"/>
                <a:ea typeface="Arial"/>
                <a:cs typeface="Arial"/>
              </a:defRPr>
            </a:lvl3pPr>
            <a:lvl4pPr algn="r">
              <a:defRPr sz="2100" b="0">
                <a:solidFill>
                  <a:srgbClr val="5A6A70"/>
                </a:solidFill>
                <a:latin typeface="Arial"/>
                <a:ea typeface="Arial"/>
                <a:cs typeface="Arial"/>
              </a:defRPr>
            </a:lvl4pPr>
            <a:lvl5pPr algn="r">
              <a:defRPr sz="2100" b="0">
                <a:solidFill>
                  <a:srgbClr val="5A6A70"/>
                </a:solidFill>
                <a:latin typeface="Arial"/>
                <a:ea typeface="Arial"/>
                <a:cs typeface="Arial"/>
              </a:defRPr>
            </a:lvl5pPr>
            <a:lvl6pPr algn="r">
              <a:defRPr sz="2100" b="0">
                <a:solidFill>
                  <a:srgbClr val="5A6A70"/>
                </a:solidFill>
                <a:latin typeface="Arial"/>
                <a:ea typeface="Arial"/>
                <a:cs typeface="Arial"/>
              </a:defRPr>
            </a:lvl6pPr>
            <a:lvl7pPr algn="r">
              <a:defRPr sz="2100" b="0">
                <a:solidFill>
                  <a:srgbClr val="5A6A70"/>
                </a:solidFill>
                <a:latin typeface="Arial"/>
                <a:ea typeface="Arial"/>
                <a:cs typeface="Arial"/>
              </a:defRPr>
            </a:lvl7pPr>
            <a:lvl8pPr algn="r">
              <a:defRPr sz="2100" b="0">
                <a:solidFill>
                  <a:srgbClr val="5A6A70"/>
                </a:solidFill>
                <a:latin typeface="Arial"/>
                <a:ea typeface="Arial"/>
                <a:cs typeface="Arial"/>
              </a:defRPr>
            </a:lvl8pPr>
            <a:lvl9pPr algn="r">
              <a:defRPr sz="2100" b="0">
                <a:solidFill>
                  <a:srgbClr val="5A6A70"/>
                </a:solidFill>
                <a:latin typeface="Arial"/>
                <a:ea typeface="Arial"/>
                <a:cs typeface="Arial"/>
              </a:defRPr>
            </a:lvl9pPr>
          </a:lstStyle>
          <a:p xmlns:a="http://schemas.openxmlformats.org/drawingml/2006/main">
            <a:pPr algn="r">
              <a:defRPr sz="2100" b="0">
                <a:solidFill>
                  <a:srgbClr val="5A6A70"/>
                </a:solidFill>
                <a:latin typeface="Arial"/>
                <a:ea typeface="Arial"/>
                <a:cs typeface="Arial"/>
              </a:defRPr>
            </a:pPr>
            <a:r>
              <a:rPr sz="2100" b="0">
                <a:solidFill>
                  <a:srgbClr val="5A6A70"/>
                </a:solidFill>
                <a:latin typeface="Arial"/>
                <a:ea typeface="Arial"/>
                <a:cs typeface="Arial"/>
              </a:rPr>
              <a:t>ما</a:t>
            </a:r>
          </a:p>
        </p:txBody>
      </p:sp>
      <p:sp>
        <p:nvSpPr>
          <p:cNvPr id="48" name="">
            <a:extLst xmlns:a="http://schemas.openxmlformats.org/drawingml/2006/main">
              <a:ext uri="{FF2B5EF4-FFF2-40B4-BE49-F238E27FC236}">
                <a16:creationId xmlns:a16="http://schemas.microsoft.com/office/drawing/2014/main" id="{13E951B9-5EE2-4E4D-97D0-882F458EDEF9}"/>
              </a:ext>
            </a:extLst>
          </p:cNvPr>
          <p:cNvSpPr>
            <a:spLocks xmlns:a="http://schemas.openxmlformats.org/drawingml/2006/main" noGrp="1"/>
          </p:cNvSpPr>
          <p:nvPr/>
        </p:nvSpPr>
        <p:spPr>
          <a:xfrm xmlns:a="http://schemas.openxmlformats.org/drawingml/2006/main">
            <a:off x="9999499" y="7096125"/>
            <a:ext cx="465181"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5A6A70"/>
                </a:solidFill>
                <a:latin typeface="Arial"/>
                <a:ea typeface="Arial"/>
                <a:cs typeface="Arial"/>
              </a:defRPr>
            </a:defPPr>
            <a:lvl1pPr algn="r">
              <a:defRPr sz="2100" b="0">
                <a:solidFill>
                  <a:srgbClr val="5A6A70"/>
                </a:solidFill>
                <a:latin typeface="Arial"/>
                <a:ea typeface="Arial"/>
                <a:cs typeface="Arial"/>
              </a:defRPr>
            </a:lvl1pPr>
            <a:lvl2pPr algn="r">
              <a:defRPr sz="2100" b="0">
                <a:solidFill>
                  <a:srgbClr val="5A6A70"/>
                </a:solidFill>
                <a:latin typeface="Arial"/>
                <a:ea typeface="Arial"/>
                <a:cs typeface="Arial"/>
              </a:defRPr>
            </a:lvl2pPr>
            <a:lvl3pPr algn="r">
              <a:defRPr sz="2100" b="0">
                <a:solidFill>
                  <a:srgbClr val="5A6A70"/>
                </a:solidFill>
                <a:latin typeface="Arial"/>
                <a:ea typeface="Arial"/>
                <a:cs typeface="Arial"/>
              </a:defRPr>
            </a:lvl3pPr>
            <a:lvl4pPr algn="r">
              <a:defRPr sz="2100" b="0">
                <a:solidFill>
                  <a:srgbClr val="5A6A70"/>
                </a:solidFill>
                <a:latin typeface="Arial"/>
                <a:ea typeface="Arial"/>
                <a:cs typeface="Arial"/>
              </a:defRPr>
            </a:lvl4pPr>
            <a:lvl5pPr algn="r">
              <a:defRPr sz="2100" b="0">
                <a:solidFill>
                  <a:srgbClr val="5A6A70"/>
                </a:solidFill>
                <a:latin typeface="Arial"/>
                <a:ea typeface="Arial"/>
                <a:cs typeface="Arial"/>
              </a:defRPr>
            </a:lvl5pPr>
            <a:lvl6pPr algn="r">
              <a:defRPr sz="2100" b="0">
                <a:solidFill>
                  <a:srgbClr val="5A6A70"/>
                </a:solidFill>
                <a:latin typeface="Arial"/>
                <a:ea typeface="Arial"/>
                <a:cs typeface="Arial"/>
              </a:defRPr>
            </a:lvl6pPr>
            <a:lvl7pPr algn="r">
              <a:defRPr sz="2100" b="0">
                <a:solidFill>
                  <a:srgbClr val="5A6A70"/>
                </a:solidFill>
                <a:latin typeface="Arial"/>
                <a:ea typeface="Arial"/>
                <a:cs typeface="Arial"/>
              </a:defRPr>
            </a:lvl7pPr>
            <a:lvl8pPr algn="r">
              <a:defRPr sz="2100" b="0">
                <a:solidFill>
                  <a:srgbClr val="5A6A70"/>
                </a:solidFill>
                <a:latin typeface="Arial"/>
                <a:ea typeface="Arial"/>
                <a:cs typeface="Arial"/>
              </a:defRPr>
            </a:lvl8pPr>
            <a:lvl9pPr algn="r">
              <a:defRPr sz="2100" b="0">
                <a:solidFill>
                  <a:srgbClr val="5A6A70"/>
                </a:solidFill>
                <a:latin typeface="Arial"/>
                <a:ea typeface="Arial"/>
                <a:cs typeface="Arial"/>
              </a:defRPr>
            </a:lvl9pPr>
          </a:lstStyle>
          <a:p xmlns:a="http://schemas.openxmlformats.org/drawingml/2006/main">
            <a:pPr algn="r">
              <a:defRPr sz="2100" b="0">
                <a:solidFill>
                  <a:srgbClr val="5A6A70"/>
                </a:solidFill>
                <a:latin typeface="Arial"/>
                <a:ea typeface="Arial"/>
                <a:cs typeface="Arial"/>
              </a:defRPr>
            </a:pPr>
            <a:r>
              <a:rPr sz="2100" b="0">
                <a:solidFill>
                  <a:srgbClr val="5A6A70"/>
                </a:solidFill>
                <a:latin typeface="Arial"/>
                <a:ea typeface="Arial"/>
                <a:cs typeface="Arial"/>
              </a:rPr>
              <a:t>يظهر</a:t>
            </a:r>
          </a:p>
        </p:txBody>
      </p:sp>
      <p:sp>
        <p:nvSpPr>
          <p:cNvPr id="49" name="">
            <a:extLst xmlns:a="http://schemas.openxmlformats.org/drawingml/2006/main">
              <a:ext uri="{FF2B5EF4-FFF2-40B4-BE49-F238E27FC236}">
                <a16:creationId xmlns:a16="http://schemas.microsoft.com/office/drawing/2014/main" id="{0385D4BF-C1E7-4A76-AD6E-89767A5AB3BB}"/>
              </a:ext>
            </a:extLst>
          </p:cNvPr>
          <p:cNvSpPr>
            <a:spLocks xmlns:a="http://schemas.openxmlformats.org/drawingml/2006/main" noGrp="1"/>
          </p:cNvSpPr>
          <p:nvPr/>
        </p:nvSpPr>
        <p:spPr>
          <a:xfrm xmlns:a="http://schemas.openxmlformats.org/drawingml/2006/main">
            <a:off x="9671479" y="7096125"/>
            <a:ext cx="254868"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5A6A70"/>
                </a:solidFill>
                <a:latin typeface="Arial"/>
                <a:ea typeface="Arial"/>
                <a:cs typeface="Arial"/>
              </a:defRPr>
            </a:defPPr>
            <a:lvl1pPr algn="r">
              <a:defRPr sz="2100" b="0">
                <a:solidFill>
                  <a:srgbClr val="5A6A70"/>
                </a:solidFill>
                <a:latin typeface="Arial"/>
                <a:ea typeface="Arial"/>
                <a:cs typeface="Arial"/>
              </a:defRPr>
            </a:lvl1pPr>
            <a:lvl2pPr algn="r">
              <a:defRPr sz="2100" b="0">
                <a:solidFill>
                  <a:srgbClr val="5A6A70"/>
                </a:solidFill>
                <a:latin typeface="Arial"/>
                <a:ea typeface="Arial"/>
                <a:cs typeface="Arial"/>
              </a:defRPr>
            </a:lvl2pPr>
            <a:lvl3pPr algn="r">
              <a:defRPr sz="2100" b="0">
                <a:solidFill>
                  <a:srgbClr val="5A6A70"/>
                </a:solidFill>
                <a:latin typeface="Arial"/>
                <a:ea typeface="Arial"/>
                <a:cs typeface="Arial"/>
              </a:defRPr>
            </a:lvl3pPr>
            <a:lvl4pPr algn="r">
              <a:defRPr sz="2100" b="0">
                <a:solidFill>
                  <a:srgbClr val="5A6A70"/>
                </a:solidFill>
                <a:latin typeface="Arial"/>
                <a:ea typeface="Arial"/>
                <a:cs typeface="Arial"/>
              </a:defRPr>
            </a:lvl4pPr>
            <a:lvl5pPr algn="r">
              <a:defRPr sz="2100" b="0">
                <a:solidFill>
                  <a:srgbClr val="5A6A70"/>
                </a:solidFill>
                <a:latin typeface="Arial"/>
                <a:ea typeface="Arial"/>
                <a:cs typeface="Arial"/>
              </a:defRPr>
            </a:lvl5pPr>
            <a:lvl6pPr algn="r">
              <a:defRPr sz="2100" b="0">
                <a:solidFill>
                  <a:srgbClr val="5A6A70"/>
                </a:solidFill>
                <a:latin typeface="Arial"/>
                <a:ea typeface="Arial"/>
                <a:cs typeface="Arial"/>
              </a:defRPr>
            </a:lvl6pPr>
            <a:lvl7pPr algn="r">
              <a:defRPr sz="2100" b="0">
                <a:solidFill>
                  <a:srgbClr val="5A6A70"/>
                </a:solidFill>
                <a:latin typeface="Arial"/>
                <a:ea typeface="Arial"/>
                <a:cs typeface="Arial"/>
              </a:defRPr>
            </a:lvl7pPr>
            <a:lvl8pPr algn="r">
              <a:defRPr sz="2100" b="0">
                <a:solidFill>
                  <a:srgbClr val="5A6A70"/>
                </a:solidFill>
                <a:latin typeface="Arial"/>
                <a:ea typeface="Arial"/>
                <a:cs typeface="Arial"/>
              </a:defRPr>
            </a:lvl8pPr>
            <a:lvl9pPr algn="r">
              <a:defRPr sz="2100" b="0">
                <a:solidFill>
                  <a:srgbClr val="5A6A70"/>
                </a:solidFill>
                <a:latin typeface="Arial"/>
                <a:ea typeface="Arial"/>
                <a:cs typeface="Arial"/>
              </a:defRPr>
            </a:lvl9pPr>
          </a:lstStyle>
          <a:p xmlns:a="http://schemas.openxmlformats.org/drawingml/2006/main">
            <a:pPr algn="r">
              <a:defRPr sz="2100" b="0">
                <a:solidFill>
                  <a:srgbClr val="5A6A70"/>
                </a:solidFill>
                <a:latin typeface="Arial"/>
                <a:ea typeface="Arial"/>
                <a:cs typeface="Arial"/>
              </a:defRPr>
            </a:pPr>
            <a:r>
              <a:rPr sz="2100" b="0">
                <a:solidFill>
                  <a:srgbClr val="5A6A70"/>
                </a:solidFill>
                <a:latin typeface="Arial"/>
                <a:ea typeface="Arial"/>
                <a:cs typeface="Arial"/>
              </a:rPr>
              <a:t>من</a:t>
            </a:r>
          </a:p>
        </p:txBody>
      </p:sp>
      <p:sp>
        <p:nvSpPr>
          <p:cNvPr id="50" name="">
            <a:extLst xmlns:a="http://schemas.openxmlformats.org/drawingml/2006/main">
              <a:ext uri="{FF2B5EF4-FFF2-40B4-BE49-F238E27FC236}">
                <a16:creationId xmlns:a16="http://schemas.microsoft.com/office/drawing/2014/main" id="{CE6E57A1-A5AD-496B-80CD-73C8395373B5}"/>
              </a:ext>
            </a:extLst>
          </p:cNvPr>
          <p:cNvSpPr>
            <a:spLocks xmlns:a="http://schemas.openxmlformats.org/drawingml/2006/main" noGrp="1"/>
          </p:cNvSpPr>
          <p:nvPr/>
        </p:nvSpPr>
        <p:spPr>
          <a:xfrm xmlns:a="http://schemas.openxmlformats.org/drawingml/2006/main">
            <a:off x="9057876" y="7096125"/>
            <a:ext cx="540451"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0">
                <a:solidFill>
                  <a:srgbClr val="5A6A70"/>
                </a:solidFill>
                <a:latin typeface="Arial"/>
                <a:ea typeface="Arial"/>
                <a:cs typeface="Arial"/>
              </a:defRPr>
            </a:defPPr>
            <a:lvl1pPr algn="r">
              <a:defRPr sz="2100" b="0">
                <a:solidFill>
                  <a:srgbClr val="5A6A70"/>
                </a:solidFill>
                <a:latin typeface="Arial"/>
                <a:ea typeface="Arial"/>
                <a:cs typeface="Arial"/>
              </a:defRPr>
            </a:lvl1pPr>
            <a:lvl2pPr algn="r">
              <a:defRPr sz="2100" b="0">
                <a:solidFill>
                  <a:srgbClr val="5A6A70"/>
                </a:solidFill>
                <a:latin typeface="Arial"/>
                <a:ea typeface="Arial"/>
                <a:cs typeface="Arial"/>
              </a:defRPr>
            </a:lvl2pPr>
            <a:lvl3pPr algn="r">
              <a:defRPr sz="2100" b="0">
                <a:solidFill>
                  <a:srgbClr val="5A6A70"/>
                </a:solidFill>
                <a:latin typeface="Arial"/>
                <a:ea typeface="Arial"/>
                <a:cs typeface="Arial"/>
              </a:defRPr>
            </a:lvl3pPr>
            <a:lvl4pPr algn="r">
              <a:defRPr sz="2100" b="0">
                <a:solidFill>
                  <a:srgbClr val="5A6A70"/>
                </a:solidFill>
                <a:latin typeface="Arial"/>
                <a:ea typeface="Arial"/>
                <a:cs typeface="Arial"/>
              </a:defRPr>
            </a:lvl4pPr>
            <a:lvl5pPr algn="r">
              <a:defRPr sz="2100" b="0">
                <a:solidFill>
                  <a:srgbClr val="5A6A70"/>
                </a:solidFill>
                <a:latin typeface="Arial"/>
                <a:ea typeface="Arial"/>
                <a:cs typeface="Arial"/>
              </a:defRPr>
            </a:lvl5pPr>
            <a:lvl6pPr algn="r">
              <a:defRPr sz="2100" b="0">
                <a:solidFill>
                  <a:srgbClr val="5A6A70"/>
                </a:solidFill>
                <a:latin typeface="Arial"/>
                <a:ea typeface="Arial"/>
                <a:cs typeface="Arial"/>
              </a:defRPr>
            </a:lvl6pPr>
            <a:lvl7pPr algn="r">
              <a:defRPr sz="2100" b="0">
                <a:solidFill>
                  <a:srgbClr val="5A6A70"/>
                </a:solidFill>
                <a:latin typeface="Arial"/>
                <a:ea typeface="Arial"/>
                <a:cs typeface="Arial"/>
              </a:defRPr>
            </a:lvl7pPr>
            <a:lvl8pPr algn="r">
              <a:defRPr sz="2100" b="0">
                <a:solidFill>
                  <a:srgbClr val="5A6A70"/>
                </a:solidFill>
                <a:latin typeface="Arial"/>
                <a:ea typeface="Arial"/>
                <a:cs typeface="Arial"/>
              </a:defRPr>
            </a:lvl8pPr>
            <a:lvl9pPr algn="r">
              <a:defRPr sz="2100" b="0">
                <a:solidFill>
                  <a:srgbClr val="5A6A70"/>
                </a:solidFill>
                <a:latin typeface="Arial"/>
                <a:ea typeface="Arial"/>
                <a:cs typeface="Arial"/>
              </a:defRPr>
            </a:lvl9pPr>
          </a:lstStyle>
          <a:p xmlns:a="http://schemas.openxmlformats.org/drawingml/2006/main">
            <a:pPr algn="r">
              <a:defRPr sz="2100" b="0">
                <a:solidFill>
                  <a:srgbClr val="5A6A70"/>
                </a:solidFill>
                <a:latin typeface="Arial"/>
                <a:ea typeface="Arial"/>
                <a:cs typeface="Arial"/>
              </a:defRPr>
            </a:pPr>
            <a:r>
              <a:rPr sz="2100" b="0">
                <a:solidFill>
                  <a:srgbClr val="5A6A70"/>
                </a:solidFill>
                <a:latin typeface="Arial"/>
                <a:ea typeface="Arial"/>
                <a:cs typeface="Arial"/>
              </a:rPr>
              <a:t>عوائق</a:t>
            </a:r>
          </a:p>
        </p:txBody>
      </p:sp>
    </p:spTree>
    <p:extLst>
      <p:ext uri="{BB962C8B-B14F-4D97-AF65-F5344CB8AC3E}">
        <p14:creationId xmlns:p14="http://schemas.microsoft.com/office/powerpoint/2010/main" val="1742628340"/>
      </p:ext>
    </p:extLst>
  </p:cSld>
</p:sld>
</file>

<file path=ppt/slides/slide19.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5A7BCE1-4ECF-41D5-B26B-67D21DEC55A5}"/>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19</a:t>
            </a:r>
          </a:p>
        </p:txBody>
      </p:sp>
      <p:sp>
        <p:nvSpPr>
          <p:cNvPr id="3" name="">
            <a:extLst xmlns:a="http://schemas.openxmlformats.org/drawingml/2006/main">
              <a:ext uri="{FF2B5EF4-FFF2-40B4-BE49-F238E27FC236}">
                <a16:creationId xmlns:a16="http://schemas.microsoft.com/office/drawing/2014/main" id="{3C595348-E547-4E38-B240-B14EB694305D}"/>
              </a:ext>
            </a:extLst>
          </p:cNvPr>
          <p:cNvSpPr>
            <a:spLocks xmlns:a="http://schemas.openxmlformats.org/drawingml/2006/main" noGrp="1"/>
          </p:cNvSpPr>
          <p:nvPr/>
        </p:nvSpPr>
        <p:spPr>
          <a:xfrm xmlns:a="http://schemas.openxmlformats.org/drawingml/2006/main">
            <a:off x="13537387" y="1190625"/>
            <a:ext cx="854888"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إثبات</a:t>
            </a:r>
          </a:p>
        </p:txBody>
      </p:sp>
      <p:sp>
        <p:nvSpPr>
          <p:cNvPr id="4" name="">
            <a:extLst xmlns:a="http://schemas.openxmlformats.org/drawingml/2006/main">
              <a:ext uri="{FF2B5EF4-FFF2-40B4-BE49-F238E27FC236}">
                <a16:creationId xmlns:a16="http://schemas.microsoft.com/office/drawing/2014/main" id="{B104F709-3EE3-4B26-8140-2B73FFBDF14D}"/>
              </a:ext>
            </a:extLst>
          </p:cNvPr>
          <p:cNvSpPr>
            <a:spLocks xmlns:a="http://schemas.openxmlformats.org/drawingml/2006/main" noGrp="1"/>
          </p:cNvSpPr>
          <p:nvPr/>
        </p:nvSpPr>
        <p:spPr>
          <a:xfrm xmlns:a="http://schemas.openxmlformats.org/drawingml/2006/main">
            <a:off x="12412528" y="1190625"/>
            <a:ext cx="974936"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القيمة</a:t>
            </a:r>
          </a:p>
        </p:txBody>
      </p:sp>
      <p:sp>
        <p:nvSpPr>
          <p:cNvPr id="5" name="">
            <a:extLst xmlns:a="http://schemas.openxmlformats.org/drawingml/2006/main">
              <a:ext uri="{FF2B5EF4-FFF2-40B4-BE49-F238E27FC236}">
                <a16:creationId xmlns:a16="http://schemas.microsoft.com/office/drawing/2014/main" id="{ABBCB2EF-A6FE-4820-9D3F-9BF9B03AA969}"/>
              </a:ext>
            </a:extLst>
          </p:cNvPr>
          <p:cNvSpPr>
            <a:spLocks xmlns:a="http://schemas.openxmlformats.org/drawingml/2006/main" noGrp="1"/>
          </p:cNvSpPr>
          <p:nvPr/>
        </p:nvSpPr>
        <p:spPr>
          <a:xfrm xmlns:a="http://schemas.openxmlformats.org/drawingml/2006/main">
            <a:off x="11799507" y="1190625"/>
            <a:ext cx="463097"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في</a:t>
            </a:r>
          </a:p>
        </p:txBody>
      </p:sp>
      <p:sp>
        <p:nvSpPr>
          <p:cNvPr id="6" name="">
            <a:extLst xmlns:a="http://schemas.openxmlformats.org/drawingml/2006/main">
              <a:ext uri="{FF2B5EF4-FFF2-40B4-BE49-F238E27FC236}">
                <a16:creationId xmlns:a16="http://schemas.microsoft.com/office/drawing/2014/main" id="{CD03B231-4B4C-4EC7-9A5F-B0220ACE808B}"/>
              </a:ext>
            </a:extLst>
          </p:cNvPr>
          <p:cNvSpPr>
            <a:spLocks xmlns:a="http://schemas.openxmlformats.org/drawingml/2006/main" noGrp="1"/>
          </p:cNvSpPr>
          <p:nvPr/>
        </p:nvSpPr>
        <p:spPr>
          <a:xfrm xmlns:a="http://schemas.openxmlformats.org/drawingml/2006/main">
            <a:off x="10368750" y="1190625"/>
            <a:ext cx="1280834"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المرحلة</a:t>
            </a:r>
          </a:p>
        </p:txBody>
      </p:sp>
      <p:sp>
        <p:nvSpPr>
          <p:cNvPr id="7" name="">
            <a:extLst xmlns:a="http://schemas.openxmlformats.org/drawingml/2006/main">
              <a:ext uri="{FF2B5EF4-FFF2-40B4-BE49-F238E27FC236}">
                <a16:creationId xmlns:a16="http://schemas.microsoft.com/office/drawing/2014/main" id="{14C19A6C-ACCE-4D2A-A395-ABAD956AA9A8}"/>
              </a:ext>
            </a:extLst>
          </p:cNvPr>
          <p:cNvSpPr>
            <a:spLocks xmlns:a="http://schemas.openxmlformats.org/drawingml/2006/main" noGrp="1"/>
          </p:cNvSpPr>
          <p:nvPr/>
        </p:nvSpPr>
        <p:spPr>
          <a:xfrm xmlns:a="http://schemas.openxmlformats.org/drawingml/2006/main">
            <a:off x="9086673" y="1190625"/>
            <a:ext cx="1132154"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القادمة</a:t>
            </a:r>
          </a:p>
        </p:txBody>
      </p:sp>
      <p:sp>
        <p:nvSpPr>
          <p:cNvPr id="8" name="">
            <a:extLst xmlns:a="http://schemas.openxmlformats.org/drawingml/2006/main">
              <a:ext uri="{FF2B5EF4-FFF2-40B4-BE49-F238E27FC236}">
                <a16:creationId xmlns:a16="http://schemas.microsoft.com/office/drawing/2014/main" id="{3761DDF2-A395-4C2B-962C-F725B045C3B2}"/>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19 / 21</a:t>
            </a:r>
          </a:p>
        </p:txBody>
      </p:sp>
      <p:pic>
        <p:nvPicPr>
          <p:cNvPr id="9" name="">
            <a:extLst xmlns:a="http://schemas.openxmlformats.org/drawingml/2006/main">
              <a:ext uri="{FF2B5EF4-FFF2-40B4-BE49-F238E27FC236}">
                <a16:creationId xmlns:a16="http://schemas.microsoft.com/office/drawing/2014/main" id="{45621791-5C8A-429A-8C6C-FF5B07838B29}"/>
              </a:ext>
            </a:extLst>
          </p:cNvPr>
          <p:cNvPicPr>
            <a:picLocks xmlns:a="http://schemas.openxmlformats.org/drawingml/2006/main" noChangeAspect="1"/>
          </p:cNvPicPr>
          <p:nvPr/>
        </p:nvPicPr>
        <p:blipFill>
          <a:blip xmlns:r="http://schemas.openxmlformats.org/officeDocument/2006/relationships" xmlns:a="http://schemas.openxmlformats.org/drawingml/2006/main" r:embed="R23206b97dadd445f"/>
          <a:stretch xmlns:a="http://schemas.openxmlformats.org/drawingml/2006/main"/>
        </p:blipFill>
        <p:spPr>
          <a:xfrm xmlns:a="http://schemas.openxmlformats.org/drawingml/2006/main">
            <a:off x="619125" y="2571750"/>
            <a:ext cx="4572000" cy="4572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116ABF4-B328-4064-A23C-77A9727A8F18}"/>
              </a:ext>
            </a:extLst>
          </p:cNvPr>
          <p:cNvSpPr>
            <a:spLocks xmlns:a="http://schemas.openxmlformats.org/drawingml/2006/main" noGrp="1"/>
          </p:cNvSpPr>
          <p:nvPr/>
        </p:nvSpPr>
        <p:spPr>
          <a:xfrm xmlns:a="http://schemas.openxmlformats.org/drawingml/2006/main">
            <a:off x="4221346" y="7239000"/>
            <a:ext cx="40979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نقارن</a:t>
            </a:r>
          </a:p>
        </p:txBody>
      </p:sp>
      <p:sp>
        <p:nvSpPr>
          <p:cNvPr id="11" name="">
            <a:extLst xmlns:a="http://schemas.openxmlformats.org/drawingml/2006/main">
              <a:ext uri="{FF2B5EF4-FFF2-40B4-BE49-F238E27FC236}">
                <a16:creationId xmlns:a16="http://schemas.microsoft.com/office/drawing/2014/main" id="{21EB5B5B-4E18-4881-BB70-E2B5D0A7D2D6}"/>
              </a:ext>
            </a:extLst>
          </p:cNvPr>
          <p:cNvSpPr>
            <a:spLocks xmlns:a="http://schemas.openxmlformats.org/drawingml/2006/main" noGrp="1"/>
          </p:cNvSpPr>
          <p:nvPr/>
        </p:nvSpPr>
        <p:spPr>
          <a:xfrm xmlns:a="http://schemas.openxmlformats.org/drawingml/2006/main">
            <a:off x="3663254" y="7239000"/>
            <a:ext cx="49675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السماح</a:t>
            </a:r>
          </a:p>
        </p:txBody>
      </p:sp>
      <p:sp>
        <p:nvSpPr>
          <p:cNvPr id="12" name="">
            <a:extLst xmlns:a="http://schemas.openxmlformats.org/drawingml/2006/main">
              <a:ext uri="{FF2B5EF4-FFF2-40B4-BE49-F238E27FC236}">
                <a16:creationId xmlns:a16="http://schemas.microsoft.com/office/drawing/2014/main" id="{52754BB7-3ABA-4837-96A9-C0B0B9BFAB9E}"/>
              </a:ext>
            </a:extLst>
          </p:cNvPr>
          <p:cNvSpPr>
            <a:spLocks xmlns:a="http://schemas.openxmlformats.org/drawingml/2006/main" noGrp="1"/>
          </p:cNvSpPr>
          <p:nvPr/>
        </p:nvSpPr>
        <p:spPr>
          <a:xfrm xmlns:a="http://schemas.openxmlformats.org/drawingml/2006/main">
            <a:off x="3150145" y="7239000"/>
            <a:ext cx="45176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والمنع</a:t>
            </a:r>
          </a:p>
        </p:txBody>
      </p:sp>
      <p:sp>
        <p:nvSpPr>
          <p:cNvPr id="13" name="">
            <a:extLst xmlns:a="http://schemas.openxmlformats.org/drawingml/2006/main">
              <a:ext uri="{FF2B5EF4-FFF2-40B4-BE49-F238E27FC236}">
                <a16:creationId xmlns:a16="http://schemas.microsoft.com/office/drawing/2014/main" id="{CA023461-2548-4798-B530-94A81FFD7BA3}"/>
              </a:ext>
            </a:extLst>
          </p:cNvPr>
          <p:cNvSpPr>
            <a:spLocks xmlns:a="http://schemas.openxmlformats.org/drawingml/2006/main" noGrp="1"/>
          </p:cNvSpPr>
          <p:nvPr/>
        </p:nvSpPr>
        <p:spPr>
          <a:xfrm xmlns:a="http://schemas.openxmlformats.org/drawingml/2006/main">
            <a:off x="2412678" y="7239000"/>
            <a:ext cx="67612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المتوقعين</a:t>
            </a:r>
          </a:p>
        </p:txBody>
      </p:sp>
      <p:sp>
        <p:nvSpPr>
          <p:cNvPr id="14" name="">
            <a:extLst xmlns:a="http://schemas.openxmlformats.org/drawingml/2006/main">
              <a:ext uri="{FF2B5EF4-FFF2-40B4-BE49-F238E27FC236}">
                <a16:creationId xmlns:a16="http://schemas.microsoft.com/office/drawing/2014/main" id="{F5B84B3E-D431-473A-90B5-7E806444880A}"/>
              </a:ext>
            </a:extLst>
          </p:cNvPr>
          <p:cNvSpPr>
            <a:spLocks xmlns:a="http://schemas.openxmlformats.org/drawingml/2006/main" noGrp="1"/>
          </p:cNvSpPr>
          <p:nvPr/>
        </p:nvSpPr>
        <p:spPr>
          <a:xfrm xmlns:a="http://schemas.openxmlformats.org/drawingml/2006/main">
            <a:off x="1781362" y="7239000"/>
            <a:ext cx="56997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بالسلوك</a:t>
            </a:r>
          </a:p>
        </p:txBody>
      </p:sp>
      <p:sp>
        <p:nvSpPr>
          <p:cNvPr id="15" name="">
            <a:extLst xmlns:a="http://schemas.openxmlformats.org/drawingml/2006/main">
              <a:ext uri="{FF2B5EF4-FFF2-40B4-BE49-F238E27FC236}">
                <a16:creationId xmlns:a16="http://schemas.microsoft.com/office/drawing/2014/main" id="{2FF1612E-0E2E-402A-B5E1-B1515527C7F9}"/>
              </a:ext>
            </a:extLst>
          </p:cNvPr>
          <p:cNvSpPr>
            <a:spLocks xmlns:a="http://schemas.openxmlformats.org/drawingml/2006/main" noGrp="1"/>
          </p:cNvSpPr>
          <p:nvPr/>
        </p:nvSpPr>
        <p:spPr>
          <a:xfrm xmlns:a="http://schemas.openxmlformats.org/drawingml/2006/main">
            <a:off x="1283881" y="7239000"/>
            <a:ext cx="436141"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67D8D"/>
                </a:solidFill>
                <a:latin typeface="Arial"/>
                <a:ea typeface="Arial"/>
                <a:cs typeface="Arial"/>
              </a:defRPr>
            </a:defPPr>
            <a:lvl1pPr algn="r">
              <a:defRPr sz="1800" b="0">
                <a:solidFill>
                  <a:srgbClr val="167D8D"/>
                </a:solidFill>
                <a:latin typeface="Arial"/>
                <a:ea typeface="Arial"/>
                <a:cs typeface="Arial"/>
              </a:defRPr>
            </a:lvl1pPr>
            <a:lvl2pPr algn="r">
              <a:defRPr sz="1800" b="0">
                <a:solidFill>
                  <a:srgbClr val="167D8D"/>
                </a:solidFill>
                <a:latin typeface="Arial"/>
                <a:ea typeface="Arial"/>
                <a:cs typeface="Arial"/>
              </a:defRPr>
            </a:lvl2pPr>
            <a:lvl3pPr algn="r">
              <a:defRPr sz="1800" b="0">
                <a:solidFill>
                  <a:srgbClr val="167D8D"/>
                </a:solidFill>
                <a:latin typeface="Arial"/>
                <a:ea typeface="Arial"/>
                <a:cs typeface="Arial"/>
              </a:defRPr>
            </a:lvl3pPr>
            <a:lvl4pPr algn="r">
              <a:defRPr sz="1800" b="0">
                <a:solidFill>
                  <a:srgbClr val="167D8D"/>
                </a:solidFill>
                <a:latin typeface="Arial"/>
                <a:ea typeface="Arial"/>
                <a:cs typeface="Arial"/>
              </a:defRPr>
            </a:lvl4pPr>
            <a:lvl5pPr algn="r">
              <a:defRPr sz="1800" b="0">
                <a:solidFill>
                  <a:srgbClr val="167D8D"/>
                </a:solidFill>
                <a:latin typeface="Arial"/>
                <a:ea typeface="Arial"/>
                <a:cs typeface="Arial"/>
              </a:defRPr>
            </a:lvl5pPr>
            <a:lvl6pPr algn="r">
              <a:defRPr sz="1800" b="0">
                <a:solidFill>
                  <a:srgbClr val="167D8D"/>
                </a:solidFill>
                <a:latin typeface="Arial"/>
                <a:ea typeface="Arial"/>
                <a:cs typeface="Arial"/>
              </a:defRPr>
            </a:lvl6pPr>
            <a:lvl7pPr algn="r">
              <a:defRPr sz="1800" b="0">
                <a:solidFill>
                  <a:srgbClr val="167D8D"/>
                </a:solidFill>
                <a:latin typeface="Arial"/>
                <a:ea typeface="Arial"/>
                <a:cs typeface="Arial"/>
              </a:defRPr>
            </a:lvl7pPr>
            <a:lvl8pPr algn="r">
              <a:defRPr sz="1800" b="0">
                <a:solidFill>
                  <a:srgbClr val="167D8D"/>
                </a:solidFill>
                <a:latin typeface="Arial"/>
                <a:ea typeface="Arial"/>
                <a:cs typeface="Arial"/>
              </a:defRPr>
            </a:lvl8pPr>
            <a:lvl9pPr algn="r">
              <a:defRPr sz="1800" b="0">
                <a:solidFill>
                  <a:srgbClr val="167D8D"/>
                </a:solidFill>
                <a:latin typeface="Arial"/>
                <a:ea typeface="Arial"/>
                <a:cs typeface="Arial"/>
              </a:defRPr>
            </a:lvl9pPr>
          </a:lstStyle>
          <a:p xmlns:a="http://schemas.openxmlformats.org/drawingml/2006/main">
            <a:pPr algn="r">
              <a:defRPr sz="1800" b="0">
                <a:solidFill>
                  <a:srgbClr val="167D8D"/>
                </a:solidFill>
                <a:latin typeface="Arial"/>
                <a:ea typeface="Arial"/>
                <a:cs typeface="Arial"/>
              </a:defRPr>
            </a:pPr>
            <a:r>
              <a:rPr sz="1800" b="0">
                <a:solidFill>
                  <a:srgbClr val="167D8D"/>
                </a:solidFill>
                <a:latin typeface="Arial"/>
                <a:ea typeface="Arial"/>
                <a:cs typeface="Arial"/>
              </a:rPr>
              <a:t>الفعلي</a:t>
            </a:r>
          </a:p>
        </p:txBody>
      </p:sp>
      <p:sp>
        <p:nvSpPr>
          <p:cNvPr id="16" name="">
            <a:extLst xmlns:a="http://schemas.openxmlformats.org/drawingml/2006/main">
              <a:ext uri="{FF2B5EF4-FFF2-40B4-BE49-F238E27FC236}">
                <a16:creationId xmlns:a16="http://schemas.microsoft.com/office/drawing/2014/main" id="{296746B8-B6C1-45A8-B897-0872B9360D95}"/>
              </a:ext>
            </a:extLst>
          </p:cNvPr>
          <p:cNvSpPr>
            <a:spLocks xmlns:a="http://schemas.openxmlformats.org/drawingml/2006/main" noGrp="1"/>
          </p:cNvSpPr>
          <p:nvPr/>
        </p:nvSpPr>
        <p:spPr>
          <a:xfrm xmlns:a="http://schemas.openxmlformats.org/drawingml/2006/main">
            <a:off x="13839341" y="590550"/>
            <a:ext cx="552934"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التصميم</a:t>
            </a:r>
          </a:p>
        </p:txBody>
      </p:sp>
      <p:sp>
        <p:nvSpPr>
          <p:cNvPr id="17" name="">
            <a:extLst xmlns:a="http://schemas.openxmlformats.org/drawingml/2006/main">
              <a:ext uri="{FF2B5EF4-FFF2-40B4-BE49-F238E27FC236}">
                <a16:creationId xmlns:a16="http://schemas.microsoft.com/office/drawing/2014/main" id="{0BD66A87-9C4A-4A76-A602-7C525DA882BF}"/>
              </a:ext>
            </a:extLst>
          </p:cNvPr>
          <p:cNvSpPr>
            <a:spLocks xmlns:a="http://schemas.openxmlformats.org/drawingml/2006/main" noGrp="1"/>
          </p:cNvSpPr>
          <p:nvPr/>
        </p:nvSpPr>
        <p:spPr>
          <a:xfrm xmlns:a="http://schemas.openxmlformats.org/drawingml/2006/main">
            <a:off x="13294127" y="590550"/>
            <a:ext cx="486826"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والتنفيذ</a:t>
            </a:r>
          </a:p>
        </p:txBody>
      </p:sp>
      <p:sp>
        <p:nvSpPr>
          <p:cNvPr id="18" name="">
            <a:extLst xmlns:a="http://schemas.openxmlformats.org/drawingml/2006/main">
              <a:ext uri="{FF2B5EF4-FFF2-40B4-BE49-F238E27FC236}">
                <a16:creationId xmlns:a16="http://schemas.microsoft.com/office/drawing/2014/main" id="{C2EBB4CC-AB3E-4AE1-A8F9-9D687B0DB0AC}"/>
              </a:ext>
            </a:extLst>
          </p:cNvPr>
          <p:cNvSpPr>
            <a:spLocks xmlns:a="http://schemas.openxmlformats.org/drawingml/2006/main" noGrp="1"/>
          </p:cNvSpPr>
          <p:nvPr/>
        </p:nvSpPr>
        <p:spPr>
          <a:xfrm xmlns:a="http://schemas.openxmlformats.org/drawingml/2006/main">
            <a:off x="13776555" y="2428875"/>
            <a:ext cx="615720"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نفصل</a:t>
            </a:r>
          </a:p>
        </p:txBody>
      </p:sp>
      <p:sp>
        <p:nvSpPr>
          <p:cNvPr id="19" name="">
            <a:extLst xmlns:a="http://schemas.openxmlformats.org/drawingml/2006/main">
              <a:ext uri="{FF2B5EF4-FFF2-40B4-BE49-F238E27FC236}">
                <a16:creationId xmlns:a16="http://schemas.microsoft.com/office/drawing/2014/main" id="{486B258B-F839-4EB8-BB89-D29BACE72944}"/>
              </a:ext>
            </a:extLst>
          </p:cNvPr>
          <p:cNvSpPr>
            <a:spLocks xmlns:a="http://schemas.openxmlformats.org/drawingml/2006/main" noGrp="1"/>
          </p:cNvSpPr>
          <p:nvPr/>
        </p:nvSpPr>
        <p:spPr>
          <a:xfrm xmlns:a="http://schemas.openxmlformats.org/drawingml/2006/main">
            <a:off x="13103150" y="2428875"/>
            <a:ext cx="579583"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صحة</a:t>
            </a:r>
          </a:p>
        </p:txBody>
      </p:sp>
      <p:sp>
        <p:nvSpPr>
          <p:cNvPr id="20" name="">
            <a:extLst xmlns:a="http://schemas.openxmlformats.org/drawingml/2006/main">
              <a:ext uri="{FF2B5EF4-FFF2-40B4-BE49-F238E27FC236}">
                <a16:creationId xmlns:a16="http://schemas.microsoft.com/office/drawing/2014/main" id="{765BB449-AB60-4701-B667-B836204253E0}"/>
              </a:ext>
            </a:extLst>
          </p:cNvPr>
          <p:cNvSpPr>
            <a:spLocks xmlns:a="http://schemas.openxmlformats.org/drawingml/2006/main" noGrp="1"/>
          </p:cNvSpPr>
          <p:nvPr/>
        </p:nvSpPr>
        <p:spPr>
          <a:xfrm xmlns:a="http://schemas.openxmlformats.org/drawingml/2006/main">
            <a:off x="12163436" y="2428875"/>
            <a:ext cx="845893"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النموذج</a:t>
            </a:r>
          </a:p>
        </p:txBody>
      </p:sp>
      <p:sp>
        <p:nvSpPr>
          <p:cNvPr id="21" name="">
            <a:extLst xmlns:a="http://schemas.openxmlformats.org/drawingml/2006/main">
              <a:ext uri="{FF2B5EF4-FFF2-40B4-BE49-F238E27FC236}">
                <a16:creationId xmlns:a16="http://schemas.microsoft.com/office/drawing/2014/main" id="{7A2BF341-8775-4DA8-8059-0075C783A159}"/>
              </a:ext>
            </a:extLst>
          </p:cNvPr>
          <p:cNvSpPr>
            <a:spLocks xmlns:a="http://schemas.openxmlformats.org/drawingml/2006/main" noGrp="1"/>
          </p:cNvSpPr>
          <p:nvPr/>
        </p:nvSpPr>
        <p:spPr>
          <a:xfrm xmlns:a="http://schemas.openxmlformats.org/drawingml/2006/main">
            <a:off x="11699368" y="2428875"/>
            <a:ext cx="370247"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عن</a:t>
            </a:r>
          </a:p>
        </p:txBody>
      </p:sp>
      <p:sp>
        <p:nvSpPr>
          <p:cNvPr id="22" name="">
            <a:extLst xmlns:a="http://schemas.openxmlformats.org/drawingml/2006/main">
              <a:ext uri="{FF2B5EF4-FFF2-40B4-BE49-F238E27FC236}">
                <a16:creationId xmlns:a16="http://schemas.microsoft.com/office/drawing/2014/main" id="{795E6C64-AF70-45A0-913B-3D6101575F38}"/>
              </a:ext>
            </a:extLst>
          </p:cNvPr>
          <p:cNvSpPr>
            <a:spLocks xmlns:a="http://schemas.openxmlformats.org/drawingml/2006/main" noGrp="1"/>
          </p:cNvSpPr>
          <p:nvPr/>
        </p:nvSpPr>
        <p:spPr>
          <a:xfrm xmlns:a="http://schemas.openxmlformats.org/drawingml/2006/main">
            <a:off x="10984292" y="2428875"/>
            <a:ext cx="62125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سلوك</a:t>
            </a:r>
          </a:p>
        </p:txBody>
      </p:sp>
      <p:sp>
        <p:nvSpPr>
          <p:cNvPr id="23" name="">
            <a:extLst xmlns:a="http://schemas.openxmlformats.org/drawingml/2006/main">
              <a:ext uri="{FF2B5EF4-FFF2-40B4-BE49-F238E27FC236}">
                <a16:creationId xmlns:a16="http://schemas.microsoft.com/office/drawing/2014/main" id="{26354422-CB47-4F42-B969-EF8CB460AC65}"/>
              </a:ext>
            </a:extLst>
          </p:cNvPr>
          <p:cNvSpPr>
            <a:spLocks xmlns:a="http://schemas.openxmlformats.org/drawingml/2006/main" noGrp="1"/>
          </p:cNvSpPr>
          <p:nvPr/>
        </p:nvSpPr>
        <p:spPr>
          <a:xfrm xmlns:a="http://schemas.openxmlformats.org/drawingml/2006/main">
            <a:off x="9769966" y="2428875"/>
            <a:ext cx="112050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167D8D"/>
                </a:solidFill>
                <a:latin typeface="Arial"/>
                <a:ea typeface="Arial"/>
                <a:cs typeface="Arial"/>
              </a:defRPr>
            </a:defPPr>
            <a:lvl1pPr algn="l">
              <a:defRPr sz="2625" b="1">
                <a:solidFill>
                  <a:srgbClr val="167D8D"/>
                </a:solidFill>
                <a:latin typeface="Arial"/>
                <a:ea typeface="Arial"/>
                <a:cs typeface="Arial"/>
              </a:defRPr>
            </a:lvl1pPr>
            <a:lvl2pPr algn="l">
              <a:defRPr sz="2625" b="1">
                <a:solidFill>
                  <a:srgbClr val="167D8D"/>
                </a:solidFill>
                <a:latin typeface="Arial"/>
                <a:ea typeface="Arial"/>
                <a:cs typeface="Arial"/>
              </a:defRPr>
            </a:lvl2pPr>
            <a:lvl3pPr algn="l">
              <a:defRPr sz="2625" b="1">
                <a:solidFill>
                  <a:srgbClr val="167D8D"/>
                </a:solidFill>
                <a:latin typeface="Arial"/>
                <a:ea typeface="Arial"/>
                <a:cs typeface="Arial"/>
              </a:defRPr>
            </a:lvl3pPr>
            <a:lvl4pPr algn="l">
              <a:defRPr sz="2625" b="1">
                <a:solidFill>
                  <a:srgbClr val="167D8D"/>
                </a:solidFill>
                <a:latin typeface="Arial"/>
                <a:ea typeface="Arial"/>
                <a:cs typeface="Arial"/>
              </a:defRPr>
            </a:lvl4pPr>
            <a:lvl5pPr algn="l">
              <a:defRPr sz="2625" b="1">
                <a:solidFill>
                  <a:srgbClr val="167D8D"/>
                </a:solidFill>
                <a:latin typeface="Arial"/>
                <a:ea typeface="Arial"/>
                <a:cs typeface="Arial"/>
              </a:defRPr>
            </a:lvl5pPr>
            <a:lvl6pPr algn="l">
              <a:defRPr sz="2625" b="1">
                <a:solidFill>
                  <a:srgbClr val="167D8D"/>
                </a:solidFill>
                <a:latin typeface="Arial"/>
                <a:ea typeface="Arial"/>
                <a:cs typeface="Arial"/>
              </a:defRPr>
            </a:lvl6pPr>
            <a:lvl7pPr algn="l">
              <a:defRPr sz="2625" b="1">
                <a:solidFill>
                  <a:srgbClr val="167D8D"/>
                </a:solidFill>
                <a:latin typeface="Arial"/>
                <a:ea typeface="Arial"/>
                <a:cs typeface="Arial"/>
              </a:defRPr>
            </a:lvl7pPr>
            <a:lvl8pPr algn="l">
              <a:defRPr sz="2625" b="1">
                <a:solidFill>
                  <a:srgbClr val="167D8D"/>
                </a:solidFill>
                <a:latin typeface="Arial"/>
                <a:ea typeface="Arial"/>
                <a:cs typeface="Arial"/>
              </a:defRPr>
            </a:lvl8pPr>
            <a:lvl9pPr algn="l">
              <a:defRPr sz="2625" b="1">
                <a:solidFill>
                  <a:srgbClr val="167D8D"/>
                </a:solidFill>
                <a:latin typeface="Arial"/>
                <a:ea typeface="Arial"/>
                <a:cs typeface="Arial"/>
              </a:defRPr>
            </a:lvl9pPr>
          </a:lstStyle>
          <a:p xmlns:a="http://schemas.openxmlformats.org/drawingml/2006/main">
            <a:pPr algn="l">
              <a:defRPr sz="2625" b="1">
                <a:solidFill>
                  <a:srgbClr val="167D8D"/>
                </a:solidFill>
                <a:latin typeface="Arial"/>
                <a:ea typeface="Arial"/>
                <a:cs typeface="Arial"/>
              </a:defRPr>
            </a:pPr>
            <a:r>
              <a:rPr sz="2625" b="1">
                <a:solidFill>
                  <a:srgbClr val="167D8D"/>
                </a:solidFill>
                <a:latin typeface="Arial"/>
                <a:ea typeface="Arial"/>
                <a:cs typeface="Arial"/>
              </a:rPr>
              <a:t>GitHub</a:t>
            </a:r>
          </a:p>
        </p:txBody>
      </p:sp>
      <p:sp>
        <p:nvSpPr>
          <p:cNvPr id="24" name="">
            <a:extLst xmlns:a="http://schemas.openxmlformats.org/drawingml/2006/main">
              <a:ext uri="{FF2B5EF4-FFF2-40B4-BE49-F238E27FC236}">
                <a16:creationId xmlns:a16="http://schemas.microsoft.com/office/drawing/2014/main" id="{0CCE3D38-998E-4491-B06A-DDCB3386F10E}"/>
              </a:ext>
            </a:extLst>
          </p:cNvPr>
          <p:cNvSpPr>
            <a:spLocks xmlns:a="http://schemas.openxmlformats.org/drawingml/2006/main" noGrp="1"/>
          </p:cNvSpPr>
          <p:nvPr/>
        </p:nvSpPr>
        <p:spPr>
          <a:xfrm xmlns:a="http://schemas.openxmlformats.org/drawingml/2006/main">
            <a:off x="9155489" y="2428875"/>
            <a:ext cx="520657"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وعن</a:t>
            </a:r>
          </a:p>
        </p:txBody>
      </p:sp>
      <p:sp>
        <p:nvSpPr>
          <p:cNvPr id="25" name="">
            <a:extLst xmlns:a="http://schemas.openxmlformats.org/drawingml/2006/main">
              <a:ext uri="{FF2B5EF4-FFF2-40B4-BE49-F238E27FC236}">
                <a16:creationId xmlns:a16="http://schemas.microsoft.com/office/drawing/2014/main" id="{D3E8599F-0358-450B-B45A-854BC21D81FF}"/>
              </a:ext>
            </a:extLst>
          </p:cNvPr>
          <p:cNvSpPr>
            <a:spLocks xmlns:a="http://schemas.openxmlformats.org/drawingml/2006/main" noGrp="1"/>
          </p:cNvSpPr>
          <p:nvPr/>
        </p:nvSpPr>
        <p:spPr>
          <a:xfrm xmlns:a="http://schemas.openxmlformats.org/drawingml/2006/main">
            <a:off x="8553382" y="2428875"/>
            <a:ext cx="508285"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فائدة</a:t>
            </a:r>
          </a:p>
        </p:txBody>
      </p:sp>
      <p:sp>
        <p:nvSpPr>
          <p:cNvPr id="26" name="">
            <a:extLst xmlns:a="http://schemas.openxmlformats.org/drawingml/2006/main">
              <a:ext uri="{FF2B5EF4-FFF2-40B4-BE49-F238E27FC236}">
                <a16:creationId xmlns:a16="http://schemas.microsoft.com/office/drawing/2014/main" id="{DE2F87D5-3A71-4D30-A0E7-627BBB1D532D}"/>
              </a:ext>
            </a:extLst>
          </p:cNvPr>
          <p:cNvSpPr>
            <a:spLocks xmlns:a="http://schemas.openxmlformats.org/drawingml/2006/main" noGrp="1"/>
          </p:cNvSpPr>
          <p:nvPr/>
        </p:nvSpPr>
        <p:spPr>
          <a:xfrm xmlns:a="http://schemas.openxmlformats.org/drawingml/2006/main">
            <a:off x="7459027" y="2428875"/>
            <a:ext cx="1000534" cy="5167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625" b="1">
                <a:solidFill>
                  <a:srgbClr val="167D8D"/>
                </a:solidFill>
                <a:latin typeface="Arial"/>
                <a:ea typeface="Arial"/>
                <a:cs typeface="Arial"/>
              </a:defRPr>
            </a:defPPr>
            <a:lvl1pPr algn="r">
              <a:defRPr sz="2625" b="1">
                <a:solidFill>
                  <a:srgbClr val="167D8D"/>
                </a:solidFill>
                <a:latin typeface="Arial"/>
                <a:ea typeface="Arial"/>
                <a:cs typeface="Arial"/>
              </a:defRPr>
            </a:lvl1pPr>
            <a:lvl2pPr algn="r">
              <a:defRPr sz="2625" b="1">
                <a:solidFill>
                  <a:srgbClr val="167D8D"/>
                </a:solidFill>
                <a:latin typeface="Arial"/>
                <a:ea typeface="Arial"/>
                <a:cs typeface="Arial"/>
              </a:defRPr>
            </a:lvl2pPr>
            <a:lvl3pPr algn="r">
              <a:defRPr sz="2625" b="1">
                <a:solidFill>
                  <a:srgbClr val="167D8D"/>
                </a:solidFill>
                <a:latin typeface="Arial"/>
                <a:ea typeface="Arial"/>
                <a:cs typeface="Arial"/>
              </a:defRPr>
            </a:lvl3pPr>
            <a:lvl4pPr algn="r">
              <a:defRPr sz="2625" b="1">
                <a:solidFill>
                  <a:srgbClr val="167D8D"/>
                </a:solidFill>
                <a:latin typeface="Arial"/>
                <a:ea typeface="Arial"/>
                <a:cs typeface="Arial"/>
              </a:defRPr>
            </a:lvl4pPr>
            <a:lvl5pPr algn="r">
              <a:defRPr sz="2625" b="1">
                <a:solidFill>
                  <a:srgbClr val="167D8D"/>
                </a:solidFill>
                <a:latin typeface="Arial"/>
                <a:ea typeface="Arial"/>
                <a:cs typeface="Arial"/>
              </a:defRPr>
            </a:lvl5pPr>
            <a:lvl6pPr algn="r">
              <a:defRPr sz="2625" b="1">
                <a:solidFill>
                  <a:srgbClr val="167D8D"/>
                </a:solidFill>
                <a:latin typeface="Arial"/>
                <a:ea typeface="Arial"/>
                <a:cs typeface="Arial"/>
              </a:defRPr>
            </a:lvl6pPr>
            <a:lvl7pPr algn="r">
              <a:defRPr sz="2625" b="1">
                <a:solidFill>
                  <a:srgbClr val="167D8D"/>
                </a:solidFill>
                <a:latin typeface="Arial"/>
                <a:ea typeface="Arial"/>
                <a:cs typeface="Arial"/>
              </a:defRPr>
            </a:lvl7pPr>
            <a:lvl8pPr algn="r">
              <a:defRPr sz="2625" b="1">
                <a:solidFill>
                  <a:srgbClr val="167D8D"/>
                </a:solidFill>
                <a:latin typeface="Arial"/>
                <a:ea typeface="Arial"/>
                <a:cs typeface="Arial"/>
              </a:defRPr>
            </a:lvl8pPr>
            <a:lvl9pPr algn="r">
              <a:defRPr sz="2625" b="1">
                <a:solidFill>
                  <a:srgbClr val="167D8D"/>
                </a:solidFill>
                <a:latin typeface="Arial"/>
                <a:ea typeface="Arial"/>
                <a:cs typeface="Arial"/>
              </a:defRPr>
            </a:lvl9pPr>
          </a:lstStyle>
          <a:p xmlns:a="http://schemas.openxmlformats.org/drawingml/2006/main">
            <a:pPr algn="r">
              <a:defRPr sz="2625" b="1">
                <a:solidFill>
                  <a:srgbClr val="167D8D"/>
                </a:solidFill>
                <a:latin typeface="Arial"/>
                <a:ea typeface="Arial"/>
                <a:cs typeface="Arial"/>
              </a:defRPr>
            </a:pPr>
            <a:r>
              <a:rPr sz="2625" b="1">
                <a:solidFill>
                  <a:srgbClr val="167D8D"/>
                </a:solidFill>
                <a:latin typeface="Arial"/>
                <a:ea typeface="Arial"/>
                <a:cs typeface="Arial"/>
              </a:rPr>
              <a:t>المستخدم</a:t>
            </a:r>
          </a:p>
        </p:txBody>
      </p:sp>
      <p:sp>
        <p:nvSpPr>
          <p:cNvPr id="27" name="">
            <a:extLst xmlns:a="http://schemas.openxmlformats.org/drawingml/2006/main">
              <a:ext uri="{FF2B5EF4-FFF2-40B4-BE49-F238E27FC236}">
                <a16:creationId xmlns:a16="http://schemas.microsoft.com/office/drawing/2014/main" id="{8B09B8D1-FE50-4D2A-894A-35C9FEFABC8A}"/>
              </a:ext>
            </a:extLst>
          </p:cNvPr>
          <p:cNvSpPr>
            <a:spLocks xmlns:a="http://schemas.openxmlformats.org/drawingml/2006/main" noGrp="1"/>
          </p:cNvSpPr>
          <p:nvPr/>
        </p:nvSpPr>
        <p:spPr>
          <a:xfrm xmlns:a="http://schemas.openxmlformats.org/drawingml/2006/main">
            <a:off x="13786414" y="4048125"/>
            <a:ext cx="60586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مطابقة</a:t>
            </a:r>
          </a:p>
        </p:txBody>
      </p:sp>
      <p:sp>
        <p:nvSpPr>
          <p:cNvPr id="28" name="">
            <a:extLst xmlns:a="http://schemas.openxmlformats.org/drawingml/2006/main">
              <a:ext uri="{FF2B5EF4-FFF2-40B4-BE49-F238E27FC236}">
                <a16:creationId xmlns:a16="http://schemas.microsoft.com/office/drawing/2014/main" id="{792A0034-7B0D-4876-8A4A-430958AD7358}"/>
              </a:ext>
            </a:extLst>
          </p:cNvPr>
          <p:cNvSpPr>
            <a:spLocks xmlns:a="http://schemas.openxmlformats.org/drawingml/2006/main" noGrp="1"/>
          </p:cNvSpPr>
          <p:nvPr/>
        </p:nvSpPr>
        <p:spPr>
          <a:xfrm xmlns:a="http://schemas.openxmlformats.org/drawingml/2006/main">
            <a:off x="13088799" y="4048125"/>
            <a:ext cx="61855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السماح</a:t>
            </a:r>
          </a:p>
        </p:txBody>
      </p:sp>
      <p:sp>
        <p:nvSpPr>
          <p:cNvPr id="29" name="">
            <a:extLst xmlns:a="http://schemas.openxmlformats.org/drawingml/2006/main">
              <a:ext uri="{FF2B5EF4-FFF2-40B4-BE49-F238E27FC236}">
                <a16:creationId xmlns:a16="http://schemas.microsoft.com/office/drawing/2014/main" id="{38F8FF30-F6AD-4F25-B922-A3D98871FFD1}"/>
              </a:ext>
            </a:extLst>
          </p:cNvPr>
          <p:cNvSpPr>
            <a:spLocks xmlns:a="http://schemas.openxmlformats.org/drawingml/2006/main" noGrp="1"/>
          </p:cNvSpPr>
          <p:nvPr/>
        </p:nvSpPr>
        <p:spPr>
          <a:xfrm xmlns:a="http://schemas.openxmlformats.org/drawingml/2006/main">
            <a:off x="12447413" y="4048125"/>
            <a:ext cx="56232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والمنع</a:t>
            </a:r>
          </a:p>
        </p:txBody>
      </p:sp>
      <p:sp>
        <p:nvSpPr>
          <p:cNvPr id="30" name="">
            <a:extLst xmlns:a="http://schemas.openxmlformats.org/drawingml/2006/main">
              <a:ext uri="{FF2B5EF4-FFF2-40B4-BE49-F238E27FC236}">
                <a16:creationId xmlns:a16="http://schemas.microsoft.com/office/drawing/2014/main" id="{4C6C64B9-2CE6-4C04-9841-0688E1BCE79D}"/>
              </a:ext>
            </a:extLst>
          </p:cNvPr>
          <p:cNvSpPr>
            <a:spLocks xmlns:a="http://schemas.openxmlformats.org/drawingml/2006/main" noGrp="1"/>
          </p:cNvSpPr>
          <p:nvPr/>
        </p:nvSpPr>
        <p:spPr>
          <a:xfrm xmlns:a="http://schemas.openxmlformats.org/drawingml/2006/main">
            <a:off x="12114241" y="4048125"/>
            <a:ext cx="25411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في</a:t>
            </a:r>
          </a:p>
        </p:txBody>
      </p:sp>
      <p:sp>
        <p:nvSpPr>
          <p:cNvPr id="31" name="">
            <a:extLst xmlns:a="http://schemas.openxmlformats.org/drawingml/2006/main">
              <a:ext uri="{FF2B5EF4-FFF2-40B4-BE49-F238E27FC236}">
                <a16:creationId xmlns:a16="http://schemas.microsoft.com/office/drawing/2014/main" id="{553C5D5D-0C6E-4088-981E-E5BA5441702D}"/>
              </a:ext>
            </a:extLst>
          </p:cNvPr>
          <p:cNvSpPr>
            <a:spLocks xmlns:a="http://schemas.openxmlformats.org/drawingml/2006/main" noGrp="1"/>
          </p:cNvSpPr>
          <p:nvPr/>
        </p:nvSpPr>
        <p:spPr>
          <a:xfrm xmlns:a="http://schemas.openxmlformats.org/drawingml/2006/main">
            <a:off x="11482482" y="4048125"/>
            <a:ext cx="55270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مختبر</a:t>
            </a:r>
          </a:p>
        </p:txBody>
      </p:sp>
      <p:sp>
        <p:nvSpPr>
          <p:cNvPr id="32" name="">
            <a:extLst xmlns:a="http://schemas.openxmlformats.org/drawingml/2006/main">
              <a:ext uri="{FF2B5EF4-FFF2-40B4-BE49-F238E27FC236}">
                <a16:creationId xmlns:a16="http://schemas.microsoft.com/office/drawing/2014/main" id="{6EFFC9EF-A06A-4B48-B12B-6387A85DC91D}"/>
              </a:ext>
            </a:extLst>
          </p:cNvPr>
          <p:cNvSpPr>
            <a:spLocks xmlns:a="http://schemas.openxmlformats.org/drawingml/2006/main" noGrp="1"/>
          </p:cNvSpPr>
          <p:nvPr/>
        </p:nvSpPr>
        <p:spPr>
          <a:xfrm xmlns:a="http://schemas.openxmlformats.org/drawingml/2006/main">
            <a:off x="10504559" y="4048125"/>
            <a:ext cx="89886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142B36"/>
                </a:solidFill>
                <a:latin typeface="Arial"/>
                <a:ea typeface="Arial"/>
                <a:cs typeface="Arial"/>
              </a:defRPr>
            </a:defPPr>
            <a:lvl1pPr algn="l">
              <a:defRPr sz="2250" b="0">
                <a:solidFill>
                  <a:srgbClr val="142B36"/>
                </a:solidFill>
                <a:latin typeface="Arial"/>
                <a:ea typeface="Arial"/>
                <a:cs typeface="Arial"/>
              </a:defRPr>
            </a:lvl1pPr>
            <a:lvl2pPr algn="l">
              <a:defRPr sz="2250" b="0">
                <a:solidFill>
                  <a:srgbClr val="142B36"/>
                </a:solidFill>
                <a:latin typeface="Arial"/>
                <a:ea typeface="Arial"/>
                <a:cs typeface="Arial"/>
              </a:defRPr>
            </a:lvl2pPr>
            <a:lvl3pPr algn="l">
              <a:defRPr sz="2250" b="0">
                <a:solidFill>
                  <a:srgbClr val="142B36"/>
                </a:solidFill>
                <a:latin typeface="Arial"/>
                <a:ea typeface="Arial"/>
                <a:cs typeface="Arial"/>
              </a:defRPr>
            </a:lvl3pPr>
            <a:lvl4pPr algn="l">
              <a:defRPr sz="2250" b="0">
                <a:solidFill>
                  <a:srgbClr val="142B36"/>
                </a:solidFill>
                <a:latin typeface="Arial"/>
                <a:ea typeface="Arial"/>
                <a:cs typeface="Arial"/>
              </a:defRPr>
            </a:lvl4pPr>
            <a:lvl5pPr algn="l">
              <a:defRPr sz="2250" b="0">
                <a:solidFill>
                  <a:srgbClr val="142B36"/>
                </a:solidFill>
                <a:latin typeface="Arial"/>
                <a:ea typeface="Arial"/>
                <a:cs typeface="Arial"/>
              </a:defRPr>
            </a:lvl5pPr>
            <a:lvl6pPr algn="l">
              <a:defRPr sz="2250" b="0">
                <a:solidFill>
                  <a:srgbClr val="142B36"/>
                </a:solidFill>
                <a:latin typeface="Arial"/>
                <a:ea typeface="Arial"/>
                <a:cs typeface="Arial"/>
              </a:defRPr>
            </a:lvl6pPr>
            <a:lvl7pPr algn="l">
              <a:defRPr sz="2250" b="0">
                <a:solidFill>
                  <a:srgbClr val="142B36"/>
                </a:solidFill>
                <a:latin typeface="Arial"/>
                <a:ea typeface="Arial"/>
                <a:cs typeface="Arial"/>
              </a:defRPr>
            </a:lvl7pPr>
            <a:lvl8pPr algn="l">
              <a:defRPr sz="2250" b="0">
                <a:solidFill>
                  <a:srgbClr val="142B36"/>
                </a:solidFill>
                <a:latin typeface="Arial"/>
                <a:ea typeface="Arial"/>
                <a:cs typeface="Arial"/>
              </a:defRPr>
            </a:lvl8pPr>
            <a:lvl9pPr algn="l">
              <a:defRPr sz="2250" b="0">
                <a:solidFill>
                  <a:srgbClr val="142B36"/>
                </a:solidFill>
                <a:latin typeface="Arial"/>
                <a:ea typeface="Arial"/>
                <a:cs typeface="Arial"/>
              </a:defRPr>
            </a:lvl9pPr>
          </a:lstStyle>
          <a:p xmlns:a="http://schemas.openxmlformats.org/drawingml/2006/main">
            <a:pPr algn="l">
              <a:defRPr sz="2250" b="0">
                <a:solidFill>
                  <a:srgbClr val="142B36"/>
                </a:solidFill>
                <a:latin typeface="Arial"/>
                <a:ea typeface="Arial"/>
                <a:cs typeface="Arial"/>
              </a:defRPr>
            </a:pPr>
            <a:r>
              <a:rPr sz="2250" b="0">
                <a:solidFill>
                  <a:srgbClr val="142B36"/>
                </a:solidFill>
                <a:latin typeface="Arial"/>
                <a:ea typeface="Arial"/>
                <a:cs typeface="Arial"/>
              </a:rPr>
              <a:t>GitHub</a:t>
            </a:r>
          </a:p>
        </p:txBody>
      </p:sp>
      <p:sp>
        <p:nvSpPr>
          <p:cNvPr id="33" name="">
            <a:extLst xmlns:a="http://schemas.openxmlformats.org/drawingml/2006/main">
              <a:ext uri="{FF2B5EF4-FFF2-40B4-BE49-F238E27FC236}">
                <a16:creationId xmlns:a16="http://schemas.microsoft.com/office/drawing/2014/main" id="{1DF88FFD-67EA-4241-AA45-4FCF02535C4C}"/>
              </a:ext>
            </a:extLst>
          </p:cNvPr>
          <p:cNvSpPr>
            <a:spLocks xmlns:a="http://schemas.openxmlformats.org/drawingml/2006/main" noGrp="1"/>
          </p:cNvSpPr>
          <p:nvPr/>
        </p:nvSpPr>
        <p:spPr>
          <a:xfrm xmlns:a="http://schemas.openxmlformats.org/drawingml/2006/main">
            <a:off x="9761040" y="4048125"/>
            <a:ext cx="664462"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مصرح</a:t>
            </a:r>
          </a:p>
        </p:txBody>
      </p:sp>
      <p:sp>
        <p:nvSpPr>
          <p:cNvPr id="34" name="">
            <a:extLst xmlns:a="http://schemas.openxmlformats.org/drawingml/2006/main">
              <a:ext uri="{FF2B5EF4-FFF2-40B4-BE49-F238E27FC236}">
                <a16:creationId xmlns:a16="http://schemas.microsoft.com/office/drawing/2014/main" id="{01D57515-AA1A-4AB8-8546-6D19A41DC4DC}"/>
              </a:ext>
            </a:extLst>
          </p:cNvPr>
          <p:cNvSpPr>
            <a:spLocks xmlns:a="http://schemas.openxmlformats.org/drawingml/2006/main" noGrp="1"/>
          </p:cNvSpPr>
          <p:nvPr/>
        </p:nvSpPr>
        <p:spPr>
          <a:xfrm xmlns:a="http://schemas.openxmlformats.org/drawingml/2006/main">
            <a:off x="9495537" y="4048125"/>
            <a:ext cx="18644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به</a:t>
            </a:r>
          </a:p>
        </p:txBody>
      </p:sp>
      <p:sp>
        <p:nvSpPr>
          <p:cNvPr id="35" name="">
            <a:extLst xmlns:a="http://schemas.openxmlformats.org/drawingml/2006/main">
              <a:ext uri="{FF2B5EF4-FFF2-40B4-BE49-F238E27FC236}">
                <a16:creationId xmlns:a16="http://schemas.microsoft.com/office/drawing/2014/main" id="{F50599DA-499E-4652-B3D9-9388227ADF91}"/>
              </a:ext>
            </a:extLst>
          </p:cNvPr>
          <p:cNvSpPr>
            <a:spLocks xmlns:a="http://schemas.openxmlformats.org/drawingml/2006/main" noGrp="1"/>
          </p:cNvSpPr>
          <p:nvPr/>
        </p:nvSpPr>
        <p:spPr>
          <a:xfrm xmlns:a="http://schemas.openxmlformats.org/drawingml/2006/main">
            <a:off x="13806506" y="4737735"/>
            <a:ext cx="58576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حالات</a:t>
            </a:r>
          </a:p>
        </p:txBody>
      </p:sp>
      <p:sp>
        <p:nvSpPr>
          <p:cNvPr id="36" name="">
            <a:extLst xmlns:a="http://schemas.openxmlformats.org/drawingml/2006/main">
              <a:ext uri="{FF2B5EF4-FFF2-40B4-BE49-F238E27FC236}">
                <a16:creationId xmlns:a16="http://schemas.microsoft.com/office/drawing/2014/main" id="{574BB449-FB7E-4253-AF91-588319D360BA}"/>
              </a:ext>
            </a:extLst>
          </p:cNvPr>
          <p:cNvSpPr>
            <a:spLocks xmlns:a="http://schemas.openxmlformats.org/drawingml/2006/main" noGrp="1"/>
          </p:cNvSpPr>
          <p:nvPr/>
        </p:nvSpPr>
        <p:spPr>
          <a:xfrm xmlns:a="http://schemas.openxmlformats.org/drawingml/2006/main">
            <a:off x="13223303" y="4737735"/>
            <a:ext cx="50414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جديدة</a:t>
            </a:r>
          </a:p>
        </p:txBody>
      </p:sp>
      <p:sp>
        <p:nvSpPr>
          <p:cNvPr id="37" name="">
            <a:extLst xmlns:a="http://schemas.openxmlformats.org/drawingml/2006/main">
              <a:ext uri="{FF2B5EF4-FFF2-40B4-BE49-F238E27FC236}">
                <a16:creationId xmlns:a16="http://schemas.microsoft.com/office/drawing/2014/main" id="{C8A3B6F7-B4E2-48B3-9042-B4664FD2EA1A}"/>
              </a:ext>
            </a:extLst>
          </p:cNvPr>
          <p:cNvSpPr>
            <a:spLocks xmlns:a="http://schemas.openxmlformats.org/drawingml/2006/main" noGrp="1"/>
          </p:cNvSpPr>
          <p:nvPr/>
        </p:nvSpPr>
        <p:spPr>
          <a:xfrm xmlns:a="http://schemas.openxmlformats.org/drawingml/2006/main">
            <a:off x="12656005" y="4737735"/>
            <a:ext cx="48824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تشمل</a:t>
            </a:r>
          </a:p>
        </p:txBody>
      </p:sp>
      <p:sp>
        <p:nvSpPr>
          <p:cNvPr id="38" name="">
            <a:extLst xmlns:a="http://schemas.openxmlformats.org/drawingml/2006/main">
              <a:ext uri="{FF2B5EF4-FFF2-40B4-BE49-F238E27FC236}">
                <a16:creationId xmlns:a16="http://schemas.microsoft.com/office/drawing/2014/main" id="{6FD61D5A-524D-43A9-8612-29F3F4CBDD93}"/>
              </a:ext>
            </a:extLst>
          </p:cNvPr>
          <p:cNvSpPr>
            <a:spLocks xmlns:a="http://schemas.openxmlformats.org/drawingml/2006/main" noGrp="1"/>
          </p:cNvSpPr>
          <p:nvPr/>
        </p:nvSpPr>
        <p:spPr>
          <a:xfrm xmlns:a="http://schemas.openxmlformats.org/drawingml/2006/main">
            <a:off x="11864070" y="4737735"/>
            <a:ext cx="71287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التراكب</a:t>
            </a:r>
          </a:p>
        </p:txBody>
      </p:sp>
      <p:sp>
        <p:nvSpPr>
          <p:cNvPr id="39" name="">
            <a:extLst xmlns:a="http://schemas.openxmlformats.org/drawingml/2006/main">
              <a:ext uri="{FF2B5EF4-FFF2-40B4-BE49-F238E27FC236}">
                <a16:creationId xmlns:a16="http://schemas.microsoft.com/office/drawing/2014/main" id="{6303F534-2C70-4B4D-A3E3-0B3CDE98F573}"/>
              </a:ext>
            </a:extLst>
          </p:cNvPr>
          <p:cNvSpPr>
            <a:spLocks xmlns:a="http://schemas.openxmlformats.org/drawingml/2006/main" noGrp="1"/>
          </p:cNvSpPr>
          <p:nvPr/>
        </p:nvSpPr>
        <p:spPr>
          <a:xfrm xmlns:a="http://schemas.openxmlformats.org/drawingml/2006/main">
            <a:off x="10953259" y="4737735"/>
            <a:ext cx="83175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والطبقات</a:t>
            </a:r>
          </a:p>
        </p:txBody>
      </p:sp>
      <p:sp>
        <p:nvSpPr>
          <p:cNvPr id="40" name="">
            <a:extLst xmlns:a="http://schemas.openxmlformats.org/drawingml/2006/main">
              <a:ext uri="{FF2B5EF4-FFF2-40B4-BE49-F238E27FC236}">
                <a16:creationId xmlns:a16="http://schemas.microsoft.com/office/drawing/2014/main" id="{E5A22195-7EEB-4DB3-8B67-B7DBAD057FD5}"/>
              </a:ext>
            </a:extLst>
          </p:cNvPr>
          <p:cNvSpPr>
            <a:spLocks xmlns:a="http://schemas.openxmlformats.org/drawingml/2006/main" noGrp="1"/>
          </p:cNvSpPr>
          <p:nvPr/>
        </p:nvSpPr>
        <p:spPr>
          <a:xfrm xmlns:a="http://schemas.openxmlformats.org/drawingml/2006/main">
            <a:off x="10364335" y="4737735"/>
            <a:ext cx="50986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الثابتة</a:t>
            </a:r>
          </a:p>
        </p:txBody>
      </p:sp>
      <p:sp>
        <p:nvSpPr>
          <p:cNvPr id="41" name="">
            <a:extLst xmlns:a="http://schemas.openxmlformats.org/drawingml/2006/main">
              <a:ext uri="{FF2B5EF4-FFF2-40B4-BE49-F238E27FC236}">
                <a16:creationId xmlns:a16="http://schemas.microsoft.com/office/drawing/2014/main" id="{A676554C-0A3E-4A3D-B113-5B3281344323}"/>
              </a:ext>
            </a:extLst>
          </p:cNvPr>
          <p:cNvSpPr>
            <a:spLocks xmlns:a="http://schemas.openxmlformats.org/drawingml/2006/main" noGrp="1"/>
          </p:cNvSpPr>
          <p:nvPr/>
        </p:nvSpPr>
        <p:spPr>
          <a:xfrm xmlns:a="http://schemas.openxmlformats.org/drawingml/2006/main">
            <a:off x="9489660" y="4737735"/>
            <a:ext cx="79561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والبيانات</a:t>
            </a:r>
          </a:p>
        </p:txBody>
      </p:sp>
      <p:sp>
        <p:nvSpPr>
          <p:cNvPr id="42" name="">
            <a:extLst xmlns:a="http://schemas.openxmlformats.org/drawingml/2006/main">
              <a:ext uri="{FF2B5EF4-FFF2-40B4-BE49-F238E27FC236}">
                <a16:creationId xmlns:a16="http://schemas.microsoft.com/office/drawing/2014/main" id="{9FF50911-2ACA-4C2C-8364-2013EA412434}"/>
              </a:ext>
            </a:extLst>
          </p:cNvPr>
          <p:cNvSpPr>
            <a:spLocks xmlns:a="http://schemas.openxmlformats.org/drawingml/2006/main" noGrp="1"/>
          </p:cNvSpPr>
          <p:nvPr/>
        </p:nvSpPr>
        <p:spPr>
          <a:xfrm xmlns:a="http://schemas.openxmlformats.org/drawingml/2006/main">
            <a:off x="8722003" y="4737735"/>
            <a:ext cx="6886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الناقصة</a:t>
            </a:r>
          </a:p>
        </p:txBody>
      </p:sp>
      <p:sp>
        <p:nvSpPr>
          <p:cNvPr id="43" name="">
            <a:extLst xmlns:a="http://schemas.openxmlformats.org/drawingml/2006/main">
              <a:ext uri="{FF2B5EF4-FFF2-40B4-BE49-F238E27FC236}">
                <a16:creationId xmlns:a16="http://schemas.microsoft.com/office/drawing/2014/main" id="{203D9F05-4014-47D6-A42C-F694A8A77EDA}"/>
              </a:ext>
            </a:extLst>
          </p:cNvPr>
          <p:cNvSpPr>
            <a:spLocks xmlns:a="http://schemas.openxmlformats.org/drawingml/2006/main" noGrp="1"/>
          </p:cNvSpPr>
          <p:nvPr/>
        </p:nvSpPr>
        <p:spPr>
          <a:xfrm xmlns:a="http://schemas.openxmlformats.org/drawingml/2006/main">
            <a:off x="13812924" y="5427345"/>
            <a:ext cx="57935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مقارنة</a:t>
            </a:r>
          </a:p>
        </p:txBody>
      </p:sp>
      <p:sp>
        <p:nvSpPr>
          <p:cNvPr id="44" name="">
            <a:extLst xmlns:a="http://schemas.openxmlformats.org/drawingml/2006/main">
              <a:ext uri="{FF2B5EF4-FFF2-40B4-BE49-F238E27FC236}">
                <a16:creationId xmlns:a16="http://schemas.microsoft.com/office/drawing/2014/main" id="{1FA743BB-0B63-4F9A-9460-5A08B946E1F9}"/>
              </a:ext>
            </a:extLst>
          </p:cNvPr>
          <p:cNvSpPr>
            <a:spLocks xmlns:a="http://schemas.openxmlformats.org/drawingml/2006/main" noGrp="1"/>
          </p:cNvSpPr>
          <p:nvPr/>
        </p:nvSpPr>
        <p:spPr>
          <a:xfrm xmlns:a="http://schemas.openxmlformats.org/drawingml/2006/main">
            <a:off x="13349155" y="5427345"/>
            <a:ext cx="38471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بعدد</a:t>
            </a:r>
          </a:p>
        </p:txBody>
      </p:sp>
      <p:sp>
        <p:nvSpPr>
          <p:cNvPr id="45" name="">
            <a:extLst xmlns:a="http://schemas.openxmlformats.org/drawingml/2006/main">
              <a:ext uri="{FF2B5EF4-FFF2-40B4-BE49-F238E27FC236}">
                <a16:creationId xmlns:a16="http://schemas.microsoft.com/office/drawing/2014/main" id="{F8BF4ABF-6415-4EAE-8920-640183992B3E}"/>
              </a:ext>
            </a:extLst>
          </p:cNvPr>
          <p:cNvSpPr>
            <a:spLocks xmlns:a="http://schemas.openxmlformats.org/drawingml/2006/main" noGrp="1"/>
          </p:cNvSpPr>
          <p:nvPr/>
        </p:nvSpPr>
        <p:spPr>
          <a:xfrm xmlns:a="http://schemas.openxmlformats.org/drawingml/2006/main">
            <a:off x="12561267" y="5427345"/>
            <a:ext cx="708831"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الشروط</a:t>
            </a:r>
          </a:p>
        </p:txBody>
      </p:sp>
      <p:sp>
        <p:nvSpPr>
          <p:cNvPr id="46" name="">
            <a:extLst xmlns:a="http://schemas.openxmlformats.org/drawingml/2006/main">
              <a:ext uri="{FF2B5EF4-FFF2-40B4-BE49-F238E27FC236}">
                <a16:creationId xmlns:a16="http://schemas.microsoft.com/office/drawing/2014/main" id="{5E6DAE28-2065-4943-8A45-41EBD6C3029A}"/>
              </a:ext>
            </a:extLst>
          </p:cNvPr>
          <p:cNvSpPr>
            <a:spLocks xmlns:a="http://schemas.openxmlformats.org/drawingml/2006/main" noGrp="1"/>
          </p:cNvSpPr>
          <p:nvPr/>
        </p:nvSpPr>
        <p:spPr>
          <a:xfrm xmlns:a="http://schemas.openxmlformats.org/drawingml/2006/main">
            <a:off x="11763332" y="5427345"/>
            <a:ext cx="718877"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المتحققة</a:t>
            </a:r>
          </a:p>
        </p:txBody>
      </p:sp>
      <p:sp>
        <p:nvSpPr>
          <p:cNvPr id="47" name="">
            <a:extLst xmlns:a="http://schemas.openxmlformats.org/drawingml/2006/main">
              <a:ext uri="{FF2B5EF4-FFF2-40B4-BE49-F238E27FC236}">
                <a16:creationId xmlns:a16="http://schemas.microsoft.com/office/drawing/2014/main" id="{6A80844A-3E08-4780-AA53-20D550BC8038}"/>
              </a:ext>
            </a:extLst>
          </p:cNvPr>
          <p:cNvSpPr>
            <a:spLocks xmlns:a="http://schemas.openxmlformats.org/drawingml/2006/main" noGrp="1"/>
          </p:cNvSpPr>
          <p:nvPr/>
        </p:nvSpPr>
        <p:spPr>
          <a:xfrm xmlns:a="http://schemas.openxmlformats.org/drawingml/2006/main">
            <a:off x="11197290" y="5427345"/>
            <a:ext cx="486984"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وكلفة</a:t>
            </a:r>
          </a:p>
        </p:txBody>
      </p:sp>
      <p:sp>
        <p:nvSpPr>
          <p:cNvPr id="48" name="">
            <a:extLst xmlns:a="http://schemas.openxmlformats.org/drawingml/2006/main">
              <a:ext uri="{FF2B5EF4-FFF2-40B4-BE49-F238E27FC236}">
                <a16:creationId xmlns:a16="http://schemas.microsoft.com/office/drawing/2014/main" id="{F51A2BF0-F3C2-45C9-AE9F-3150854B4AE5}"/>
              </a:ext>
            </a:extLst>
          </p:cNvPr>
          <p:cNvSpPr>
            <a:spLocks xmlns:a="http://schemas.openxmlformats.org/drawingml/2006/main" noGrp="1"/>
          </p:cNvSpPr>
          <p:nvPr/>
        </p:nvSpPr>
        <p:spPr>
          <a:xfrm xmlns:a="http://schemas.openxmlformats.org/drawingml/2006/main">
            <a:off x="10497164" y="5427345"/>
            <a:ext cx="62106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التعديل</a:t>
            </a:r>
          </a:p>
        </p:txBody>
      </p:sp>
      <p:sp>
        <p:nvSpPr>
          <p:cNvPr id="49" name="">
            <a:extLst xmlns:a="http://schemas.openxmlformats.org/drawingml/2006/main">
              <a:ext uri="{FF2B5EF4-FFF2-40B4-BE49-F238E27FC236}">
                <a16:creationId xmlns:a16="http://schemas.microsoft.com/office/drawing/2014/main" id="{A77F2D38-42DF-4D70-829A-3259CE7C4714}"/>
              </a:ext>
            </a:extLst>
          </p:cNvPr>
          <p:cNvSpPr>
            <a:spLocks xmlns:a="http://schemas.openxmlformats.org/drawingml/2006/main" noGrp="1"/>
          </p:cNvSpPr>
          <p:nvPr/>
        </p:nvSpPr>
        <p:spPr>
          <a:xfrm xmlns:a="http://schemas.openxmlformats.org/drawingml/2006/main">
            <a:off x="13936266" y="6116955"/>
            <a:ext cx="456009"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قياس</a:t>
            </a:r>
          </a:p>
        </p:txBody>
      </p:sp>
      <p:sp>
        <p:nvSpPr>
          <p:cNvPr id="50" name="">
            <a:extLst xmlns:a="http://schemas.openxmlformats.org/drawingml/2006/main">
              <a:ext uri="{FF2B5EF4-FFF2-40B4-BE49-F238E27FC236}">
                <a16:creationId xmlns:a16="http://schemas.microsoft.com/office/drawing/2014/main" id="{820EDB9A-C80E-4DE7-9FA9-9146572F521A}"/>
              </a:ext>
            </a:extLst>
          </p:cNvPr>
          <p:cNvSpPr>
            <a:spLocks xmlns:a="http://schemas.openxmlformats.org/drawingml/2006/main" noGrp="1"/>
          </p:cNvSpPr>
          <p:nvPr/>
        </p:nvSpPr>
        <p:spPr>
          <a:xfrm xmlns:a="http://schemas.openxmlformats.org/drawingml/2006/main">
            <a:off x="13445150" y="6116955"/>
            <a:ext cx="412058"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زمن</a:t>
            </a:r>
          </a:p>
        </p:txBody>
      </p:sp>
      <p:sp>
        <p:nvSpPr>
          <p:cNvPr id="51" name="">
            <a:extLst xmlns:a="http://schemas.openxmlformats.org/drawingml/2006/main">
              <a:ext uri="{FF2B5EF4-FFF2-40B4-BE49-F238E27FC236}">
                <a16:creationId xmlns:a16="http://schemas.microsoft.com/office/drawing/2014/main" id="{C5546F4D-FE96-49E6-B8FB-87A8610279A0}"/>
              </a:ext>
            </a:extLst>
          </p:cNvPr>
          <p:cNvSpPr>
            <a:spLocks xmlns:a="http://schemas.openxmlformats.org/drawingml/2006/main" noGrp="1"/>
          </p:cNvSpPr>
          <p:nvPr/>
        </p:nvSpPr>
        <p:spPr>
          <a:xfrm xmlns:a="http://schemas.openxmlformats.org/drawingml/2006/main">
            <a:off x="12604799" y="6116955"/>
            <a:ext cx="76129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الوصول</a:t>
            </a:r>
          </a:p>
        </p:txBody>
      </p:sp>
      <p:sp>
        <p:nvSpPr>
          <p:cNvPr id="52" name="">
            <a:extLst xmlns:a="http://schemas.openxmlformats.org/drawingml/2006/main">
              <a:ext uri="{FF2B5EF4-FFF2-40B4-BE49-F238E27FC236}">
                <a16:creationId xmlns:a16="http://schemas.microsoft.com/office/drawing/2014/main" id="{EE6361D6-DBD5-442B-87B6-880B9A179ECA}"/>
              </a:ext>
            </a:extLst>
          </p:cNvPr>
          <p:cNvSpPr>
            <a:spLocks xmlns:a="http://schemas.openxmlformats.org/drawingml/2006/main" noGrp="1"/>
          </p:cNvSpPr>
          <p:nvPr/>
        </p:nvSpPr>
        <p:spPr>
          <a:xfrm xmlns:a="http://schemas.openxmlformats.org/drawingml/2006/main">
            <a:off x="12229769" y="6116955"/>
            <a:ext cx="29597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إلى</a:t>
            </a:r>
          </a:p>
        </p:txBody>
      </p:sp>
      <p:sp>
        <p:nvSpPr>
          <p:cNvPr id="53" name="">
            <a:extLst xmlns:a="http://schemas.openxmlformats.org/drawingml/2006/main">
              <a:ext uri="{FF2B5EF4-FFF2-40B4-BE49-F238E27FC236}">
                <a16:creationId xmlns:a16="http://schemas.microsoft.com/office/drawing/2014/main" id="{5B0B495B-A5AF-4C67-8A6C-0E2AB1B17E22}"/>
              </a:ext>
            </a:extLst>
          </p:cNvPr>
          <p:cNvSpPr>
            <a:spLocks xmlns:a="http://schemas.openxmlformats.org/drawingml/2006/main" noGrp="1"/>
          </p:cNvSpPr>
          <p:nvPr/>
        </p:nvSpPr>
        <p:spPr>
          <a:xfrm xmlns:a="http://schemas.openxmlformats.org/drawingml/2006/main">
            <a:off x="11716468" y="6116955"/>
            <a:ext cx="43424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خطة</a:t>
            </a:r>
          </a:p>
        </p:txBody>
      </p:sp>
      <p:sp>
        <p:nvSpPr>
          <p:cNvPr id="54" name="">
            <a:extLst xmlns:a="http://schemas.openxmlformats.org/drawingml/2006/main">
              <a:ext uri="{FF2B5EF4-FFF2-40B4-BE49-F238E27FC236}">
                <a16:creationId xmlns:a16="http://schemas.microsoft.com/office/drawing/2014/main" id="{DCEAD8B0-0B63-4BD1-94EE-452070F724A4}"/>
              </a:ext>
            </a:extLst>
          </p:cNvPr>
          <p:cNvSpPr>
            <a:spLocks xmlns:a="http://schemas.openxmlformats.org/drawingml/2006/main" noGrp="1"/>
          </p:cNvSpPr>
          <p:nvPr/>
        </p:nvSpPr>
        <p:spPr>
          <a:xfrm xmlns:a="http://schemas.openxmlformats.org/drawingml/2006/main">
            <a:off x="10906395" y="6116955"/>
            <a:ext cx="73101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صحيحة</a:t>
            </a:r>
          </a:p>
        </p:txBody>
      </p:sp>
      <p:sp>
        <p:nvSpPr>
          <p:cNvPr id="55" name="">
            <a:extLst xmlns:a="http://schemas.openxmlformats.org/drawingml/2006/main">
              <a:ext uri="{FF2B5EF4-FFF2-40B4-BE49-F238E27FC236}">
                <a16:creationId xmlns:a16="http://schemas.microsoft.com/office/drawing/2014/main" id="{51E45530-5962-4A23-9566-DEF27A6EE997}"/>
              </a:ext>
            </a:extLst>
          </p:cNvPr>
          <p:cNvSpPr>
            <a:spLocks xmlns:a="http://schemas.openxmlformats.org/drawingml/2006/main" noGrp="1"/>
          </p:cNvSpPr>
          <p:nvPr/>
        </p:nvSpPr>
        <p:spPr>
          <a:xfrm xmlns:a="http://schemas.openxmlformats.org/drawingml/2006/main">
            <a:off x="9978701" y="6116955"/>
            <a:ext cx="848636"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والأخطاء</a:t>
            </a:r>
          </a:p>
        </p:txBody>
      </p:sp>
      <p:sp>
        <p:nvSpPr>
          <p:cNvPr id="56" name="">
            <a:extLst xmlns:a="http://schemas.openxmlformats.org/drawingml/2006/main">
              <a:ext uri="{FF2B5EF4-FFF2-40B4-BE49-F238E27FC236}">
                <a16:creationId xmlns:a16="http://schemas.microsoft.com/office/drawing/2014/main" id="{D9C1534D-0056-48D4-9126-532788D5C4FF}"/>
              </a:ext>
            </a:extLst>
          </p:cNvPr>
          <p:cNvSpPr>
            <a:spLocks xmlns:a="http://schemas.openxmlformats.org/drawingml/2006/main" noGrp="1"/>
          </p:cNvSpPr>
          <p:nvPr/>
        </p:nvSpPr>
        <p:spPr>
          <a:xfrm xmlns:a="http://schemas.openxmlformats.org/drawingml/2006/main">
            <a:off x="9282621" y="6116955"/>
            <a:ext cx="617023"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بتجربة</a:t>
            </a:r>
          </a:p>
        </p:txBody>
      </p:sp>
      <p:sp>
        <p:nvSpPr>
          <p:cNvPr id="57" name="">
            <a:extLst xmlns:a="http://schemas.openxmlformats.org/drawingml/2006/main">
              <a:ext uri="{FF2B5EF4-FFF2-40B4-BE49-F238E27FC236}">
                <a16:creationId xmlns:a16="http://schemas.microsoft.com/office/drawing/2014/main" id="{863676CA-666F-47FB-9CCF-5992899268A5}"/>
              </a:ext>
            </a:extLst>
          </p:cNvPr>
          <p:cNvSpPr>
            <a:spLocks xmlns:a="http://schemas.openxmlformats.org/drawingml/2006/main" noGrp="1"/>
          </p:cNvSpPr>
          <p:nvPr/>
        </p:nvSpPr>
        <p:spPr>
          <a:xfrm xmlns:a="http://schemas.openxmlformats.org/drawingml/2006/main">
            <a:off x="8618632" y="6116955"/>
            <a:ext cx="584932"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250" b="0">
                <a:solidFill>
                  <a:srgbClr val="142B36"/>
                </a:solidFill>
                <a:latin typeface="Arial"/>
                <a:ea typeface="Arial"/>
                <a:cs typeface="Arial"/>
              </a:defRPr>
            </a:defPPr>
            <a:lvl1pPr algn="r">
              <a:defRPr sz="2250" b="0">
                <a:solidFill>
                  <a:srgbClr val="142B36"/>
                </a:solidFill>
                <a:latin typeface="Arial"/>
                <a:ea typeface="Arial"/>
                <a:cs typeface="Arial"/>
              </a:defRPr>
            </a:lvl1pPr>
            <a:lvl2pPr algn="r">
              <a:defRPr sz="2250" b="0">
                <a:solidFill>
                  <a:srgbClr val="142B36"/>
                </a:solidFill>
                <a:latin typeface="Arial"/>
                <a:ea typeface="Arial"/>
                <a:cs typeface="Arial"/>
              </a:defRPr>
            </a:lvl2pPr>
            <a:lvl3pPr algn="r">
              <a:defRPr sz="2250" b="0">
                <a:solidFill>
                  <a:srgbClr val="142B36"/>
                </a:solidFill>
                <a:latin typeface="Arial"/>
                <a:ea typeface="Arial"/>
                <a:cs typeface="Arial"/>
              </a:defRPr>
            </a:lvl3pPr>
            <a:lvl4pPr algn="r">
              <a:defRPr sz="2250" b="0">
                <a:solidFill>
                  <a:srgbClr val="142B36"/>
                </a:solidFill>
                <a:latin typeface="Arial"/>
                <a:ea typeface="Arial"/>
                <a:cs typeface="Arial"/>
              </a:defRPr>
            </a:lvl4pPr>
            <a:lvl5pPr algn="r">
              <a:defRPr sz="2250" b="0">
                <a:solidFill>
                  <a:srgbClr val="142B36"/>
                </a:solidFill>
                <a:latin typeface="Arial"/>
                <a:ea typeface="Arial"/>
                <a:cs typeface="Arial"/>
              </a:defRPr>
            </a:lvl5pPr>
            <a:lvl6pPr algn="r">
              <a:defRPr sz="2250" b="0">
                <a:solidFill>
                  <a:srgbClr val="142B36"/>
                </a:solidFill>
                <a:latin typeface="Arial"/>
                <a:ea typeface="Arial"/>
                <a:cs typeface="Arial"/>
              </a:defRPr>
            </a:lvl6pPr>
            <a:lvl7pPr algn="r">
              <a:defRPr sz="2250" b="0">
                <a:solidFill>
                  <a:srgbClr val="142B36"/>
                </a:solidFill>
                <a:latin typeface="Arial"/>
                <a:ea typeface="Arial"/>
                <a:cs typeface="Arial"/>
              </a:defRPr>
            </a:lvl7pPr>
            <a:lvl8pPr algn="r">
              <a:defRPr sz="2250" b="0">
                <a:solidFill>
                  <a:srgbClr val="142B36"/>
                </a:solidFill>
                <a:latin typeface="Arial"/>
                <a:ea typeface="Arial"/>
                <a:cs typeface="Arial"/>
              </a:defRPr>
            </a:lvl8pPr>
            <a:lvl9pPr algn="r">
              <a:defRPr sz="2250" b="0">
                <a:solidFill>
                  <a:srgbClr val="142B36"/>
                </a:solidFill>
                <a:latin typeface="Arial"/>
                <a:ea typeface="Arial"/>
                <a:cs typeface="Arial"/>
              </a:defRPr>
            </a:lvl9pPr>
          </a:lstStyle>
          <a:p xmlns:a="http://schemas.openxmlformats.org/drawingml/2006/main">
            <a:pPr algn="r">
              <a:defRPr sz="2250" b="0">
                <a:solidFill>
                  <a:srgbClr val="142B36"/>
                </a:solidFill>
                <a:latin typeface="Arial"/>
                <a:ea typeface="Arial"/>
                <a:cs typeface="Arial"/>
              </a:defRPr>
            </a:pPr>
            <a:r>
              <a:rPr sz="2250" b="0">
                <a:solidFill>
                  <a:srgbClr val="142B36"/>
                </a:solidFill>
                <a:latin typeface="Arial"/>
                <a:ea typeface="Arial"/>
                <a:cs typeface="Arial"/>
              </a:rPr>
              <a:t>مستقلة</a:t>
            </a:r>
          </a:p>
        </p:txBody>
      </p:sp>
    </p:spTree>
    <p:extLst>
      <p:ext uri="{BB962C8B-B14F-4D97-AF65-F5344CB8AC3E}">
        <p14:creationId xmlns:p14="http://schemas.microsoft.com/office/powerpoint/2010/main" val="1869756479"/>
      </p:ext>
    </p:extLst>
  </p:cSld>
</p:sld>
</file>

<file path=ppt/slides/slide20.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6DE5126-70B8-4BFC-9EFA-9D0CC9763B86}"/>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20</a:t>
            </a:r>
          </a:p>
        </p:txBody>
      </p:sp>
      <p:sp>
        <p:nvSpPr>
          <p:cNvPr id="3" name="">
            <a:extLst xmlns:a="http://schemas.openxmlformats.org/drawingml/2006/main">
              <a:ext uri="{FF2B5EF4-FFF2-40B4-BE49-F238E27FC236}">
                <a16:creationId xmlns:a16="http://schemas.microsoft.com/office/drawing/2014/main" id="{56F1488E-54BE-4416-8989-1D0CDC43271B}"/>
              </a:ext>
            </a:extLst>
          </p:cNvPr>
          <p:cNvSpPr>
            <a:spLocks xmlns:a="http://schemas.openxmlformats.org/drawingml/2006/main" noGrp="1"/>
          </p:cNvSpPr>
          <p:nvPr/>
        </p:nvSpPr>
        <p:spPr>
          <a:xfrm xmlns:a="http://schemas.openxmlformats.org/drawingml/2006/main">
            <a:off x="14057133" y="590550"/>
            <a:ext cx="335142"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خطة</a:t>
            </a:r>
          </a:p>
        </p:txBody>
      </p:sp>
      <p:sp>
        <p:nvSpPr>
          <p:cNvPr id="4" name="">
            <a:extLst xmlns:a="http://schemas.openxmlformats.org/drawingml/2006/main">
              <a:ext uri="{FF2B5EF4-FFF2-40B4-BE49-F238E27FC236}">
                <a16:creationId xmlns:a16="http://schemas.microsoft.com/office/drawing/2014/main" id="{695C292D-8D0A-43BB-91B9-2E66AD6D5EF2}"/>
              </a:ext>
            </a:extLst>
          </p:cNvPr>
          <p:cNvSpPr>
            <a:spLocks xmlns:a="http://schemas.openxmlformats.org/drawingml/2006/main" noGrp="1"/>
          </p:cNvSpPr>
          <p:nvPr/>
        </p:nvSpPr>
        <p:spPr>
          <a:xfrm xmlns:a="http://schemas.openxmlformats.org/drawingml/2006/main">
            <a:off x="13614931" y="590550"/>
            <a:ext cx="383814"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العمل</a:t>
            </a:r>
          </a:p>
        </p:txBody>
      </p:sp>
      <p:sp>
        <p:nvSpPr>
          <p:cNvPr id="5" name="">
            <a:extLst xmlns:a="http://schemas.openxmlformats.org/drawingml/2006/main">
              <a:ext uri="{FF2B5EF4-FFF2-40B4-BE49-F238E27FC236}">
                <a16:creationId xmlns:a16="http://schemas.microsoft.com/office/drawing/2014/main" id="{1F07E845-ECDB-498B-A634-661624E54BBF}"/>
              </a:ext>
            </a:extLst>
          </p:cNvPr>
          <p:cNvSpPr>
            <a:spLocks xmlns:a="http://schemas.openxmlformats.org/drawingml/2006/main" noGrp="1"/>
          </p:cNvSpPr>
          <p:nvPr/>
        </p:nvSpPr>
        <p:spPr>
          <a:xfrm xmlns:a="http://schemas.openxmlformats.org/drawingml/2006/main">
            <a:off x="13361584" y="1190625"/>
            <a:ext cx="1030691"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مخطط</a:t>
            </a:r>
          </a:p>
        </p:txBody>
      </p:sp>
      <p:sp>
        <p:nvSpPr>
          <p:cNvPr id="6" name="">
            <a:extLst xmlns:a="http://schemas.openxmlformats.org/drawingml/2006/main">
              <a:ext uri="{FF2B5EF4-FFF2-40B4-BE49-F238E27FC236}">
                <a16:creationId xmlns:a16="http://schemas.microsoft.com/office/drawing/2014/main" id="{5A78F803-C37D-4345-B01C-6A7035D71E67}"/>
              </a:ext>
            </a:extLst>
          </p:cNvPr>
          <p:cNvSpPr>
            <a:spLocks xmlns:a="http://schemas.openxmlformats.org/drawingml/2006/main" noGrp="1"/>
          </p:cNvSpPr>
          <p:nvPr/>
        </p:nvSpPr>
        <p:spPr>
          <a:xfrm xmlns:a="http://schemas.openxmlformats.org/drawingml/2006/main">
            <a:off x="11859250" y="1190625"/>
            <a:ext cx="1352411"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050" b="1">
                <a:solidFill>
                  <a:srgbClr val="142B36"/>
                </a:solidFill>
                <a:latin typeface="Arial"/>
                <a:ea typeface="Arial"/>
                <a:cs typeface="Arial"/>
              </a:defRPr>
            </a:defPPr>
            <a:lvl1pPr algn="l">
              <a:defRPr sz="4050" b="1">
                <a:solidFill>
                  <a:srgbClr val="142B36"/>
                </a:solidFill>
                <a:latin typeface="Arial"/>
                <a:ea typeface="Arial"/>
                <a:cs typeface="Arial"/>
              </a:defRPr>
            </a:lvl1pPr>
            <a:lvl2pPr algn="l">
              <a:defRPr sz="4050" b="1">
                <a:solidFill>
                  <a:srgbClr val="142B36"/>
                </a:solidFill>
                <a:latin typeface="Arial"/>
                <a:ea typeface="Arial"/>
                <a:cs typeface="Arial"/>
              </a:defRPr>
            </a:lvl2pPr>
            <a:lvl3pPr algn="l">
              <a:defRPr sz="4050" b="1">
                <a:solidFill>
                  <a:srgbClr val="142B36"/>
                </a:solidFill>
                <a:latin typeface="Arial"/>
                <a:ea typeface="Arial"/>
                <a:cs typeface="Arial"/>
              </a:defRPr>
            </a:lvl3pPr>
            <a:lvl4pPr algn="l">
              <a:defRPr sz="4050" b="1">
                <a:solidFill>
                  <a:srgbClr val="142B36"/>
                </a:solidFill>
                <a:latin typeface="Arial"/>
                <a:ea typeface="Arial"/>
                <a:cs typeface="Arial"/>
              </a:defRPr>
            </a:lvl4pPr>
            <a:lvl5pPr algn="l">
              <a:defRPr sz="4050" b="1">
                <a:solidFill>
                  <a:srgbClr val="142B36"/>
                </a:solidFill>
                <a:latin typeface="Arial"/>
                <a:ea typeface="Arial"/>
                <a:cs typeface="Arial"/>
              </a:defRPr>
            </a:lvl5pPr>
            <a:lvl6pPr algn="l">
              <a:defRPr sz="4050" b="1">
                <a:solidFill>
                  <a:srgbClr val="142B36"/>
                </a:solidFill>
                <a:latin typeface="Arial"/>
                <a:ea typeface="Arial"/>
                <a:cs typeface="Arial"/>
              </a:defRPr>
            </a:lvl6pPr>
            <a:lvl7pPr algn="l">
              <a:defRPr sz="4050" b="1">
                <a:solidFill>
                  <a:srgbClr val="142B36"/>
                </a:solidFill>
                <a:latin typeface="Arial"/>
                <a:ea typeface="Arial"/>
                <a:cs typeface="Arial"/>
              </a:defRPr>
            </a:lvl7pPr>
            <a:lvl8pPr algn="l">
              <a:defRPr sz="4050" b="1">
                <a:solidFill>
                  <a:srgbClr val="142B36"/>
                </a:solidFill>
                <a:latin typeface="Arial"/>
                <a:ea typeface="Arial"/>
                <a:cs typeface="Arial"/>
              </a:defRPr>
            </a:lvl8pPr>
            <a:lvl9pPr algn="l">
              <a:defRPr sz="4050" b="1">
                <a:solidFill>
                  <a:srgbClr val="142B36"/>
                </a:solidFill>
                <a:latin typeface="Arial"/>
                <a:ea typeface="Arial"/>
                <a:cs typeface="Arial"/>
              </a:defRPr>
            </a:lvl9pPr>
          </a:lstStyle>
          <a:p xmlns:a="http://schemas.openxmlformats.org/drawingml/2006/main">
            <a:pPr algn="l">
              <a:defRPr sz="4050" b="1">
                <a:solidFill>
                  <a:srgbClr val="142B36"/>
                </a:solidFill>
                <a:latin typeface="Arial"/>
                <a:ea typeface="Arial"/>
                <a:cs typeface="Arial"/>
              </a:defRPr>
            </a:pPr>
            <a:r>
              <a:rPr sz="4050" b="1">
                <a:solidFill>
                  <a:srgbClr val="142B36"/>
                </a:solidFill>
                <a:latin typeface="Arial"/>
                <a:ea typeface="Arial"/>
                <a:cs typeface="Arial"/>
              </a:rPr>
              <a:t>Gantt</a:t>
            </a:r>
          </a:p>
        </p:txBody>
      </p:sp>
      <p:sp>
        <p:nvSpPr>
          <p:cNvPr id="7" name="">
            <a:extLst xmlns:a="http://schemas.openxmlformats.org/drawingml/2006/main">
              <a:ext uri="{FF2B5EF4-FFF2-40B4-BE49-F238E27FC236}">
                <a16:creationId xmlns:a16="http://schemas.microsoft.com/office/drawing/2014/main" id="{0F0EE7D8-51FE-4F9C-9FC5-5DAD4F4CB1CE}"/>
              </a:ext>
            </a:extLst>
          </p:cNvPr>
          <p:cNvSpPr>
            <a:spLocks xmlns:a="http://schemas.openxmlformats.org/drawingml/2006/main" noGrp="1"/>
          </p:cNvSpPr>
          <p:nvPr/>
        </p:nvSpPr>
        <p:spPr>
          <a:xfrm xmlns:a="http://schemas.openxmlformats.org/drawingml/2006/main">
            <a:off x="13909309" y="2333625"/>
            <a:ext cx="482966"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550" b="1">
                <a:solidFill>
                  <a:srgbClr val="167D8D"/>
                </a:solidFill>
                <a:latin typeface="Arial"/>
                <a:ea typeface="Arial"/>
                <a:cs typeface="Arial"/>
              </a:defRPr>
            </a:defPPr>
            <a:lvl1pPr algn="r">
              <a:defRPr sz="2550" b="1">
                <a:solidFill>
                  <a:srgbClr val="167D8D"/>
                </a:solidFill>
                <a:latin typeface="Arial"/>
                <a:ea typeface="Arial"/>
                <a:cs typeface="Arial"/>
              </a:defRPr>
            </a:lvl1pPr>
            <a:lvl2pPr algn="r">
              <a:defRPr sz="2550" b="1">
                <a:solidFill>
                  <a:srgbClr val="167D8D"/>
                </a:solidFill>
                <a:latin typeface="Arial"/>
                <a:ea typeface="Arial"/>
                <a:cs typeface="Arial"/>
              </a:defRPr>
            </a:lvl2pPr>
            <a:lvl3pPr algn="r">
              <a:defRPr sz="2550" b="1">
                <a:solidFill>
                  <a:srgbClr val="167D8D"/>
                </a:solidFill>
                <a:latin typeface="Arial"/>
                <a:ea typeface="Arial"/>
                <a:cs typeface="Arial"/>
              </a:defRPr>
            </a:lvl3pPr>
            <a:lvl4pPr algn="r">
              <a:defRPr sz="2550" b="1">
                <a:solidFill>
                  <a:srgbClr val="167D8D"/>
                </a:solidFill>
                <a:latin typeface="Arial"/>
                <a:ea typeface="Arial"/>
                <a:cs typeface="Arial"/>
              </a:defRPr>
            </a:lvl4pPr>
            <a:lvl5pPr algn="r">
              <a:defRPr sz="2550" b="1">
                <a:solidFill>
                  <a:srgbClr val="167D8D"/>
                </a:solidFill>
                <a:latin typeface="Arial"/>
                <a:ea typeface="Arial"/>
                <a:cs typeface="Arial"/>
              </a:defRPr>
            </a:lvl5pPr>
            <a:lvl6pPr algn="r">
              <a:defRPr sz="2550" b="1">
                <a:solidFill>
                  <a:srgbClr val="167D8D"/>
                </a:solidFill>
                <a:latin typeface="Arial"/>
                <a:ea typeface="Arial"/>
                <a:cs typeface="Arial"/>
              </a:defRPr>
            </a:lvl6pPr>
            <a:lvl7pPr algn="r">
              <a:defRPr sz="2550" b="1">
                <a:solidFill>
                  <a:srgbClr val="167D8D"/>
                </a:solidFill>
                <a:latin typeface="Arial"/>
                <a:ea typeface="Arial"/>
                <a:cs typeface="Arial"/>
              </a:defRPr>
            </a:lvl7pPr>
            <a:lvl8pPr algn="r">
              <a:defRPr sz="2550" b="1">
                <a:solidFill>
                  <a:srgbClr val="167D8D"/>
                </a:solidFill>
                <a:latin typeface="Arial"/>
                <a:ea typeface="Arial"/>
                <a:cs typeface="Arial"/>
              </a:defRPr>
            </a:lvl8pPr>
            <a:lvl9pPr algn="r">
              <a:defRPr sz="2550" b="1">
                <a:solidFill>
                  <a:srgbClr val="167D8D"/>
                </a:solidFill>
                <a:latin typeface="Arial"/>
                <a:ea typeface="Arial"/>
                <a:cs typeface="Arial"/>
              </a:defRPr>
            </a:lvl9pPr>
          </a:lstStyle>
          <a:p xmlns:a="http://schemas.openxmlformats.org/drawingml/2006/main">
            <a:pPr algn="r">
              <a:defRPr sz="2550" b="1">
                <a:solidFill>
                  <a:srgbClr val="167D8D"/>
                </a:solidFill>
                <a:latin typeface="Arial"/>
                <a:ea typeface="Arial"/>
                <a:cs typeface="Arial"/>
              </a:defRPr>
            </a:pPr>
            <a:r>
              <a:rPr sz="2550" b="1">
                <a:solidFill>
                  <a:srgbClr val="167D8D"/>
                </a:solidFill>
                <a:latin typeface="Arial"/>
                <a:ea typeface="Arial"/>
                <a:cs typeface="Arial"/>
              </a:rPr>
              <a:t>خطة</a:t>
            </a:r>
          </a:p>
        </p:txBody>
      </p:sp>
      <p:sp>
        <p:nvSpPr>
          <p:cNvPr id="8" name="">
            <a:extLst xmlns:a="http://schemas.openxmlformats.org/drawingml/2006/main">
              <a:ext uri="{FF2B5EF4-FFF2-40B4-BE49-F238E27FC236}">
                <a16:creationId xmlns:a16="http://schemas.microsoft.com/office/drawing/2014/main" id="{2A05C796-B91D-4823-8E53-580FCF892491}"/>
              </a:ext>
            </a:extLst>
          </p:cNvPr>
          <p:cNvSpPr>
            <a:spLocks xmlns:a="http://schemas.openxmlformats.org/drawingml/2006/main" noGrp="1"/>
          </p:cNvSpPr>
          <p:nvPr/>
        </p:nvSpPr>
        <p:spPr>
          <a:xfrm xmlns:a="http://schemas.openxmlformats.org/drawingml/2006/main">
            <a:off x="13054636" y="2333625"/>
            <a:ext cx="76380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550" b="1">
                <a:solidFill>
                  <a:srgbClr val="167D8D"/>
                </a:solidFill>
                <a:latin typeface="Arial"/>
                <a:ea typeface="Arial"/>
                <a:cs typeface="Arial"/>
              </a:defRPr>
            </a:defPPr>
            <a:lvl1pPr algn="r">
              <a:defRPr sz="2550" b="1">
                <a:solidFill>
                  <a:srgbClr val="167D8D"/>
                </a:solidFill>
                <a:latin typeface="Arial"/>
                <a:ea typeface="Arial"/>
                <a:cs typeface="Arial"/>
              </a:defRPr>
            </a:lvl1pPr>
            <a:lvl2pPr algn="r">
              <a:defRPr sz="2550" b="1">
                <a:solidFill>
                  <a:srgbClr val="167D8D"/>
                </a:solidFill>
                <a:latin typeface="Arial"/>
                <a:ea typeface="Arial"/>
                <a:cs typeface="Arial"/>
              </a:defRPr>
            </a:lvl2pPr>
            <a:lvl3pPr algn="r">
              <a:defRPr sz="2550" b="1">
                <a:solidFill>
                  <a:srgbClr val="167D8D"/>
                </a:solidFill>
                <a:latin typeface="Arial"/>
                <a:ea typeface="Arial"/>
                <a:cs typeface="Arial"/>
              </a:defRPr>
            </a:lvl3pPr>
            <a:lvl4pPr algn="r">
              <a:defRPr sz="2550" b="1">
                <a:solidFill>
                  <a:srgbClr val="167D8D"/>
                </a:solidFill>
                <a:latin typeface="Arial"/>
                <a:ea typeface="Arial"/>
                <a:cs typeface="Arial"/>
              </a:defRPr>
            </a:lvl4pPr>
            <a:lvl5pPr algn="r">
              <a:defRPr sz="2550" b="1">
                <a:solidFill>
                  <a:srgbClr val="167D8D"/>
                </a:solidFill>
                <a:latin typeface="Arial"/>
                <a:ea typeface="Arial"/>
                <a:cs typeface="Arial"/>
              </a:defRPr>
            </a:lvl5pPr>
            <a:lvl6pPr algn="r">
              <a:defRPr sz="2550" b="1">
                <a:solidFill>
                  <a:srgbClr val="167D8D"/>
                </a:solidFill>
                <a:latin typeface="Arial"/>
                <a:ea typeface="Arial"/>
                <a:cs typeface="Arial"/>
              </a:defRPr>
            </a:lvl6pPr>
            <a:lvl7pPr algn="r">
              <a:defRPr sz="2550" b="1">
                <a:solidFill>
                  <a:srgbClr val="167D8D"/>
                </a:solidFill>
                <a:latin typeface="Arial"/>
                <a:ea typeface="Arial"/>
                <a:cs typeface="Arial"/>
              </a:defRPr>
            </a:lvl7pPr>
            <a:lvl8pPr algn="r">
              <a:defRPr sz="2550" b="1">
                <a:solidFill>
                  <a:srgbClr val="167D8D"/>
                </a:solidFill>
                <a:latin typeface="Arial"/>
                <a:ea typeface="Arial"/>
                <a:cs typeface="Arial"/>
              </a:defRPr>
            </a:lvl8pPr>
            <a:lvl9pPr algn="r">
              <a:defRPr sz="2550" b="1">
                <a:solidFill>
                  <a:srgbClr val="167D8D"/>
                </a:solidFill>
                <a:latin typeface="Arial"/>
                <a:ea typeface="Arial"/>
                <a:cs typeface="Arial"/>
              </a:defRPr>
            </a:lvl9pPr>
          </a:lstStyle>
          <a:p xmlns:a="http://schemas.openxmlformats.org/drawingml/2006/main">
            <a:pPr algn="r">
              <a:defRPr sz="2550" b="1">
                <a:solidFill>
                  <a:srgbClr val="167D8D"/>
                </a:solidFill>
                <a:latin typeface="Arial"/>
                <a:ea typeface="Arial"/>
                <a:cs typeface="Arial"/>
              </a:defRPr>
            </a:pPr>
            <a:r>
              <a:rPr sz="2550" b="1">
                <a:solidFill>
                  <a:srgbClr val="167D8D"/>
                </a:solidFill>
                <a:latin typeface="Arial"/>
                <a:ea typeface="Arial"/>
                <a:cs typeface="Arial"/>
              </a:rPr>
              <a:t>تقديرية</a:t>
            </a:r>
          </a:p>
        </p:txBody>
      </p:sp>
      <p:sp>
        <p:nvSpPr>
          <p:cNvPr id="9" name="">
            <a:extLst xmlns:a="http://schemas.openxmlformats.org/drawingml/2006/main">
              <a:ext uri="{FF2B5EF4-FFF2-40B4-BE49-F238E27FC236}">
                <a16:creationId xmlns:a16="http://schemas.microsoft.com/office/drawing/2014/main" id="{BFAE9CE3-BE99-4ABC-9D1D-6B72908865CF}"/>
              </a:ext>
            </a:extLst>
          </p:cNvPr>
          <p:cNvSpPr>
            <a:spLocks xmlns:a="http://schemas.openxmlformats.org/drawingml/2006/main" noGrp="1"/>
          </p:cNvSpPr>
          <p:nvPr/>
        </p:nvSpPr>
        <p:spPr>
          <a:xfrm xmlns:a="http://schemas.openxmlformats.org/drawingml/2006/main">
            <a:off x="12644624" y="2333625"/>
            <a:ext cx="319143"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550" b="1">
                <a:solidFill>
                  <a:srgbClr val="167D8D"/>
                </a:solidFill>
                <a:latin typeface="Arial"/>
                <a:ea typeface="Arial"/>
                <a:cs typeface="Arial"/>
              </a:defRPr>
            </a:defPPr>
            <a:lvl1pPr algn="r">
              <a:defRPr sz="2550" b="1">
                <a:solidFill>
                  <a:srgbClr val="167D8D"/>
                </a:solidFill>
                <a:latin typeface="Arial"/>
                <a:ea typeface="Arial"/>
                <a:cs typeface="Arial"/>
              </a:defRPr>
            </a:lvl1pPr>
            <a:lvl2pPr algn="r">
              <a:defRPr sz="2550" b="1">
                <a:solidFill>
                  <a:srgbClr val="167D8D"/>
                </a:solidFill>
                <a:latin typeface="Arial"/>
                <a:ea typeface="Arial"/>
                <a:cs typeface="Arial"/>
              </a:defRPr>
            </a:lvl2pPr>
            <a:lvl3pPr algn="r">
              <a:defRPr sz="2550" b="1">
                <a:solidFill>
                  <a:srgbClr val="167D8D"/>
                </a:solidFill>
                <a:latin typeface="Arial"/>
                <a:ea typeface="Arial"/>
                <a:cs typeface="Arial"/>
              </a:defRPr>
            </a:lvl3pPr>
            <a:lvl4pPr algn="r">
              <a:defRPr sz="2550" b="1">
                <a:solidFill>
                  <a:srgbClr val="167D8D"/>
                </a:solidFill>
                <a:latin typeface="Arial"/>
                <a:ea typeface="Arial"/>
                <a:cs typeface="Arial"/>
              </a:defRPr>
            </a:lvl4pPr>
            <a:lvl5pPr algn="r">
              <a:defRPr sz="2550" b="1">
                <a:solidFill>
                  <a:srgbClr val="167D8D"/>
                </a:solidFill>
                <a:latin typeface="Arial"/>
                <a:ea typeface="Arial"/>
                <a:cs typeface="Arial"/>
              </a:defRPr>
            </a:lvl5pPr>
            <a:lvl6pPr algn="r">
              <a:defRPr sz="2550" b="1">
                <a:solidFill>
                  <a:srgbClr val="167D8D"/>
                </a:solidFill>
                <a:latin typeface="Arial"/>
                <a:ea typeface="Arial"/>
                <a:cs typeface="Arial"/>
              </a:defRPr>
            </a:lvl6pPr>
            <a:lvl7pPr algn="r">
              <a:defRPr sz="2550" b="1">
                <a:solidFill>
                  <a:srgbClr val="167D8D"/>
                </a:solidFill>
                <a:latin typeface="Arial"/>
                <a:ea typeface="Arial"/>
                <a:cs typeface="Arial"/>
              </a:defRPr>
            </a:lvl7pPr>
            <a:lvl8pPr algn="r">
              <a:defRPr sz="2550" b="1">
                <a:solidFill>
                  <a:srgbClr val="167D8D"/>
                </a:solidFill>
                <a:latin typeface="Arial"/>
                <a:ea typeface="Arial"/>
                <a:cs typeface="Arial"/>
              </a:defRPr>
            </a:lvl8pPr>
            <a:lvl9pPr algn="r">
              <a:defRPr sz="2550" b="1">
                <a:solidFill>
                  <a:srgbClr val="167D8D"/>
                </a:solidFill>
                <a:latin typeface="Arial"/>
                <a:ea typeface="Arial"/>
                <a:cs typeface="Arial"/>
              </a:defRPr>
            </a:lvl9pPr>
          </a:lstStyle>
          <a:p xmlns:a="http://schemas.openxmlformats.org/drawingml/2006/main">
            <a:pPr algn="r">
              <a:defRPr sz="2550" b="1">
                <a:solidFill>
                  <a:srgbClr val="167D8D"/>
                </a:solidFill>
                <a:latin typeface="Arial"/>
                <a:ea typeface="Arial"/>
                <a:cs typeface="Arial"/>
              </a:defRPr>
            </a:pPr>
            <a:r>
              <a:rPr sz="2550" b="1">
                <a:solidFill>
                  <a:srgbClr val="167D8D"/>
                </a:solidFill>
                <a:latin typeface="Arial"/>
                <a:ea typeface="Arial"/>
                <a:cs typeface="Arial"/>
              </a:rPr>
              <a:t>من</a:t>
            </a:r>
          </a:p>
        </p:txBody>
      </p:sp>
      <p:sp>
        <p:nvSpPr>
          <p:cNvPr id="10" name="">
            <a:extLst xmlns:a="http://schemas.openxmlformats.org/drawingml/2006/main">
              <a:ext uri="{FF2B5EF4-FFF2-40B4-BE49-F238E27FC236}">
                <a16:creationId xmlns:a16="http://schemas.microsoft.com/office/drawing/2014/main" id="{698A9AC0-6659-4673-B559-E1F0EDB808EB}"/>
              </a:ext>
            </a:extLst>
          </p:cNvPr>
          <p:cNvSpPr>
            <a:spLocks xmlns:a="http://schemas.openxmlformats.org/drawingml/2006/main" noGrp="1"/>
          </p:cNvSpPr>
          <p:nvPr/>
        </p:nvSpPr>
        <p:spPr>
          <a:xfrm xmlns:a="http://schemas.openxmlformats.org/drawingml/2006/main">
            <a:off x="12184011" y="2333625"/>
            <a:ext cx="36974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67D8D"/>
                </a:solidFill>
                <a:latin typeface="Arial"/>
                <a:ea typeface="Arial"/>
                <a:cs typeface="Arial"/>
              </a:defRPr>
            </a:defPPr>
            <a:lvl1pPr algn="l">
              <a:defRPr sz="2550" b="1">
                <a:solidFill>
                  <a:srgbClr val="167D8D"/>
                </a:solidFill>
                <a:latin typeface="Arial"/>
                <a:ea typeface="Arial"/>
                <a:cs typeface="Arial"/>
              </a:defRPr>
            </a:lvl1pPr>
            <a:lvl2pPr algn="l">
              <a:defRPr sz="2550" b="1">
                <a:solidFill>
                  <a:srgbClr val="167D8D"/>
                </a:solidFill>
                <a:latin typeface="Arial"/>
                <a:ea typeface="Arial"/>
                <a:cs typeface="Arial"/>
              </a:defRPr>
            </a:lvl2pPr>
            <a:lvl3pPr algn="l">
              <a:defRPr sz="2550" b="1">
                <a:solidFill>
                  <a:srgbClr val="167D8D"/>
                </a:solidFill>
                <a:latin typeface="Arial"/>
                <a:ea typeface="Arial"/>
                <a:cs typeface="Arial"/>
              </a:defRPr>
            </a:lvl3pPr>
            <a:lvl4pPr algn="l">
              <a:defRPr sz="2550" b="1">
                <a:solidFill>
                  <a:srgbClr val="167D8D"/>
                </a:solidFill>
                <a:latin typeface="Arial"/>
                <a:ea typeface="Arial"/>
                <a:cs typeface="Arial"/>
              </a:defRPr>
            </a:lvl4pPr>
            <a:lvl5pPr algn="l">
              <a:defRPr sz="2550" b="1">
                <a:solidFill>
                  <a:srgbClr val="167D8D"/>
                </a:solidFill>
                <a:latin typeface="Arial"/>
                <a:ea typeface="Arial"/>
                <a:cs typeface="Arial"/>
              </a:defRPr>
            </a:lvl5pPr>
            <a:lvl6pPr algn="l">
              <a:defRPr sz="2550" b="1">
                <a:solidFill>
                  <a:srgbClr val="167D8D"/>
                </a:solidFill>
                <a:latin typeface="Arial"/>
                <a:ea typeface="Arial"/>
                <a:cs typeface="Arial"/>
              </a:defRPr>
            </a:lvl6pPr>
            <a:lvl7pPr algn="l">
              <a:defRPr sz="2550" b="1">
                <a:solidFill>
                  <a:srgbClr val="167D8D"/>
                </a:solidFill>
                <a:latin typeface="Arial"/>
                <a:ea typeface="Arial"/>
                <a:cs typeface="Arial"/>
              </a:defRPr>
            </a:lvl7pPr>
            <a:lvl8pPr algn="l">
              <a:defRPr sz="2550" b="1">
                <a:solidFill>
                  <a:srgbClr val="167D8D"/>
                </a:solidFill>
                <a:latin typeface="Arial"/>
                <a:ea typeface="Arial"/>
                <a:cs typeface="Arial"/>
              </a:defRPr>
            </a:lvl8pPr>
            <a:lvl9pPr algn="l">
              <a:defRPr sz="2550" b="1">
                <a:solidFill>
                  <a:srgbClr val="167D8D"/>
                </a:solidFill>
                <a:latin typeface="Arial"/>
                <a:ea typeface="Arial"/>
                <a:cs typeface="Arial"/>
              </a:defRPr>
            </a:lvl9pPr>
          </a:lstStyle>
          <a:p xmlns:a="http://schemas.openxmlformats.org/drawingml/2006/main">
            <a:pPr algn="l">
              <a:defRPr sz="2550" b="1">
                <a:solidFill>
                  <a:srgbClr val="167D8D"/>
                </a:solidFill>
                <a:latin typeface="Arial"/>
                <a:ea typeface="Arial"/>
                <a:cs typeface="Arial"/>
              </a:defRPr>
            </a:pPr>
            <a:r>
              <a:rPr sz="2550" b="1">
                <a:solidFill>
                  <a:srgbClr val="167D8D"/>
                </a:solidFill>
                <a:latin typeface="Arial"/>
                <a:ea typeface="Arial"/>
                <a:cs typeface="Arial"/>
              </a:rPr>
              <a:t>26</a:t>
            </a:r>
          </a:p>
        </p:txBody>
      </p:sp>
      <p:sp>
        <p:nvSpPr>
          <p:cNvPr id="11" name="">
            <a:extLst xmlns:a="http://schemas.openxmlformats.org/drawingml/2006/main">
              <a:ext uri="{FF2B5EF4-FFF2-40B4-BE49-F238E27FC236}">
                <a16:creationId xmlns:a16="http://schemas.microsoft.com/office/drawing/2014/main" id="{622B3E48-A5C3-4217-81A2-F1E366A5A237}"/>
              </a:ext>
            </a:extLst>
          </p:cNvPr>
          <p:cNvSpPr>
            <a:spLocks xmlns:a="http://schemas.openxmlformats.org/drawingml/2006/main" noGrp="1"/>
          </p:cNvSpPr>
          <p:nvPr/>
        </p:nvSpPr>
        <p:spPr>
          <a:xfrm xmlns:a="http://schemas.openxmlformats.org/drawingml/2006/main">
            <a:off x="11434652" y="2333625"/>
            <a:ext cx="658490"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550" b="1">
                <a:solidFill>
                  <a:srgbClr val="167D8D"/>
                </a:solidFill>
                <a:latin typeface="Arial"/>
                <a:ea typeface="Arial"/>
                <a:cs typeface="Arial"/>
              </a:defRPr>
            </a:defPPr>
            <a:lvl1pPr algn="r">
              <a:defRPr sz="2550" b="1">
                <a:solidFill>
                  <a:srgbClr val="167D8D"/>
                </a:solidFill>
                <a:latin typeface="Arial"/>
                <a:ea typeface="Arial"/>
                <a:cs typeface="Arial"/>
              </a:defRPr>
            </a:lvl1pPr>
            <a:lvl2pPr algn="r">
              <a:defRPr sz="2550" b="1">
                <a:solidFill>
                  <a:srgbClr val="167D8D"/>
                </a:solidFill>
                <a:latin typeface="Arial"/>
                <a:ea typeface="Arial"/>
                <a:cs typeface="Arial"/>
              </a:defRPr>
            </a:lvl2pPr>
            <a:lvl3pPr algn="r">
              <a:defRPr sz="2550" b="1">
                <a:solidFill>
                  <a:srgbClr val="167D8D"/>
                </a:solidFill>
                <a:latin typeface="Arial"/>
                <a:ea typeface="Arial"/>
                <a:cs typeface="Arial"/>
              </a:defRPr>
            </a:lvl3pPr>
            <a:lvl4pPr algn="r">
              <a:defRPr sz="2550" b="1">
                <a:solidFill>
                  <a:srgbClr val="167D8D"/>
                </a:solidFill>
                <a:latin typeface="Arial"/>
                <a:ea typeface="Arial"/>
                <a:cs typeface="Arial"/>
              </a:defRPr>
            </a:lvl4pPr>
            <a:lvl5pPr algn="r">
              <a:defRPr sz="2550" b="1">
                <a:solidFill>
                  <a:srgbClr val="167D8D"/>
                </a:solidFill>
                <a:latin typeface="Arial"/>
                <a:ea typeface="Arial"/>
                <a:cs typeface="Arial"/>
              </a:defRPr>
            </a:lvl5pPr>
            <a:lvl6pPr algn="r">
              <a:defRPr sz="2550" b="1">
                <a:solidFill>
                  <a:srgbClr val="167D8D"/>
                </a:solidFill>
                <a:latin typeface="Arial"/>
                <a:ea typeface="Arial"/>
                <a:cs typeface="Arial"/>
              </a:defRPr>
            </a:lvl6pPr>
            <a:lvl7pPr algn="r">
              <a:defRPr sz="2550" b="1">
                <a:solidFill>
                  <a:srgbClr val="167D8D"/>
                </a:solidFill>
                <a:latin typeface="Arial"/>
                <a:ea typeface="Arial"/>
                <a:cs typeface="Arial"/>
              </a:defRPr>
            </a:lvl7pPr>
            <a:lvl8pPr algn="r">
              <a:defRPr sz="2550" b="1">
                <a:solidFill>
                  <a:srgbClr val="167D8D"/>
                </a:solidFill>
                <a:latin typeface="Arial"/>
                <a:ea typeface="Arial"/>
                <a:cs typeface="Arial"/>
              </a:defRPr>
            </a:lvl8pPr>
            <a:lvl9pPr algn="r">
              <a:defRPr sz="2550" b="1">
                <a:solidFill>
                  <a:srgbClr val="167D8D"/>
                </a:solidFill>
                <a:latin typeface="Arial"/>
                <a:ea typeface="Arial"/>
                <a:cs typeface="Arial"/>
              </a:defRPr>
            </a:lvl9pPr>
          </a:lstStyle>
          <a:p xmlns:a="http://schemas.openxmlformats.org/drawingml/2006/main">
            <a:pPr algn="r">
              <a:defRPr sz="2550" b="1">
                <a:solidFill>
                  <a:srgbClr val="167D8D"/>
                </a:solidFill>
                <a:latin typeface="Arial"/>
                <a:ea typeface="Arial"/>
                <a:cs typeface="Arial"/>
              </a:defRPr>
            </a:pPr>
            <a:r>
              <a:rPr sz="2550" b="1">
                <a:solidFill>
                  <a:srgbClr val="167D8D"/>
                </a:solidFill>
                <a:latin typeface="Arial"/>
                <a:ea typeface="Arial"/>
                <a:cs typeface="Arial"/>
              </a:rPr>
              <a:t>أكتوبر</a:t>
            </a:r>
          </a:p>
        </p:txBody>
      </p:sp>
      <p:sp>
        <p:nvSpPr>
          <p:cNvPr id="12" name="">
            <a:extLst xmlns:a="http://schemas.openxmlformats.org/drawingml/2006/main">
              <a:ext uri="{FF2B5EF4-FFF2-40B4-BE49-F238E27FC236}">
                <a16:creationId xmlns:a16="http://schemas.microsoft.com/office/drawing/2014/main" id="{6F4929F8-C3BD-4812-AC5E-A920F1A64FA9}"/>
              </a:ext>
            </a:extLst>
          </p:cNvPr>
          <p:cNvSpPr>
            <a:spLocks xmlns:a="http://schemas.openxmlformats.org/drawingml/2006/main" noGrp="1"/>
          </p:cNvSpPr>
          <p:nvPr/>
        </p:nvSpPr>
        <p:spPr>
          <a:xfrm xmlns:a="http://schemas.openxmlformats.org/drawingml/2006/main">
            <a:off x="10613819" y="2333625"/>
            <a:ext cx="72996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67D8D"/>
                </a:solidFill>
                <a:latin typeface="Arial"/>
                <a:ea typeface="Arial"/>
                <a:cs typeface="Arial"/>
              </a:defRPr>
            </a:defPPr>
            <a:lvl1pPr algn="l">
              <a:defRPr sz="2550" b="1">
                <a:solidFill>
                  <a:srgbClr val="167D8D"/>
                </a:solidFill>
                <a:latin typeface="Arial"/>
                <a:ea typeface="Arial"/>
                <a:cs typeface="Arial"/>
              </a:defRPr>
            </a:lvl1pPr>
            <a:lvl2pPr algn="l">
              <a:defRPr sz="2550" b="1">
                <a:solidFill>
                  <a:srgbClr val="167D8D"/>
                </a:solidFill>
                <a:latin typeface="Arial"/>
                <a:ea typeface="Arial"/>
                <a:cs typeface="Arial"/>
              </a:defRPr>
            </a:lvl2pPr>
            <a:lvl3pPr algn="l">
              <a:defRPr sz="2550" b="1">
                <a:solidFill>
                  <a:srgbClr val="167D8D"/>
                </a:solidFill>
                <a:latin typeface="Arial"/>
                <a:ea typeface="Arial"/>
                <a:cs typeface="Arial"/>
              </a:defRPr>
            </a:lvl3pPr>
            <a:lvl4pPr algn="l">
              <a:defRPr sz="2550" b="1">
                <a:solidFill>
                  <a:srgbClr val="167D8D"/>
                </a:solidFill>
                <a:latin typeface="Arial"/>
                <a:ea typeface="Arial"/>
                <a:cs typeface="Arial"/>
              </a:defRPr>
            </a:lvl4pPr>
            <a:lvl5pPr algn="l">
              <a:defRPr sz="2550" b="1">
                <a:solidFill>
                  <a:srgbClr val="167D8D"/>
                </a:solidFill>
                <a:latin typeface="Arial"/>
                <a:ea typeface="Arial"/>
                <a:cs typeface="Arial"/>
              </a:defRPr>
            </a:lvl5pPr>
            <a:lvl6pPr algn="l">
              <a:defRPr sz="2550" b="1">
                <a:solidFill>
                  <a:srgbClr val="167D8D"/>
                </a:solidFill>
                <a:latin typeface="Arial"/>
                <a:ea typeface="Arial"/>
                <a:cs typeface="Arial"/>
              </a:defRPr>
            </a:lvl6pPr>
            <a:lvl7pPr algn="l">
              <a:defRPr sz="2550" b="1">
                <a:solidFill>
                  <a:srgbClr val="167D8D"/>
                </a:solidFill>
                <a:latin typeface="Arial"/>
                <a:ea typeface="Arial"/>
                <a:cs typeface="Arial"/>
              </a:defRPr>
            </a:lvl7pPr>
            <a:lvl8pPr algn="l">
              <a:defRPr sz="2550" b="1">
                <a:solidFill>
                  <a:srgbClr val="167D8D"/>
                </a:solidFill>
                <a:latin typeface="Arial"/>
                <a:ea typeface="Arial"/>
                <a:cs typeface="Arial"/>
              </a:defRPr>
            </a:lvl8pPr>
            <a:lvl9pPr algn="l">
              <a:defRPr sz="2550" b="1">
                <a:solidFill>
                  <a:srgbClr val="167D8D"/>
                </a:solidFill>
                <a:latin typeface="Arial"/>
                <a:ea typeface="Arial"/>
                <a:cs typeface="Arial"/>
              </a:defRPr>
            </a:lvl9pPr>
          </a:lstStyle>
          <a:p xmlns:a="http://schemas.openxmlformats.org/drawingml/2006/main">
            <a:pPr algn="l">
              <a:defRPr sz="2550" b="1">
                <a:solidFill>
                  <a:srgbClr val="167D8D"/>
                </a:solidFill>
                <a:latin typeface="Arial"/>
                <a:ea typeface="Arial"/>
                <a:cs typeface="Arial"/>
              </a:defRPr>
            </a:pPr>
            <a:r>
              <a:rPr sz="2550" b="1">
                <a:solidFill>
                  <a:srgbClr val="167D8D"/>
                </a:solidFill>
                <a:latin typeface="Arial"/>
                <a:ea typeface="Arial"/>
                <a:cs typeface="Arial"/>
              </a:rPr>
              <a:t>2026</a:t>
            </a:r>
          </a:p>
        </p:txBody>
      </p:sp>
      <p:sp>
        <p:nvSpPr>
          <p:cNvPr id="13" name="">
            <a:extLst xmlns:a="http://schemas.openxmlformats.org/drawingml/2006/main">
              <a:ext uri="{FF2B5EF4-FFF2-40B4-BE49-F238E27FC236}">
                <a16:creationId xmlns:a16="http://schemas.microsoft.com/office/drawing/2014/main" id="{101FA160-95F8-4730-B074-EABC6580CEE9}"/>
              </a:ext>
            </a:extLst>
          </p:cNvPr>
          <p:cNvSpPr>
            <a:spLocks xmlns:a="http://schemas.openxmlformats.org/drawingml/2006/main" noGrp="1"/>
          </p:cNvSpPr>
          <p:nvPr/>
        </p:nvSpPr>
        <p:spPr>
          <a:xfrm xmlns:a="http://schemas.openxmlformats.org/drawingml/2006/main">
            <a:off x="10187836" y="2333625"/>
            <a:ext cx="335114"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550" b="1">
                <a:solidFill>
                  <a:srgbClr val="167D8D"/>
                </a:solidFill>
                <a:latin typeface="Arial"/>
                <a:ea typeface="Arial"/>
                <a:cs typeface="Arial"/>
              </a:defRPr>
            </a:defPPr>
            <a:lvl1pPr algn="r">
              <a:defRPr sz="2550" b="1">
                <a:solidFill>
                  <a:srgbClr val="167D8D"/>
                </a:solidFill>
                <a:latin typeface="Arial"/>
                <a:ea typeface="Arial"/>
                <a:cs typeface="Arial"/>
              </a:defRPr>
            </a:lvl1pPr>
            <a:lvl2pPr algn="r">
              <a:defRPr sz="2550" b="1">
                <a:solidFill>
                  <a:srgbClr val="167D8D"/>
                </a:solidFill>
                <a:latin typeface="Arial"/>
                <a:ea typeface="Arial"/>
                <a:cs typeface="Arial"/>
              </a:defRPr>
            </a:lvl2pPr>
            <a:lvl3pPr algn="r">
              <a:defRPr sz="2550" b="1">
                <a:solidFill>
                  <a:srgbClr val="167D8D"/>
                </a:solidFill>
                <a:latin typeface="Arial"/>
                <a:ea typeface="Arial"/>
                <a:cs typeface="Arial"/>
              </a:defRPr>
            </a:lvl3pPr>
            <a:lvl4pPr algn="r">
              <a:defRPr sz="2550" b="1">
                <a:solidFill>
                  <a:srgbClr val="167D8D"/>
                </a:solidFill>
                <a:latin typeface="Arial"/>
                <a:ea typeface="Arial"/>
                <a:cs typeface="Arial"/>
              </a:defRPr>
            </a:lvl4pPr>
            <a:lvl5pPr algn="r">
              <a:defRPr sz="2550" b="1">
                <a:solidFill>
                  <a:srgbClr val="167D8D"/>
                </a:solidFill>
                <a:latin typeface="Arial"/>
                <a:ea typeface="Arial"/>
                <a:cs typeface="Arial"/>
              </a:defRPr>
            </a:lvl5pPr>
            <a:lvl6pPr algn="r">
              <a:defRPr sz="2550" b="1">
                <a:solidFill>
                  <a:srgbClr val="167D8D"/>
                </a:solidFill>
                <a:latin typeface="Arial"/>
                <a:ea typeface="Arial"/>
                <a:cs typeface="Arial"/>
              </a:defRPr>
            </a:lvl6pPr>
            <a:lvl7pPr algn="r">
              <a:defRPr sz="2550" b="1">
                <a:solidFill>
                  <a:srgbClr val="167D8D"/>
                </a:solidFill>
                <a:latin typeface="Arial"/>
                <a:ea typeface="Arial"/>
                <a:cs typeface="Arial"/>
              </a:defRPr>
            </a:lvl7pPr>
            <a:lvl8pPr algn="r">
              <a:defRPr sz="2550" b="1">
                <a:solidFill>
                  <a:srgbClr val="167D8D"/>
                </a:solidFill>
                <a:latin typeface="Arial"/>
                <a:ea typeface="Arial"/>
                <a:cs typeface="Arial"/>
              </a:defRPr>
            </a:lvl8pPr>
            <a:lvl9pPr algn="r">
              <a:defRPr sz="2550" b="1">
                <a:solidFill>
                  <a:srgbClr val="167D8D"/>
                </a:solidFill>
                <a:latin typeface="Arial"/>
                <a:ea typeface="Arial"/>
                <a:cs typeface="Arial"/>
              </a:defRPr>
            </a:lvl9pPr>
          </a:lstStyle>
          <a:p xmlns:a="http://schemas.openxmlformats.org/drawingml/2006/main">
            <a:pPr algn="r">
              <a:defRPr sz="2550" b="1">
                <a:solidFill>
                  <a:srgbClr val="167D8D"/>
                </a:solidFill>
                <a:latin typeface="Arial"/>
                <a:ea typeface="Arial"/>
                <a:cs typeface="Arial"/>
              </a:defRPr>
            </a:pPr>
            <a:r>
              <a:rPr sz="2550" b="1">
                <a:solidFill>
                  <a:srgbClr val="167D8D"/>
                </a:solidFill>
                <a:latin typeface="Arial"/>
                <a:ea typeface="Arial"/>
                <a:cs typeface="Arial"/>
              </a:rPr>
              <a:t>إلى</a:t>
            </a:r>
          </a:p>
        </p:txBody>
      </p:sp>
      <p:sp>
        <p:nvSpPr>
          <p:cNvPr id="14" name="">
            <a:extLst xmlns:a="http://schemas.openxmlformats.org/drawingml/2006/main">
              <a:ext uri="{FF2B5EF4-FFF2-40B4-BE49-F238E27FC236}">
                <a16:creationId xmlns:a16="http://schemas.microsoft.com/office/drawing/2014/main" id="{8486E3A7-C935-4B88-8B33-2DA10803E338}"/>
              </a:ext>
            </a:extLst>
          </p:cNvPr>
          <p:cNvSpPr>
            <a:spLocks xmlns:a="http://schemas.openxmlformats.org/drawingml/2006/main" noGrp="1"/>
          </p:cNvSpPr>
          <p:nvPr/>
        </p:nvSpPr>
        <p:spPr>
          <a:xfrm xmlns:a="http://schemas.openxmlformats.org/drawingml/2006/main">
            <a:off x="9907333" y="2333625"/>
            <a:ext cx="18963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67D8D"/>
                </a:solidFill>
                <a:latin typeface="Arial"/>
                <a:ea typeface="Arial"/>
                <a:cs typeface="Arial"/>
              </a:defRPr>
            </a:defPPr>
            <a:lvl1pPr algn="l">
              <a:defRPr sz="2550" b="1">
                <a:solidFill>
                  <a:srgbClr val="167D8D"/>
                </a:solidFill>
                <a:latin typeface="Arial"/>
                <a:ea typeface="Arial"/>
                <a:cs typeface="Arial"/>
              </a:defRPr>
            </a:lvl1pPr>
            <a:lvl2pPr algn="l">
              <a:defRPr sz="2550" b="1">
                <a:solidFill>
                  <a:srgbClr val="167D8D"/>
                </a:solidFill>
                <a:latin typeface="Arial"/>
                <a:ea typeface="Arial"/>
                <a:cs typeface="Arial"/>
              </a:defRPr>
            </a:lvl2pPr>
            <a:lvl3pPr algn="l">
              <a:defRPr sz="2550" b="1">
                <a:solidFill>
                  <a:srgbClr val="167D8D"/>
                </a:solidFill>
                <a:latin typeface="Arial"/>
                <a:ea typeface="Arial"/>
                <a:cs typeface="Arial"/>
              </a:defRPr>
            </a:lvl3pPr>
            <a:lvl4pPr algn="l">
              <a:defRPr sz="2550" b="1">
                <a:solidFill>
                  <a:srgbClr val="167D8D"/>
                </a:solidFill>
                <a:latin typeface="Arial"/>
                <a:ea typeface="Arial"/>
                <a:cs typeface="Arial"/>
              </a:defRPr>
            </a:lvl4pPr>
            <a:lvl5pPr algn="l">
              <a:defRPr sz="2550" b="1">
                <a:solidFill>
                  <a:srgbClr val="167D8D"/>
                </a:solidFill>
                <a:latin typeface="Arial"/>
                <a:ea typeface="Arial"/>
                <a:cs typeface="Arial"/>
              </a:defRPr>
            </a:lvl5pPr>
            <a:lvl6pPr algn="l">
              <a:defRPr sz="2550" b="1">
                <a:solidFill>
                  <a:srgbClr val="167D8D"/>
                </a:solidFill>
                <a:latin typeface="Arial"/>
                <a:ea typeface="Arial"/>
                <a:cs typeface="Arial"/>
              </a:defRPr>
            </a:lvl6pPr>
            <a:lvl7pPr algn="l">
              <a:defRPr sz="2550" b="1">
                <a:solidFill>
                  <a:srgbClr val="167D8D"/>
                </a:solidFill>
                <a:latin typeface="Arial"/>
                <a:ea typeface="Arial"/>
                <a:cs typeface="Arial"/>
              </a:defRPr>
            </a:lvl7pPr>
            <a:lvl8pPr algn="l">
              <a:defRPr sz="2550" b="1">
                <a:solidFill>
                  <a:srgbClr val="167D8D"/>
                </a:solidFill>
                <a:latin typeface="Arial"/>
                <a:ea typeface="Arial"/>
                <a:cs typeface="Arial"/>
              </a:defRPr>
            </a:lvl8pPr>
            <a:lvl9pPr algn="l">
              <a:defRPr sz="2550" b="1">
                <a:solidFill>
                  <a:srgbClr val="167D8D"/>
                </a:solidFill>
                <a:latin typeface="Arial"/>
                <a:ea typeface="Arial"/>
                <a:cs typeface="Arial"/>
              </a:defRPr>
            </a:lvl9pPr>
          </a:lstStyle>
          <a:p xmlns:a="http://schemas.openxmlformats.org/drawingml/2006/main">
            <a:pPr algn="l">
              <a:defRPr sz="2550" b="1">
                <a:solidFill>
                  <a:srgbClr val="167D8D"/>
                </a:solidFill>
                <a:latin typeface="Arial"/>
                <a:ea typeface="Arial"/>
                <a:cs typeface="Arial"/>
              </a:defRPr>
            </a:pPr>
            <a:r>
              <a:rPr sz="2550" b="1">
                <a:solidFill>
                  <a:srgbClr val="167D8D"/>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E5F18AE4-4892-4D69-9D52-BAA794B7C25E}"/>
              </a:ext>
            </a:extLst>
          </p:cNvPr>
          <p:cNvSpPr>
            <a:spLocks xmlns:a="http://schemas.openxmlformats.org/drawingml/2006/main" noGrp="1"/>
          </p:cNvSpPr>
          <p:nvPr/>
        </p:nvSpPr>
        <p:spPr>
          <a:xfrm xmlns:a="http://schemas.openxmlformats.org/drawingml/2006/main">
            <a:off x="9327173" y="2333625"/>
            <a:ext cx="489291"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550" b="1">
                <a:solidFill>
                  <a:srgbClr val="167D8D"/>
                </a:solidFill>
                <a:latin typeface="Arial"/>
                <a:ea typeface="Arial"/>
                <a:cs typeface="Arial"/>
              </a:defRPr>
            </a:defPPr>
            <a:lvl1pPr algn="r">
              <a:defRPr sz="2550" b="1">
                <a:solidFill>
                  <a:srgbClr val="167D8D"/>
                </a:solidFill>
                <a:latin typeface="Arial"/>
                <a:ea typeface="Arial"/>
                <a:cs typeface="Arial"/>
              </a:defRPr>
            </a:lvl1pPr>
            <a:lvl2pPr algn="r">
              <a:defRPr sz="2550" b="1">
                <a:solidFill>
                  <a:srgbClr val="167D8D"/>
                </a:solidFill>
                <a:latin typeface="Arial"/>
                <a:ea typeface="Arial"/>
                <a:cs typeface="Arial"/>
              </a:defRPr>
            </a:lvl2pPr>
            <a:lvl3pPr algn="r">
              <a:defRPr sz="2550" b="1">
                <a:solidFill>
                  <a:srgbClr val="167D8D"/>
                </a:solidFill>
                <a:latin typeface="Arial"/>
                <a:ea typeface="Arial"/>
                <a:cs typeface="Arial"/>
              </a:defRPr>
            </a:lvl3pPr>
            <a:lvl4pPr algn="r">
              <a:defRPr sz="2550" b="1">
                <a:solidFill>
                  <a:srgbClr val="167D8D"/>
                </a:solidFill>
                <a:latin typeface="Arial"/>
                <a:ea typeface="Arial"/>
                <a:cs typeface="Arial"/>
              </a:defRPr>
            </a:lvl4pPr>
            <a:lvl5pPr algn="r">
              <a:defRPr sz="2550" b="1">
                <a:solidFill>
                  <a:srgbClr val="167D8D"/>
                </a:solidFill>
                <a:latin typeface="Arial"/>
                <a:ea typeface="Arial"/>
                <a:cs typeface="Arial"/>
              </a:defRPr>
            </a:lvl5pPr>
            <a:lvl6pPr algn="r">
              <a:defRPr sz="2550" b="1">
                <a:solidFill>
                  <a:srgbClr val="167D8D"/>
                </a:solidFill>
                <a:latin typeface="Arial"/>
                <a:ea typeface="Arial"/>
                <a:cs typeface="Arial"/>
              </a:defRPr>
            </a:lvl6pPr>
            <a:lvl7pPr algn="r">
              <a:defRPr sz="2550" b="1">
                <a:solidFill>
                  <a:srgbClr val="167D8D"/>
                </a:solidFill>
                <a:latin typeface="Arial"/>
                <a:ea typeface="Arial"/>
                <a:cs typeface="Arial"/>
              </a:defRPr>
            </a:lvl7pPr>
            <a:lvl8pPr algn="r">
              <a:defRPr sz="2550" b="1">
                <a:solidFill>
                  <a:srgbClr val="167D8D"/>
                </a:solidFill>
                <a:latin typeface="Arial"/>
                <a:ea typeface="Arial"/>
                <a:cs typeface="Arial"/>
              </a:defRPr>
            </a:lvl8pPr>
            <a:lvl9pPr algn="r">
              <a:defRPr sz="2550" b="1">
                <a:solidFill>
                  <a:srgbClr val="167D8D"/>
                </a:solidFill>
                <a:latin typeface="Arial"/>
                <a:ea typeface="Arial"/>
                <a:cs typeface="Arial"/>
              </a:defRPr>
            </a:lvl9pPr>
          </a:lstStyle>
          <a:p xmlns:a="http://schemas.openxmlformats.org/drawingml/2006/main">
            <a:pPr algn="r">
              <a:defRPr sz="2550" b="1">
                <a:solidFill>
                  <a:srgbClr val="167D8D"/>
                </a:solidFill>
                <a:latin typeface="Arial"/>
                <a:ea typeface="Arial"/>
                <a:cs typeface="Arial"/>
              </a:defRPr>
            </a:pPr>
            <a:r>
              <a:rPr sz="2550" b="1">
                <a:solidFill>
                  <a:srgbClr val="167D8D"/>
                </a:solidFill>
                <a:latin typeface="Arial"/>
                <a:ea typeface="Arial"/>
                <a:cs typeface="Arial"/>
              </a:rPr>
              <a:t>يناير</a:t>
            </a:r>
          </a:p>
        </p:txBody>
      </p:sp>
      <p:sp>
        <p:nvSpPr>
          <p:cNvPr id="16" name="">
            <a:extLst xmlns:a="http://schemas.openxmlformats.org/drawingml/2006/main">
              <a:ext uri="{FF2B5EF4-FFF2-40B4-BE49-F238E27FC236}">
                <a16:creationId xmlns:a16="http://schemas.microsoft.com/office/drawing/2014/main" id="{832C65A3-C515-4832-9A72-86B0289588DB}"/>
              </a:ext>
            </a:extLst>
          </p:cNvPr>
          <p:cNvSpPr>
            <a:spLocks xmlns:a="http://schemas.openxmlformats.org/drawingml/2006/main" noGrp="1"/>
          </p:cNvSpPr>
          <p:nvPr/>
        </p:nvSpPr>
        <p:spPr>
          <a:xfrm xmlns:a="http://schemas.openxmlformats.org/drawingml/2006/main">
            <a:off x="8506340" y="2333625"/>
            <a:ext cx="729965" cy="5019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67D8D"/>
                </a:solidFill>
                <a:latin typeface="Arial"/>
                <a:ea typeface="Arial"/>
                <a:cs typeface="Arial"/>
              </a:defRPr>
            </a:defPPr>
            <a:lvl1pPr algn="l">
              <a:defRPr sz="2550" b="1">
                <a:solidFill>
                  <a:srgbClr val="167D8D"/>
                </a:solidFill>
                <a:latin typeface="Arial"/>
                <a:ea typeface="Arial"/>
                <a:cs typeface="Arial"/>
              </a:defRPr>
            </a:lvl1pPr>
            <a:lvl2pPr algn="l">
              <a:defRPr sz="2550" b="1">
                <a:solidFill>
                  <a:srgbClr val="167D8D"/>
                </a:solidFill>
                <a:latin typeface="Arial"/>
                <a:ea typeface="Arial"/>
                <a:cs typeface="Arial"/>
              </a:defRPr>
            </a:lvl2pPr>
            <a:lvl3pPr algn="l">
              <a:defRPr sz="2550" b="1">
                <a:solidFill>
                  <a:srgbClr val="167D8D"/>
                </a:solidFill>
                <a:latin typeface="Arial"/>
                <a:ea typeface="Arial"/>
                <a:cs typeface="Arial"/>
              </a:defRPr>
            </a:lvl3pPr>
            <a:lvl4pPr algn="l">
              <a:defRPr sz="2550" b="1">
                <a:solidFill>
                  <a:srgbClr val="167D8D"/>
                </a:solidFill>
                <a:latin typeface="Arial"/>
                <a:ea typeface="Arial"/>
                <a:cs typeface="Arial"/>
              </a:defRPr>
            </a:lvl4pPr>
            <a:lvl5pPr algn="l">
              <a:defRPr sz="2550" b="1">
                <a:solidFill>
                  <a:srgbClr val="167D8D"/>
                </a:solidFill>
                <a:latin typeface="Arial"/>
                <a:ea typeface="Arial"/>
                <a:cs typeface="Arial"/>
              </a:defRPr>
            </a:lvl5pPr>
            <a:lvl6pPr algn="l">
              <a:defRPr sz="2550" b="1">
                <a:solidFill>
                  <a:srgbClr val="167D8D"/>
                </a:solidFill>
                <a:latin typeface="Arial"/>
                <a:ea typeface="Arial"/>
                <a:cs typeface="Arial"/>
              </a:defRPr>
            </a:lvl6pPr>
            <a:lvl7pPr algn="l">
              <a:defRPr sz="2550" b="1">
                <a:solidFill>
                  <a:srgbClr val="167D8D"/>
                </a:solidFill>
                <a:latin typeface="Arial"/>
                <a:ea typeface="Arial"/>
                <a:cs typeface="Arial"/>
              </a:defRPr>
            </a:lvl7pPr>
            <a:lvl8pPr algn="l">
              <a:defRPr sz="2550" b="1">
                <a:solidFill>
                  <a:srgbClr val="167D8D"/>
                </a:solidFill>
                <a:latin typeface="Arial"/>
                <a:ea typeface="Arial"/>
                <a:cs typeface="Arial"/>
              </a:defRPr>
            </a:lvl8pPr>
            <a:lvl9pPr algn="l">
              <a:defRPr sz="2550" b="1">
                <a:solidFill>
                  <a:srgbClr val="167D8D"/>
                </a:solidFill>
                <a:latin typeface="Arial"/>
                <a:ea typeface="Arial"/>
                <a:cs typeface="Arial"/>
              </a:defRPr>
            </a:lvl9pPr>
          </a:lstStyle>
          <a:p xmlns:a="http://schemas.openxmlformats.org/drawingml/2006/main">
            <a:pPr algn="l">
              <a:defRPr sz="2550" b="1">
                <a:solidFill>
                  <a:srgbClr val="167D8D"/>
                </a:solidFill>
                <a:latin typeface="Arial"/>
                <a:ea typeface="Arial"/>
                <a:cs typeface="Arial"/>
              </a:defRPr>
            </a:pPr>
            <a:r>
              <a:rPr sz="2550" b="1">
                <a:solidFill>
                  <a:srgbClr val="167D8D"/>
                </a:solidFill>
                <a:latin typeface="Arial"/>
                <a:ea typeface="Arial"/>
                <a:cs typeface="Arial"/>
              </a:rPr>
              <a:t>2027</a:t>
            </a:r>
          </a:p>
        </p:txBody>
      </p:sp>
      <p:graphicFrame>
        <p:nvGraphicFramePr>
          <p:cNvPr id="17" name="Chart">
            <a:extLst xmlns:a="http://schemas.openxmlformats.org/drawingml/2006/main">
              <a:ext uri="{FF2B5EF4-FFF2-40B4-BE49-F238E27FC236}">
                <a16:creationId xmlns:a16="http://schemas.microsoft.com/office/drawing/2014/main" id="{27C8D673-323C-4FED-BB54-3435CF442735}"/>
              </a:ext>
            </a:extLst>
          </p:cNvPr>
          <p:cNvGraphicFramePr/>
          <p:nvPr/>
        </p:nvGraphicFramePr>
        <p:xfrm>
          <a:off xmlns:a="http://schemas.openxmlformats.org/drawingml/2006/main" x="762000" y="3143250"/>
          <a:ext xmlns:a="http://schemas.openxmlformats.org/drawingml/2006/main" cx="13620750" cy="4048125"/>
        </p:xfrm>
        <a:graphic xmlns:a="http://schemas.openxmlformats.org/drawingml/2006/main">
          <a:graphicData uri="http://schemas.openxmlformats.org/drawingml/2006/chart">
            <c:chart xmlns:r="http://schemas.openxmlformats.org/officeDocument/2006/relationships" xmlns:c="http://schemas.openxmlformats.org/drawingml/2006/chart" r:id="R678e6c295ec14e97"/>
          </a:graphicData>
        </a:graphic>
      </p:graphicFrame>
      <p:sp>
        <p:nvSpPr>
          <p:cNvPr id="18" name="">
            <a:extLst xmlns:a="http://schemas.openxmlformats.org/drawingml/2006/main">
              <a:ext uri="{FF2B5EF4-FFF2-40B4-BE49-F238E27FC236}">
                <a16:creationId xmlns:a16="http://schemas.microsoft.com/office/drawing/2014/main" id="{5A40B705-A7F3-492D-817B-DFCD1C7EE31B}"/>
              </a:ext>
            </a:extLst>
          </p:cNvPr>
          <p:cNvSpPr>
            <a:spLocks xmlns:a="http://schemas.openxmlformats.org/drawingml/2006/main" noGrp="1"/>
          </p:cNvSpPr>
          <p:nvPr/>
        </p:nvSpPr>
        <p:spPr>
          <a:xfrm xmlns:a="http://schemas.openxmlformats.org/drawingml/2006/main">
            <a:off x="13775810" y="7381875"/>
            <a:ext cx="616465"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DC6A43"/>
                </a:solidFill>
                <a:latin typeface="Arial"/>
                <a:ea typeface="Arial"/>
                <a:cs typeface="Arial"/>
              </a:defRPr>
            </a:defPPr>
            <a:lvl1pPr algn="r">
              <a:defRPr sz="2175" b="1">
                <a:solidFill>
                  <a:srgbClr val="DC6A43"/>
                </a:solidFill>
                <a:latin typeface="Arial"/>
                <a:ea typeface="Arial"/>
                <a:cs typeface="Arial"/>
              </a:defRPr>
            </a:lvl1pPr>
            <a:lvl2pPr algn="r">
              <a:defRPr sz="2175" b="1">
                <a:solidFill>
                  <a:srgbClr val="DC6A43"/>
                </a:solidFill>
                <a:latin typeface="Arial"/>
                <a:ea typeface="Arial"/>
                <a:cs typeface="Arial"/>
              </a:defRPr>
            </a:lvl2pPr>
            <a:lvl3pPr algn="r">
              <a:defRPr sz="2175" b="1">
                <a:solidFill>
                  <a:srgbClr val="DC6A43"/>
                </a:solidFill>
                <a:latin typeface="Arial"/>
                <a:ea typeface="Arial"/>
                <a:cs typeface="Arial"/>
              </a:defRPr>
            </a:lvl3pPr>
            <a:lvl4pPr algn="r">
              <a:defRPr sz="2175" b="1">
                <a:solidFill>
                  <a:srgbClr val="DC6A43"/>
                </a:solidFill>
                <a:latin typeface="Arial"/>
                <a:ea typeface="Arial"/>
                <a:cs typeface="Arial"/>
              </a:defRPr>
            </a:lvl4pPr>
            <a:lvl5pPr algn="r">
              <a:defRPr sz="2175" b="1">
                <a:solidFill>
                  <a:srgbClr val="DC6A43"/>
                </a:solidFill>
                <a:latin typeface="Arial"/>
                <a:ea typeface="Arial"/>
                <a:cs typeface="Arial"/>
              </a:defRPr>
            </a:lvl5pPr>
            <a:lvl6pPr algn="r">
              <a:defRPr sz="2175" b="1">
                <a:solidFill>
                  <a:srgbClr val="DC6A43"/>
                </a:solidFill>
                <a:latin typeface="Arial"/>
                <a:ea typeface="Arial"/>
                <a:cs typeface="Arial"/>
              </a:defRPr>
            </a:lvl6pPr>
            <a:lvl7pPr algn="r">
              <a:defRPr sz="2175" b="1">
                <a:solidFill>
                  <a:srgbClr val="DC6A43"/>
                </a:solidFill>
                <a:latin typeface="Arial"/>
                <a:ea typeface="Arial"/>
                <a:cs typeface="Arial"/>
              </a:defRPr>
            </a:lvl7pPr>
            <a:lvl8pPr algn="r">
              <a:defRPr sz="2175" b="1">
                <a:solidFill>
                  <a:srgbClr val="DC6A43"/>
                </a:solidFill>
                <a:latin typeface="Arial"/>
                <a:ea typeface="Arial"/>
                <a:cs typeface="Arial"/>
              </a:defRPr>
            </a:lvl8pPr>
            <a:lvl9pPr algn="r">
              <a:defRPr sz="2175" b="1">
                <a:solidFill>
                  <a:srgbClr val="DC6A43"/>
                </a:solidFill>
                <a:latin typeface="Arial"/>
                <a:ea typeface="Arial"/>
                <a:cs typeface="Arial"/>
              </a:defRPr>
            </a:lvl9pPr>
          </a:lstStyle>
          <a:p xmlns:a="http://schemas.openxmlformats.org/drawingml/2006/main">
            <a:pPr algn="r">
              <a:defRPr sz="2175" b="1">
                <a:solidFill>
                  <a:srgbClr val="DC6A43"/>
                </a:solidFill>
                <a:latin typeface="Arial"/>
                <a:ea typeface="Arial"/>
                <a:cs typeface="Arial"/>
              </a:defRPr>
            </a:pPr>
            <a:r>
              <a:rPr sz="2175" b="1">
                <a:solidFill>
                  <a:srgbClr val="DC6A43"/>
                </a:solidFill>
                <a:latin typeface="Arial"/>
                <a:ea typeface="Arial"/>
                <a:cs typeface="Arial"/>
              </a:rPr>
              <a:t>التسليم</a:t>
            </a:r>
          </a:p>
        </p:txBody>
      </p:sp>
      <p:sp>
        <p:nvSpPr>
          <p:cNvPr id="19" name="">
            <a:extLst xmlns:a="http://schemas.openxmlformats.org/drawingml/2006/main">
              <a:ext uri="{FF2B5EF4-FFF2-40B4-BE49-F238E27FC236}">
                <a16:creationId xmlns:a16="http://schemas.microsoft.com/office/drawing/2014/main" id="{D974FD88-AF72-4C59-ABFF-C23C35050422}"/>
              </a:ext>
            </a:extLst>
          </p:cNvPr>
          <p:cNvSpPr>
            <a:spLocks xmlns:a="http://schemas.openxmlformats.org/drawingml/2006/main" noGrp="1"/>
          </p:cNvSpPr>
          <p:nvPr/>
        </p:nvSpPr>
        <p:spPr>
          <a:xfrm xmlns:a="http://schemas.openxmlformats.org/drawingml/2006/main">
            <a:off x="12779231" y="7381875"/>
            <a:ext cx="920474"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DC6A43"/>
                </a:solidFill>
                <a:latin typeface="Arial"/>
                <a:ea typeface="Arial"/>
                <a:cs typeface="Arial"/>
              </a:defRPr>
            </a:defPPr>
            <a:lvl1pPr algn="r">
              <a:defRPr sz="2175" b="1">
                <a:solidFill>
                  <a:srgbClr val="DC6A43"/>
                </a:solidFill>
                <a:latin typeface="Arial"/>
                <a:ea typeface="Arial"/>
                <a:cs typeface="Arial"/>
              </a:defRPr>
            </a:lvl1pPr>
            <a:lvl2pPr algn="r">
              <a:defRPr sz="2175" b="1">
                <a:solidFill>
                  <a:srgbClr val="DC6A43"/>
                </a:solidFill>
                <a:latin typeface="Arial"/>
                <a:ea typeface="Arial"/>
                <a:cs typeface="Arial"/>
              </a:defRPr>
            </a:lvl2pPr>
            <a:lvl3pPr algn="r">
              <a:defRPr sz="2175" b="1">
                <a:solidFill>
                  <a:srgbClr val="DC6A43"/>
                </a:solidFill>
                <a:latin typeface="Arial"/>
                <a:ea typeface="Arial"/>
                <a:cs typeface="Arial"/>
              </a:defRPr>
            </a:lvl3pPr>
            <a:lvl4pPr algn="r">
              <a:defRPr sz="2175" b="1">
                <a:solidFill>
                  <a:srgbClr val="DC6A43"/>
                </a:solidFill>
                <a:latin typeface="Arial"/>
                <a:ea typeface="Arial"/>
                <a:cs typeface="Arial"/>
              </a:defRPr>
            </a:lvl4pPr>
            <a:lvl5pPr algn="r">
              <a:defRPr sz="2175" b="1">
                <a:solidFill>
                  <a:srgbClr val="DC6A43"/>
                </a:solidFill>
                <a:latin typeface="Arial"/>
                <a:ea typeface="Arial"/>
                <a:cs typeface="Arial"/>
              </a:defRPr>
            </a:lvl5pPr>
            <a:lvl6pPr algn="r">
              <a:defRPr sz="2175" b="1">
                <a:solidFill>
                  <a:srgbClr val="DC6A43"/>
                </a:solidFill>
                <a:latin typeface="Arial"/>
                <a:ea typeface="Arial"/>
                <a:cs typeface="Arial"/>
              </a:defRPr>
            </a:lvl6pPr>
            <a:lvl7pPr algn="r">
              <a:defRPr sz="2175" b="1">
                <a:solidFill>
                  <a:srgbClr val="DC6A43"/>
                </a:solidFill>
                <a:latin typeface="Arial"/>
                <a:ea typeface="Arial"/>
                <a:cs typeface="Arial"/>
              </a:defRPr>
            </a:lvl7pPr>
            <a:lvl8pPr algn="r">
              <a:defRPr sz="2175" b="1">
                <a:solidFill>
                  <a:srgbClr val="DC6A43"/>
                </a:solidFill>
                <a:latin typeface="Arial"/>
                <a:ea typeface="Arial"/>
                <a:cs typeface="Arial"/>
              </a:defRPr>
            </a:lvl8pPr>
            <a:lvl9pPr algn="r">
              <a:defRPr sz="2175" b="1">
                <a:solidFill>
                  <a:srgbClr val="DC6A43"/>
                </a:solidFill>
                <a:latin typeface="Arial"/>
                <a:ea typeface="Arial"/>
                <a:cs typeface="Arial"/>
              </a:defRPr>
            </a:lvl9pPr>
          </a:lstStyle>
          <a:p xmlns:a="http://schemas.openxmlformats.org/drawingml/2006/main">
            <a:pPr algn="r">
              <a:defRPr sz="2175" b="1">
                <a:solidFill>
                  <a:srgbClr val="DC6A43"/>
                </a:solidFill>
                <a:latin typeface="Arial"/>
                <a:ea typeface="Arial"/>
                <a:cs typeface="Arial"/>
              </a:defRPr>
            </a:pPr>
            <a:r>
              <a:rPr sz="2175" b="1">
                <a:solidFill>
                  <a:srgbClr val="DC6A43"/>
                </a:solidFill>
                <a:latin typeface="Arial"/>
                <a:ea typeface="Arial"/>
                <a:cs typeface="Arial"/>
              </a:rPr>
              <a:t>المستهدف</a:t>
            </a:r>
          </a:p>
        </p:txBody>
      </p:sp>
      <p:sp>
        <p:nvSpPr>
          <p:cNvPr id="20" name="">
            <a:extLst xmlns:a="http://schemas.openxmlformats.org/drawingml/2006/main">
              <a:ext uri="{FF2B5EF4-FFF2-40B4-BE49-F238E27FC236}">
                <a16:creationId xmlns:a16="http://schemas.microsoft.com/office/drawing/2014/main" id="{3EE5DB9C-EDF6-461B-A9C3-3A25FB51F753}"/>
              </a:ext>
            </a:extLst>
          </p:cNvPr>
          <p:cNvSpPr>
            <a:spLocks xmlns:a="http://schemas.openxmlformats.org/drawingml/2006/main" noGrp="1"/>
          </p:cNvSpPr>
          <p:nvPr/>
        </p:nvSpPr>
        <p:spPr>
          <a:xfrm xmlns:a="http://schemas.openxmlformats.org/drawingml/2006/main">
            <a:off x="12539978" y="7381875"/>
            <a:ext cx="163148"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DC6A43"/>
                </a:solidFill>
                <a:latin typeface="Arial"/>
                <a:ea typeface="Arial"/>
                <a:cs typeface="Arial"/>
              </a:defRPr>
            </a:defPPr>
            <a:lvl1pPr algn="l">
              <a:defRPr sz="2175" b="1">
                <a:solidFill>
                  <a:srgbClr val="DC6A43"/>
                </a:solidFill>
                <a:latin typeface="Arial"/>
                <a:ea typeface="Arial"/>
                <a:cs typeface="Arial"/>
              </a:defRPr>
            </a:lvl1pPr>
            <a:lvl2pPr algn="l">
              <a:defRPr sz="2175" b="1">
                <a:solidFill>
                  <a:srgbClr val="DC6A43"/>
                </a:solidFill>
                <a:latin typeface="Arial"/>
                <a:ea typeface="Arial"/>
                <a:cs typeface="Arial"/>
              </a:defRPr>
            </a:lvl2pPr>
            <a:lvl3pPr algn="l">
              <a:defRPr sz="2175" b="1">
                <a:solidFill>
                  <a:srgbClr val="DC6A43"/>
                </a:solidFill>
                <a:latin typeface="Arial"/>
                <a:ea typeface="Arial"/>
                <a:cs typeface="Arial"/>
              </a:defRPr>
            </a:lvl3pPr>
            <a:lvl4pPr algn="l">
              <a:defRPr sz="2175" b="1">
                <a:solidFill>
                  <a:srgbClr val="DC6A43"/>
                </a:solidFill>
                <a:latin typeface="Arial"/>
                <a:ea typeface="Arial"/>
                <a:cs typeface="Arial"/>
              </a:defRPr>
            </a:lvl4pPr>
            <a:lvl5pPr algn="l">
              <a:defRPr sz="2175" b="1">
                <a:solidFill>
                  <a:srgbClr val="DC6A43"/>
                </a:solidFill>
                <a:latin typeface="Arial"/>
                <a:ea typeface="Arial"/>
                <a:cs typeface="Arial"/>
              </a:defRPr>
            </a:lvl5pPr>
            <a:lvl6pPr algn="l">
              <a:defRPr sz="2175" b="1">
                <a:solidFill>
                  <a:srgbClr val="DC6A43"/>
                </a:solidFill>
                <a:latin typeface="Arial"/>
                <a:ea typeface="Arial"/>
                <a:cs typeface="Arial"/>
              </a:defRPr>
            </a:lvl6pPr>
            <a:lvl7pPr algn="l">
              <a:defRPr sz="2175" b="1">
                <a:solidFill>
                  <a:srgbClr val="DC6A43"/>
                </a:solidFill>
                <a:latin typeface="Arial"/>
                <a:ea typeface="Arial"/>
                <a:cs typeface="Arial"/>
              </a:defRPr>
            </a:lvl7pPr>
            <a:lvl8pPr algn="l">
              <a:defRPr sz="2175" b="1">
                <a:solidFill>
                  <a:srgbClr val="DC6A43"/>
                </a:solidFill>
                <a:latin typeface="Arial"/>
                <a:ea typeface="Arial"/>
                <a:cs typeface="Arial"/>
              </a:defRPr>
            </a:lvl8pPr>
            <a:lvl9pPr algn="l">
              <a:defRPr sz="2175" b="1">
                <a:solidFill>
                  <a:srgbClr val="DC6A43"/>
                </a:solidFill>
                <a:latin typeface="Arial"/>
                <a:ea typeface="Arial"/>
                <a:cs typeface="Arial"/>
              </a:defRPr>
            </a:lvl9pPr>
          </a:lstStyle>
          <a:p xmlns:a="http://schemas.openxmlformats.org/drawingml/2006/main">
            <a:pPr algn="l">
              <a:defRPr sz="2175" b="1">
                <a:solidFill>
                  <a:srgbClr val="DC6A43"/>
                </a:solidFill>
                <a:latin typeface="Arial"/>
                <a:ea typeface="Arial"/>
                <a:cs typeface="Arial"/>
              </a:defRPr>
            </a:pPr>
            <a:r>
              <a:rPr sz="2175" b="1">
                <a:solidFill>
                  <a:srgbClr val="DC6A43"/>
                </a:solidFill>
                <a:latin typeface="Arial"/>
                <a:ea typeface="Arial"/>
                <a:cs typeface="Arial"/>
              </a:rPr>
              <a:t>1</a:t>
            </a:r>
          </a:p>
        </p:txBody>
      </p:sp>
      <p:sp>
        <p:nvSpPr>
          <p:cNvPr id="21" name="">
            <a:extLst xmlns:a="http://schemas.openxmlformats.org/drawingml/2006/main">
              <a:ext uri="{FF2B5EF4-FFF2-40B4-BE49-F238E27FC236}">
                <a16:creationId xmlns:a16="http://schemas.microsoft.com/office/drawing/2014/main" id="{2C8F44E0-8769-4954-9BCA-9AA7C6CEE510}"/>
              </a:ext>
            </a:extLst>
          </p:cNvPr>
          <p:cNvSpPr>
            <a:spLocks xmlns:a="http://schemas.openxmlformats.org/drawingml/2006/main" noGrp="1"/>
          </p:cNvSpPr>
          <p:nvPr/>
        </p:nvSpPr>
        <p:spPr>
          <a:xfrm xmlns:a="http://schemas.openxmlformats.org/drawingml/2006/main">
            <a:off x="12045137" y="7381875"/>
            <a:ext cx="418737"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DC6A43"/>
                </a:solidFill>
                <a:latin typeface="Arial"/>
                <a:ea typeface="Arial"/>
                <a:cs typeface="Arial"/>
              </a:defRPr>
            </a:defPPr>
            <a:lvl1pPr algn="r">
              <a:defRPr sz="2175" b="1">
                <a:solidFill>
                  <a:srgbClr val="DC6A43"/>
                </a:solidFill>
                <a:latin typeface="Arial"/>
                <a:ea typeface="Arial"/>
                <a:cs typeface="Arial"/>
              </a:defRPr>
            </a:lvl1pPr>
            <a:lvl2pPr algn="r">
              <a:defRPr sz="2175" b="1">
                <a:solidFill>
                  <a:srgbClr val="DC6A43"/>
                </a:solidFill>
                <a:latin typeface="Arial"/>
                <a:ea typeface="Arial"/>
                <a:cs typeface="Arial"/>
              </a:defRPr>
            </a:lvl2pPr>
            <a:lvl3pPr algn="r">
              <a:defRPr sz="2175" b="1">
                <a:solidFill>
                  <a:srgbClr val="DC6A43"/>
                </a:solidFill>
                <a:latin typeface="Arial"/>
                <a:ea typeface="Arial"/>
                <a:cs typeface="Arial"/>
              </a:defRPr>
            </a:lvl3pPr>
            <a:lvl4pPr algn="r">
              <a:defRPr sz="2175" b="1">
                <a:solidFill>
                  <a:srgbClr val="DC6A43"/>
                </a:solidFill>
                <a:latin typeface="Arial"/>
                <a:ea typeface="Arial"/>
                <a:cs typeface="Arial"/>
              </a:defRPr>
            </a:lvl4pPr>
            <a:lvl5pPr algn="r">
              <a:defRPr sz="2175" b="1">
                <a:solidFill>
                  <a:srgbClr val="DC6A43"/>
                </a:solidFill>
                <a:latin typeface="Arial"/>
                <a:ea typeface="Arial"/>
                <a:cs typeface="Arial"/>
              </a:defRPr>
            </a:lvl5pPr>
            <a:lvl6pPr algn="r">
              <a:defRPr sz="2175" b="1">
                <a:solidFill>
                  <a:srgbClr val="DC6A43"/>
                </a:solidFill>
                <a:latin typeface="Arial"/>
                <a:ea typeface="Arial"/>
                <a:cs typeface="Arial"/>
              </a:defRPr>
            </a:lvl6pPr>
            <a:lvl7pPr algn="r">
              <a:defRPr sz="2175" b="1">
                <a:solidFill>
                  <a:srgbClr val="DC6A43"/>
                </a:solidFill>
                <a:latin typeface="Arial"/>
                <a:ea typeface="Arial"/>
                <a:cs typeface="Arial"/>
              </a:defRPr>
            </a:lvl7pPr>
            <a:lvl8pPr algn="r">
              <a:defRPr sz="2175" b="1">
                <a:solidFill>
                  <a:srgbClr val="DC6A43"/>
                </a:solidFill>
                <a:latin typeface="Arial"/>
                <a:ea typeface="Arial"/>
                <a:cs typeface="Arial"/>
              </a:defRPr>
            </a:lvl8pPr>
            <a:lvl9pPr algn="r">
              <a:defRPr sz="2175" b="1">
                <a:solidFill>
                  <a:srgbClr val="DC6A43"/>
                </a:solidFill>
                <a:latin typeface="Arial"/>
                <a:ea typeface="Arial"/>
                <a:cs typeface="Arial"/>
              </a:defRPr>
            </a:lvl9pPr>
          </a:lstStyle>
          <a:p xmlns:a="http://schemas.openxmlformats.org/drawingml/2006/main">
            <a:pPr algn="r">
              <a:defRPr sz="2175" b="1">
                <a:solidFill>
                  <a:srgbClr val="DC6A43"/>
                </a:solidFill>
                <a:latin typeface="Arial"/>
                <a:ea typeface="Arial"/>
                <a:cs typeface="Arial"/>
              </a:defRPr>
            </a:pPr>
            <a:r>
              <a:rPr sz="2175" b="1">
                <a:solidFill>
                  <a:srgbClr val="DC6A43"/>
                </a:solidFill>
                <a:latin typeface="Arial"/>
                <a:ea typeface="Arial"/>
                <a:cs typeface="Arial"/>
              </a:rPr>
              <a:t>يناير</a:t>
            </a:r>
          </a:p>
        </p:txBody>
      </p:sp>
      <p:sp>
        <p:nvSpPr>
          <p:cNvPr id="22" name="">
            <a:extLst xmlns:a="http://schemas.openxmlformats.org/drawingml/2006/main">
              <a:ext uri="{FF2B5EF4-FFF2-40B4-BE49-F238E27FC236}">
                <a16:creationId xmlns:a16="http://schemas.microsoft.com/office/drawing/2014/main" id="{4D6BBAC0-D7DE-4C36-BC60-699F55145B02}"/>
              </a:ext>
            </a:extLst>
          </p:cNvPr>
          <p:cNvSpPr>
            <a:spLocks xmlns:a="http://schemas.openxmlformats.org/drawingml/2006/main" noGrp="1"/>
          </p:cNvSpPr>
          <p:nvPr/>
        </p:nvSpPr>
        <p:spPr>
          <a:xfrm xmlns:a="http://schemas.openxmlformats.org/drawingml/2006/main">
            <a:off x="11345014" y="7381875"/>
            <a:ext cx="624018" cy="4281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DC6A43"/>
                </a:solidFill>
                <a:latin typeface="Arial"/>
                <a:ea typeface="Arial"/>
                <a:cs typeface="Arial"/>
              </a:defRPr>
            </a:defPPr>
            <a:lvl1pPr algn="l">
              <a:defRPr sz="2175" b="1">
                <a:solidFill>
                  <a:srgbClr val="DC6A43"/>
                </a:solidFill>
                <a:latin typeface="Arial"/>
                <a:ea typeface="Arial"/>
                <a:cs typeface="Arial"/>
              </a:defRPr>
            </a:lvl1pPr>
            <a:lvl2pPr algn="l">
              <a:defRPr sz="2175" b="1">
                <a:solidFill>
                  <a:srgbClr val="DC6A43"/>
                </a:solidFill>
                <a:latin typeface="Arial"/>
                <a:ea typeface="Arial"/>
                <a:cs typeface="Arial"/>
              </a:defRPr>
            </a:lvl2pPr>
            <a:lvl3pPr algn="l">
              <a:defRPr sz="2175" b="1">
                <a:solidFill>
                  <a:srgbClr val="DC6A43"/>
                </a:solidFill>
                <a:latin typeface="Arial"/>
                <a:ea typeface="Arial"/>
                <a:cs typeface="Arial"/>
              </a:defRPr>
            </a:lvl3pPr>
            <a:lvl4pPr algn="l">
              <a:defRPr sz="2175" b="1">
                <a:solidFill>
                  <a:srgbClr val="DC6A43"/>
                </a:solidFill>
                <a:latin typeface="Arial"/>
                <a:ea typeface="Arial"/>
                <a:cs typeface="Arial"/>
              </a:defRPr>
            </a:lvl4pPr>
            <a:lvl5pPr algn="l">
              <a:defRPr sz="2175" b="1">
                <a:solidFill>
                  <a:srgbClr val="DC6A43"/>
                </a:solidFill>
                <a:latin typeface="Arial"/>
                <a:ea typeface="Arial"/>
                <a:cs typeface="Arial"/>
              </a:defRPr>
            </a:lvl5pPr>
            <a:lvl6pPr algn="l">
              <a:defRPr sz="2175" b="1">
                <a:solidFill>
                  <a:srgbClr val="DC6A43"/>
                </a:solidFill>
                <a:latin typeface="Arial"/>
                <a:ea typeface="Arial"/>
                <a:cs typeface="Arial"/>
              </a:defRPr>
            </a:lvl6pPr>
            <a:lvl7pPr algn="l">
              <a:defRPr sz="2175" b="1">
                <a:solidFill>
                  <a:srgbClr val="DC6A43"/>
                </a:solidFill>
                <a:latin typeface="Arial"/>
                <a:ea typeface="Arial"/>
                <a:cs typeface="Arial"/>
              </a:defRPr>
            </a:lvl7pPr>
            <a:lvl8pPr algn="l">
              <a:defRPr sz="2175" b="1">
                <a:solidFill>
                  <a:srgbClr val="DC6A43"/>
                </a:solidFill>
                <a:latin typeface="Arial"/>
                <a:ea typeface="Arial"/>
                <a:cs typeface="Arial"/>
              </a:defRPr>
            </a:lvl8pPr>
            <a:lvl9pPr algn="l">
              <a:defRPr sz="2175" b="1">
                <a:solidFill>
                  <a:srgbClr val="DC6A43"/>
                </a:solidFill>
                <a:latin typeface="Arial"/>
                <a:ea typeface="Arial"/>
                <a:cs typeface="Arial"/>
              </a:defRPr>
            </a:lvl9pPr>
          </a:lstStyle>
          <a:p xmlns:a="http://schemas.openxmlformats.org/drawingml/2006/main">
            <a:pPr algn="l">
              <a:defRPr sz="2175" b="1">
                <a:solidFill>
                  <a:srgbClr val="DC6A43"/>
                </a:solidFill>
                <a:latin typeface="Arial"/>
                <a:ea typeface="Arial"/>
                <a:cs typeface="Arial"/>
              </a:defRPr>
            </a:pPr>
            <a:r>
              <a:rPr sz="2175" b="1">
                <a:solidFill>
                  <a:srgbClr val="DC6A43"/>
                </a:solidFill>
                <a:latin typeface="Arial"/>
                <a:ea typeface="Arial"/>
                <a:cs typeface="Arial"/>
              </a:rPr>
              <a:t>2027</a:t>
            </a:r>
          </a:p>
        </p:txBody>
      </p:sp>
      <p:sp>
        <p:nvSpPr>
          <p:cNvPr id="23" name="">
            <a:extLst xmlns:a="http://schemas.openxmlformats.org/drawingml/2006/main">
              <a:ext uri="{FF2B5EF4-FFF2-40B4-BE49-F238E27FC236}">
                <a16:creationId xmlns:a16="http://schemas.microsoft.com/office/drawing/2014/main" id="{765E20EB-737F-4836-BFAC-F730B2834C61}"/>
              </a:ext>
            </a:extLst>
          </p:cNvPr>
          <p:cNvSpPr>
            <a:spLocks xmlns:a="http://schemas.openxmlformats.org/drawingml/2006/main" noGrp="1"/>
          </p:cNvSpPr>
          <p:nvPr/>
        </p:nvSpPr>
        <p:spPr>
          <a:xfrm xmlns:a="http://schemas.openxmlformats.org/drawingml/2006/main">
            <a:off x="5927234" y="7429500"/>
            <a:ext cx="464041"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الأرقام</a:t>
            </a:r>
          </a:p>
        </p:txBody>
      </p:sp>
      <p:sp>
        <p:nvSpPr>
          <p:cNvPr id="24" name="">
            <a:extLst xmlns:a="http://schemas.openxmlformats.org/drawingml/2006/main">
              <a:ext uri="{FF2B5EF4-FFF2-40B4-BE49-F238E27FC236}">
                <a16:creationId xmlns:a16="http://schemas.microsoft.com/office/drawing/2014/main" id="{23EC3D3E-2C72-4D28-ADF1-5D61E2100A97}"/>
              </a:ext>
            </a:extLst>
          </p:cNvPr>
          <p:cNvSpPr>
            <a:spLocks xmlns:a="http://schemas.openxmlformats.org/drawingml/2006/main" noGrp="1"/>
          </p:cNvSpPr>
          <p:nvPr/>
        </p:nvSpPr>
        <p:spPr>
          <a:xfrm xmlns:a="http://schemas.openxmlformats.org/drawingml/2006/main">
            <a:off x="5513058" y="7429500"/>
            <a:ext cx="355787"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داخل</a:t>
            </a:r>
          </a:p>
        </p:txBody>
      </p:sp>
      <p:sp>
        <p:nvSpPr>
          <p:cNvPr id="25" name="">
            <a:extLst xmlns:a="http://schemas.openxmlformats.org/drawingml/2006/main">
              <a:ext uri="{FF2B5EF4-FFF2-40B4-BE49-F238E27FC236}">
                <a16:creationId xmlns:a16="http://schemas.microsoft.com/office/drawing/2014/main" id="{B31F28F5-0B0B-427B-AFD9-446A506A80C1}"/>
              </a:ext>
            </a:extLst>
          </p:cNvPr>
          <p:cNvSpPr>
            <a:spLocks xmlns:a="http://schemas.openxmlformats.org/drawingml/2006/main" noGrp="1"/>
          </p:cNvSpPr>
          <p:nvPr/>
        </p:nvSpPr>
        <p:spPr>
          <a:xfrm xmlns:a="http://schemas.openxmlformats.org/drawingml/2006/main">
            <a:off x="4847716" y="7429500"/>
            <a:ext cx="606954"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الأشرطة</a:t>
            </a:r>
          </a:p>
        </p:txBody>
      </p:sp>
      <p:sp>
        <p:nvSpPr>
          <p:cNvPr id="26" name="">
            <a:extLst xmlns:a="http://schemas.openxmlformats.org/drawingml/2006/main">
              <a:ext uri="{FF2B5EF4-FFF2-40B4-BE49-F238E27FC236}">
                <a16:creationId xmlns:a16="http://schemas.microsoft.com/office/drawing/2014/main" id="{534F9624-1B01-42D1-942F-8A802FAC6C7B}"/>
              </a:ext>
            </a:extLst>
          </p:cNvPr>
          <p:cNvSpPr>
            <a:spLocks xmlns:a="http://schemas.openxmlformats.org/drawingml/2006/main" noGrp="1"/>
          </p:cNvSpPr>
          <p:nvPr/>
        </p:nvSpPr>
        <p:spPr>
          <a:xfrm xmlns:a="http://schemas.openxmlformats.org/drawingml/2006/main">
            <a:off x="4475579" y="7429500"/>
            <a:ext cx="313748"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تمثل</a:t>
            </a:r>
          </a:p>
        </p:txBody>
      </p:sp>
      <p:sp>
        <p:nvSpPr>
          <p:cNvPr id="27" name="">
            <a:extLst xmlns:a="http://schemas.openxmlformats.org/drawingml/2006/main">
              <a:ext uri="{FF2B5EF4-FFF2-40B4-BE49-F238E27FC236}">
                <a16:creationId xmlns:a16="http://schemas.microsoft.com/office/drawing/2014/main" id="{D658FDBC-C8D5-4A00-A7F7-A92B34DF076E}"/>
              </a:ext>
            </a:extLst>
          </p:cNvPr>
          <p:cNvSpPr>
            <a:spLocks xmlns:a="http://schemas.openxmlformats.org/drawingml/2006/main" noGrp="1"/>
          </p:cNvSpPr>
          <p:nvPr/>
        </p:nvSpPr>
        <p:spPr>
          <a:xfrm xmlns:a="http://schemas.openxmlformats.org/drawingml/2006/main">
            <a:off x="4121949" y="7429500"/>
            <a:ext cx="295242"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أيامًا</a:t>
            </a:r>
          </a:p>
        </p:txBody>
      </p:sp>
      <p:sp>
        <p:nvSpPr>
          <p:cNvPr id="28" name="">
            <a:extLst xmlns:a="http://schemas.openxmlformats.org/drawingml/2006/main">
              <a:ext uri="{FF2B5EF4-FFF2-40B4-BE49-F238E27FC236}">
                <a16:creationId xmlns:a16="http://schemas.microsoft.com/office/drawing/2014/main" id="{A233DC52-02AE-42E3-83D1-843C349B5ACA}"/>
              </a:ext>
            </a:extLst>
          </p:cNvPr>
          <p:cNvSpPr>
            <a:spLocks xmlns:a="http://schemas.openxmlformats.org/drawingml/2006/main" noGrp="1"/>
          </p:cNvSpPr>
          <p:nvPr/>
        </p:nvSpPr>
        <p:spPr>
          <a:xfrm xmlns:a="http://schemas.openxmlformats.org/drawingml/2006/main">
            <a:off x="3572883" y="7429500"/>
            <a:ext cx="490677" cy="33956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725" b="0">
                <a:solidFill>
                  <a:srgbClr val="5A6A70"/>
                </a:solidFill>
                <a:latin typeface="Arial"/>
                <a:ea typeface="Arial"/>
                <a:cs typeface="Arial"/>
              </a:defRPr>
            </a:defPPr>
            <a:lvl1pPr algn="r">
              <a:defRPr sz="1725" b="0">
                <a:solidFill>
                  <a:srgbClr val="5A6A70"/>
                </a:solidFill>
                <a:latin typeface="Arial"/>
                <a:ea typeface="Arial"/>
                <a:cs typeface="Arial"/>
              </a:defRPr>
            </a:lvl1pPr>
            <a:lvl2pPr algn="r">
              <a:defRPr sz="1725" b="0">
                <a:solidFill>
                  <a:srgbClr val="5A6A70"/>
                </a:solidFill>
                <a:latin typeface="Arial"/>
                <a:ea typeface="Arial"/>
                <a:cs typeface="Arial"/>
              </a:defRPr>
            </a:lvl2pPr>
            <a:lvl3pPr algn="r">
              <a:defRPr sz="1725" b="0">
                <a:solidFill>
                  <a:srgbClr val="5A6A70"/>
                </a:solidFill>
                <a:latin typeface="Arial"/>
                <a:ea typeface="Arial"/>
                <a:cs typeface="Arial"/>
              </a:defRPr>
            </a:lvl3pPr>
            <a:lvl4pPr algn="r">
              <a:defRPr sz="1725" b="0">
                <a:solidFill>
                  <a:srgbClr val="5A6A70"/>
                </a:solidFill>
                <a:latin typeface="Arial"/>
                <a:ea typeface="Arial"/>
                <a:cs typeface="Arial"/>
              </a:defRPr>
            </a:lvl4pPr>
            <a:lvl5pPr algn="r">
              <a:defRPr sz="1725" b="0">
                <a:solidFill>
                  <a:srgbClr val="5A6A70"/>
                </a:solidFill>
                <a:latin typeface="Arial"/>
                <a:ea typeface="Arial"/>
                <a:cs typeface="Arial"/>
              </a:defRPr>
            </a:lvl5pPr>
            <a:lvl6pPr algn="r">
              <a:defRPr sz="1725" b="0">
                <a:solidFill>
                  <a:srgbClr val="5A6A70"/>
                </a:solidFill>
                <a:latin typeface="Arial"/>
                <a:ea typeface="Arial"/>
                <a:cs typeface="Arial"/>
              </a:defRPr>
            </a:lvl6pPr>
            <a:lvl7pPr algn="r">
              <a:defRPr sz="1725" b="0">
                <a:solidFill>
                  <a:srgbClr val="5A6A70"/>
                </a:solidFill>
                <a:latin typeface="Arial"/>
                <a:ea typeface="Arial"/>
                <a:cs typeface="Arial"/>
              </a:defRPr>
            </a:lvl7pPr>
            <a:lvl8pPr algn="r">
              <a:defRPr sz="1725" b="0">
                <a:solidFill>
                  <a:srgbClr val="5A6A70"/>
                </a:solidFill>
                <a:latin typeface="Arial"/>
                <a:ea typeface="Arial"/>
                <a:cs typeface="Arial"/>
              </a:defRPr>
            </a:lvl8pPr>
            <a:lvl9pPr algn="r">
              <a:defRPr sz="1725" b="0">
                <a:solidFill>
                  <a:srgbClr val="5A6A70"/>
                </a:solidFill>
                <a:latin typeface="Arial"/>
                <a:ea typeface="Arial"/>
                <a:cs typeface="Arial"/>
              </a:defRPr>
            </a:lvl9pPr>
          </a:lstStyle>
          <a:p xmlns:a="http://schemas.openxmlformats.org/drawingml/2006/main">
            <a:pPr algn="r">
              <a:defRPr sz="1725" b="0">
                <a:solidFill>
                  <a:srgbClr val="5A6A70"/>
                </a:solidFill>
                <a:latin typeface="Arial"/>
                <a:ea typeface="Arial"/>
                <a:cs typeface="Arial"/>
              </a:defRPr>
            </a:pPr>
            <a:r>
              <a:rPr sz="1725" b="0">
                <a:solidFill>
                  <a:srgbClr val="5A6A70"/>
                </a:solidFill>
                <a:latin typeface="Arial"/>
                <a:ea typeface="Arial"/>
                <a:cs typeface="Arial"/>
              </a:rPr>
              <a:t>تقويمية</a:t>
            </a:r>
          </a:p>
        </p:txBody>
      </p:sp>
      <p:sp>
        <p:nvSpPr>
          <p:cNvPr id="29" name="">
            <a:extLst xmlns:a="http://schemas.openxmlformats.org/drawingml/2006/main">
              <a:ext uri="{FF2B5EF4-FFF2-40B4-BE49-F238E27FC236}">
                <a16:creationId xmlns:a16="http://schemas.microsoft.com/office/drawing/2014/main" id="{CA586751-FF20-449F-9318-4E6E862DB8A4}"/>
              </a:ext>
            </a:extLst>
          </p:cNvPr>
          <p:cNvSpPr>
            <a:spLocks xmlns:a="http://schemas.openxmlformats.org/drawingml/2006/main" noGrp="1"/>
          </p:cNvSpPr>
          <p:nvPr/>
        </p:nvSpPr>
        <p:spPr>
          <a:xfrm xmlns:a="http://schemas.openxmlformats.org/drawingml/2006/main">
            <a:off x="714375" y="79057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20 / 21</a:t>
            </a:r>
          </a:p>
        </p:txBody>
      </p:sp>
    </p:spTree>
    <p:extLst>
      <p:ext uri="{BB962C8B-B14F-4D97-AF65-F5344CB8AC3E}">
        <p14:creationId xmlns:p14="http://schemas.microsoft.com/office/powerpoint/2010/main" val="1712680448"/>
      </p:ext>
    </p:extLst>
  </p:cSld>
</p:sld>
</file>

<file path=ppt/slides/slide21.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9412F3D-1BE8-4111-AC70-546D27EAC0F4}"/>
              </a:ext>
            </a:extLst>
          </p:cNvPr>
          <p:cNvSpPr>
            <a:spLocks xmlns:a="http://schemas.openxmlformats.org/drawingml/2006/main" noGrp="1"/>
          </p:cNvSpPr>
          <p:nvPr/>
        </p:nvSpPr>
        <p:spPr>
          <a:xfrm xmlns:a="http://schemas.openxmlformats.org/drawingml/2006/main">
            <a:off x="714375" y="714375"/>
            <a:ext cx="809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67D8D"/>
                </a:solidFill>
                <a:latin typeface="Arial"/>
                <a:ea typeface="Arial"/>
                <a:cs typeface="Arial"/>
              </a:defRPr>
            </a:defPPr>
            <a:lvl1pPr algn="l">
              <a:defRPr sz="1950" b="1">
                <a:solidFill>
                  <a:srgbClr val="167D8D"/>
                </a:solidFill>
                <a:latin typeface="Arial"/>
                <a:ea typeface="Arial"/>
                <a:cs typeface="Arial"/>
              </a:defRPr>
            </a:lvl1pPr>
            <a:lvl2pPr algn="l">
              <a:defRPr sz="1950" b="1">
                <a:solidFill>
                  <a:srgbClr val="167D8D"/>
                </a:solidFill>
                <a:latin typeface="Arial"/>
                <a:ea typeface="Arial"/>
                <a:cs typeface="Arial"/>
              </a:defRPr>
            </a:lvl2pPr>
            <a:lvl3pPr algn="l">
              <a:defRPr sz="1950" b="1">
                <a:solidFill>
                  <a:srgbClr val="167D8D"/>
                </a:solidFill>
                <a:latin typeface="Arial"/>
                <a:ea typeface="Arial"/>
                <a:cs typeface="Arial"/>
              </a:defRPr>
            </a:lvl3pPr>
            <a:lvl4pPr algn="l">
              <a:defRPr sz="1950" b="1">
                <a:solidFill>
                  <a:srgbClr val="167D8D"/>
                </a:solidFill>
                <a:latin typeface="Arial"/>
                <a:ea typeface="Arial"/>
                <a:cs typeface="Arial"/>
              </a:defRPr>
            </a:lvl4pPr>
            <a:lvl5pPr algn="l">
              <a:defRPr sz="1950" b="1">
                <a:solidFill>
                  <a:srgbClr val="167D8D"/>
                </a:solidFill>
                <a:latin typeface="Arial"/>
                <a:ea typeface="Arial"/>
                <a:cs typeface="Arial"/>
              </a:defRPr>
            </a:lvl5pPr>
            <a:lvl6pPr algn="l">
              <a:defRPr sz="1950" b="1">
                <a:solidFill>
                  <a:srgbClr val="167D8D"/>
                </a:solidFill>
                <a:latin typeface="Arial"/>
                <a:ea typeface="Arial"/>
                <a:cs typeface="Arial"/>
              </a:defRPr>
            </a:lvl6pPr>
            <a:lvl7pPr algn="l">
              <a:defRPr sz="1950" b="1">
                <a:solidFill>
                  <a:srgbClr val="167D8D"/>
                </a:solidFill>
                <a:latin typeface="Arial"/>
                <a:ea typeface="Arial"/>
                <a:cs typeface="Arial"/>
              </a:defRPr>
            </a:lvl7pPr>
            <a:lvl8pPr algn="l">
              <a:defRPr sz="1950" b="1">
                <a:solidFill>
                  <a:srgbClr val="167D8D"/>
                </a:solidFill>
                <a:latin typeface="Arial"/>
                <a:ea typeface="Arial"/>
                <a:cs typeface="Arial"/>
              </a:defRPr>
            </a:lvl8pPr>
            <a:lvl9pPr algn="l">
              <a:defRPr sz="1950" b="1">
                <a:solidFill>
                  <a:srgbClr val="167D8D"/>
                </a:solidFill>
                <a:latin typeface="Arial"/>
                <a:ea typeface="Arial"/>
                <a:cs typeface="Arial"/>
              </a:defRPr>
            </a:lvl9pPr>
          </a:lstStyle>
          <a:p xmlns:a="http://schemas.openxmlformats.org/drawingml/2006/main">
            <a:pPr algn="l">
              <a:defRPr sz="1950" b="1">
                <a:solidFill>
                  <a:srgbClr val="167D8D"/>
                </a:solidFill>
                <a:latin typeface="Arial"/>
                <a:ea typeface="Arial"/>
                <a:cs typeface="Arial"/>
              </a:defRPr>
            </a:pPr>
            <a:r>
              <a:rPr sz="1950" b="1">
                <a:solidFill>
                  <a:srgbClr val="167D8D"/>
                </a:solidFill>
                <a:latin typeface="Arial"/>
                <a:ea typeface="Arial"/>
                <a:cs typeface="Arial"/>
              </a:rPr>
              <a:t>21</a:t>
            </a:r>
          </a:p>
        </p:txBody>
      </p:sp>
      <p:sp>
        <p:nvSpPr>
          <p:cNvPr id="3" name="">
            <a:extLst xmlns:a="http://schemas.openxmlformats.org/drawingml/2006/main">
              <a:ext uri="{FF2B5EF4-FFF2-40B4-BE49-F238E27FC236}">
                <a16:creationId xmlns:a16="http://schemas.microsoft.com/office/drawing/2014/main" id="{625EB48B-2251-403E-B591-3BF16C5792E2}"/>
              </a:ext>
            </a:extLst>
          </p:cNvPr>
          <p:cNvSpPr>
            <a:spLocks xmlns:a="http://schemas.openxmlformats.org/drawingml/2006/main" noGrp="1"/>
          </p:cNvSpPr>
          <p:nvPr/>
        </p:nvSpPr>
        <p:spPr>
          <a:xfrm xmlns:a="http://schemas.openxmlformats.org/drawingml/2006/main">
            <a:off x="13092857" y="1190625"/>
            <a:ext cx="1299418" cy="7972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4050" b="1">
                <a:solidFill>
                  <a:srgbClr val="142B36"/>
                </a:solidFill>
                <a:latin typeface="Arial"/>
                <a:ea typeface="Arial"/>
                <a:cs typeface="Arial"/>
              </a:defRPr>
            </a:defPPr>
            <a:lvl1pPr algn="r">
              <a:defRPr sz="4050" b="1">
                <a:solidFill>
                  <a:srgbClr val="142B36"/>
                </a:solidFill>
                <a:latin typeface="Arial"/>
                <a:ea typeface="Arial"/>
                <a:cs typeface="Arial"/>
              </a:defRPr>
            </a:lvl1pPr>
            <a:lvl2pPr algn="r">
              <a:defRPr sz="4050" b="1">
                <a:solidFill>
                  <a:srgbClr val="142B36"/>
                </a:solidFill>
                <a:latin typeface="Arial"/>
                <a:ea typeface="Arial"/>
                <a:cs typeface="Arial"/>
              </a:defRPr>
            </a:lvl2pPr>
            <a:lvl3pPr algn="r">
              <a:defRPr sz="4050" b="1">
                <a:solidFill>
                  <a:srgbClr val="142B36"/>
                </a:solidFill>
                <a:latin typeface="Arial"/>
                <a:ea typeface="Arial"/>
                <a:cs typeface="Arial"/>
              </a:defRPr>
            </a:lvl3pPr>
            <a:lvl4pPr algn="r">
              <a:defRPr sz="4050" b="1">
                <a:solidFill>
                  <a:srgbClr val="142B36"/>
                </a:solidFill>
                <a:latin typeface="Arial"/>
                <a:ea typeface="Arial"/>
                <a:cs typeface="Arial"/>
              </a:defRPr>
            </a:lvl4pPr>
            <a:lvl5pPr algn="r">
              <a:defRPr sz="4050" b="1">
                <a:solidFill>
                  <a:srgbClr val="142B36"/>
                </a:solidFill>
                <a:latin typeface="Arial"/>
                <a:ea typeface="Arial"/>
                <a:cs typeface="Arial"/>
              </a:defRPr>
            </a:lvl5pPr>
            <a:lvl6pPr algn="r">
              <a:defRPr sz="4050" b="1">
                <a:solidFill>
                  <a:srgbClr val="142B36"/>
                </a:solidFill>
                <a:latin typeface="Arial"/>
                <a:ea typeface="Arial"/>
                <a:cs typeface="Arial"/>
              </a:defRPr>
            </a:lvl6pPr>
            <a:lvl7pPr algn="r">
              <a:defRPr sz="4050" b="1">
                <a:solidFill>
                  <a:srgbClr val="142B36"/>
                </a:solidFill>
                <a:latin typeface="Arial"/>
                <a:ea typeface="Arial"/>
                <a:cs typeface="Arial"/>
              </a:defRPr>
            </a:lvl7pPr>
            <a:lvl8pPr algn="r">
              <a:defRPr sz="4050" b="1">
                <a:solidFill>
                  <a:srgbClr val="142B36"/>
                </a:solidFill>
                <a:latin typeface="Arial"/>
                <a:ea typeface="Arial"/>
                <a:cs typeface="Arial"/>
              </a:defRPr>
            </a:lvl8pPr>
            <a:lvl9pPr algn="r">
              <a:defRPr sz="4050" b="1">
                <a:solidFill>
                  <a:srgbClr val="142B36"/>
                </a:solidFill>
                <a:latin typeface="Arial"/>
                <a:ea typeface="Arial"/>
                <a:cs typeface="Arial"/>
              </a:defRPr>
            </a:lvl9pPr>
          </a:lstStyle>
          <a:p xmlns:a="http://schemas.openxmlformats.org/drawingml/2006/main">
            <a:pPr algn="r">
              <a:defRPr sz="4050" b="1">
                <a:solidFill>
                  <a:srgbClr val="142B36"/>
                </a:solidFill>
                <a:latin typeface="Arial"/>
                <a:ea typeface="Arial"/>
                <a:cs typeface="Arial"/>
              </a:defRPr>
            </a:pPr>
            <a:r>
              <a:rPr sz="4050" b="1">
                <a:solidFill>
                  <a:srgbClr val="142B36"/>
                </a:solidFill>
                <a:latin typeface="Arial"/>
                <a:ea typeface="Arial"/>
                <a:cs typeface="Arial"/>
              </a:rPr>
              <a:t>المراجع</a:t>
            </a:r>
          </a:p>
        </p:txBody>
      </p:sp>
      <p:sp>
        <p:nvSpPr>
          <p:cNvPr id="4" name="">
            <a:extLst xmlns:a="http://schemas.openxmlformats.org/drawingml/2006/main">
              <a:ext uri="{FF2B5EF4-FFF2-40B4-BE49-F238E27FC236}">
                <a16:creationId xmlns:a16="http://schemas.microsoft.com/office/drawing/2014/main" id="{A0DAA34B-6454-46D9-AAED-0D92C2EB7A32}"/>
              </a:ext>
            </a:extLst>
          </p:cNvPr>
          <p:cNvSpPr>
            <a:spLocks xmlns:a="http://schemas.openxmlformats.org/drawingml/2006/main" noGrp="1"/>
          </p:cNvSpPr>
          <p:nvPr/>
        </p:nvSpPr>
        <p:spPr>
          <a:xfrm xmlns:a="http://schemas.openxmlformats.org/drawingml/2006/main">
            <a:off x="714375" y="790575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5A6A70"/>
                </a:solidFill>
                <a:latin typeface="Arial"/>
                <a:ea typeface="Arial"/>
                <a:cs typeface="Arial"/>
              </a:defRPr>
            </a:defPPr>
            <a:lvl1pPr algn="l">
              <a:defRPr sz="1425" b="0">
                <a:solidFill>
                  <a:srgbClr val="5A6A70"/>
                </a:solidFill>
                <a:latin typeface="Arial"/>
                <a:ea typeface="Arial"/>
                <a:cs typeface="Arial"/>
              </a:defRPr>
            </a:lvl1pPr>
            <a:lvl2pPr algn="l">
              <a:defRPr sz="1425" b="0">
                <a:solidFill>
                  <a:srgbClr val="5A6A70"/>
                </a:solidFill>
                <a:latin typeface="Arial"/>
                <a:ea typeface="Arial"/>
                <a:cs typeface="Arial"/>
              </a:defRPr>
            </a:lvl2pPr>
            <a:lvl3pPr algn="l">
              <a:defRPr sz="1425" b="0">
                <a:solidFill>
                  <a:srgbClr val="5A6A70"/>
                </a:solidFill>
                <a:latin typeface="Arial"/>
                <a:ea typeface="Arial"/>
                <a:cs typeface="Arial"/>
              </a:defRPr>
            </a:lvl3pPr>
            <a:lvl4pPr algn="l">
              <a:defRPr sz="1425" b="0">
                <a:solidFill>
                  <a:srgbClr val="5A6A70"/>
                </a:solidFill>
                <a:latin typeface="Arial"/>
                <a:ea typeface="Arial"/>
                <a:cs typeface="Arial"/>
              </a:defRPr>
            </a:lvl4pPr>
            <a:lvl5pPr algn="l">
              <a:defRPr sz="1425" b="0">
                <a:solidFill>
                  <a:srgbClr val="5A6A70"/>
                </a:solidFill>
                <a:latin typeface="Arial"/>
                <a:ea typeface="Arial"/>
                <a:cs typeface="Arial"/>
              </a:defRPr>
            </a:lvl5pPr>
            <a:lvl6pPr algn="l">
              <a:defRPr sz="1425" b="0">
                <a:solidFill>
                  <a:srgbClr val="5A6A70"/>
                </a:solidFill>
                <a:latin typeface="Arial"/>
                <a:ea typeface="Arial"/>
                <a:cs typeface="Arial"/>
              </a:defRPr>
            </a:lvl6pPr>
            <a:lvl7pPr algn="l">
              <a:defRPr sz="1425" b="0">
                <a:solidFill>
                  <a:srgbClr val="5A6A70"/>
                </a:solidFill>
                <a:latin typeface="Arial"/>
                <a:ea typeface="Arial"/>
                <a:cs typeface="Arial"/>
              </a:defRPr>
            </a:lvl7pPr>
            <a:lvl8pPr algn="l">
              <a:defRPr sz="1425" b="0">
                <a:solidFill>
                  <a:srgbClr val="5A6A70"/>
                </a:solidFill>
                <a:latin typeface="Arial"/>
                <a:ea typeface="Arial"/>
                <a:cs typeface="Arial"/>
              </a:defRPr>
            </a:lvl8pPr>
            <a:lvl9pPr algn="l">
              <a:defRPr sz="1425" b="0">
                <a:solidFill>
                  <a:srgbClr val="5A6A70"/>
                </a:solidFill>
                <a:latin typeface="Arial"/>
                <a:ea typeface="Arial"/>
                <a:cs typeface="Arial"/>
              </a:defRPr>
            </a:lvl9pPr>
          </a:lstStyle>
          <a:p xmlns:a="http://schemas.openxmlformats.org/drawingml/2006/main">
            <a:pPr algn="l">
              <a:defRPr sz="1425" b="0">
                <a:solidFill>
                  <a:srgbClr val="5A6A70"/>
                </a:solidFill>
                <a:latin typeface="Arial"/>
                <a:ea typeface="Arial"/>
                <a:cs typeface="Arial"/>
              </a:defRPr>
            </a:pPr>
            <a:r>
              <a:rPr sz="1425" b="0">
                <a:solidFill>
                  <a:srgbClr val="5A6A70"/>
                </a:solidFill>
                <a:latin typeface="Arial"/>
                <a:ea typeface="Arial"/>
                <a:cs typeface="Arial"/>
              </a:rPr>
              <a:t>21 / 21</a:t>
            </a:r>
          </a:p>
        </p:txBody>
      </p:sp>
      <p:sp>
        <p:nvSpPr>
          <p:cNvPr id="5" name="">
            <a:extLst xmlns:a="http://schemas.openxmlformats.org/drawingml/2006/main">
              <a:ext uri="{FF2B5EF4-FFF2-40B4-BE49-F238E27FC236}">
                <a16:creationId xmlns:a16="http://schemas.microsoft.com/office/drawing/2014/main" id="{A9A7BF52-4F64-4843-8EBD-D600BC5299A1}"/>
              </a:ext>
            </a:extLst>
          </p:cNvPr>
          <p:cNvSpPr>
            <a:spLocks xmlns:a="http://schemas.openxmlformats.org/drawingml/2006/main" noGrp="1"/>
          </p:cNvSpPr>
          <p:nvPr/>
        </p:nvSpPr>
        <p:spPr>
          <a:xfrm xmlns:a="http://schemas.openxmlformats.org/drawingml/2006/main">
            <a:off x="5715000" y="2857500"/>
            <a:ext cx="866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1">
                <a:solidFill>
                  <a:srgbClr val="142B36"/>
                </a:solidFill>
                <a:latin typeface="Arial"/>
                <a:ea typeface="Arial"/>
                <a:cs typeface="Arial"/>
              </a:defRPr>
            </a:defPPr>
            <a:lvl1pPr algn="r">
              <a:defRPr sz="2175" b="1">
                <a:solidFill>
                  <a:srgbClr val="142B36"/>
                </a:solidFill>
                <a:latin typeface="Arial"/>
                <a:ea typeface="Arial"/>
                <a:cs typeface="Arial"/>
              </a:defRPr>
            </a:lvl1pPr>
            <a:lvl2pPr algn="r">
              <a:defRPr sz="2175" b="1">
                <a:solidFill>
                  <a:srgbClr val="142B36"/>
                </a:solidFill>
                <a:latin typeface="Arial"/>
                <a:ea typeface="Arial"/>
                <a:cs typeface="Arial"/>
              </a:defRPr>
            </a:lvl2pPr>
            <a:lvl3pPr algn="r">
              <a:defRPr sz="2175" b="1">
                <a:solidFill>
                  <a:srgbClr val="142B36"/>
                </a:solidFill>
                <a:latin typeface="Arial"/>
                <a:ea typeface="Arial"/>
                <a:cs typeface="Arial"/>
              </a:defRPr>
            </a:lvl3pPr>
            <a:lvl4pPr algn="r">
              <a:defRPr sz="2175" b="1">
                <a:solidFill>
                  <a:srgbClr val="142B36"/>
                </a:solidFill>
                <a:latin typeface="Arial"/>
                <a:ea typeface="Arial"/>
                <a:cs typeface="Arial"/>
              </a:defRPr>
            </a:lvl4pPr>
            <a:lvl5pPr algn="r">
              <a:defRPr sz="2175" b="1">
                <a:solidFill>
                  <a:srgbClr val="142B36"/>
                </a:solidFill>
                <a:latin typeface="Arial"/>
                <a:ea typeface="Arial"/>
                <a:cs typeface="Arial"/>
              </a:defRPr>
            </a:lvl5pPr>
            <a:lvl6pPr algn="r">
              <a:defRPr sz="2175" b="1">
                <a:solidFill>
                  <a:srgbClr val="142B36"/>
                </a:solidFill>
                <a:latin typeface="Arial"/>
                <a:ea typeface="Arial"/>
                <a:cs typeface="Arial"/>
              </a:defRPr>
            </a:lvl6pPr>
            <a:lvl7pPr algn="r">
              <a:defRPr sz="2175" b="1">
                <a:solidFill>
                  <a:srgbClr val="142B36"/>
                </a:solidFill>
                <a:latin typeface="Arial"/>
                <a:ea typeface="Arial"/>
                <a:cs typeface="Arial"/>
              </a:defRPr>
            </a:lvl7pPr>
            <a:lvl8pPr algn="r">
              <a:defRPr sz="2175" b="1">
                <a:solidFill>
                  <a:srgbClr val="142B36"/>
                </a:solidFill>
                <a:latin typeface="Arial"/>
                <a:ea typeface="Arial"/>
                <a:cs typeface="Arial"/>
              </a:defRPr>
            </a:lvl8pPr>
            <a:lvl9pPr algn="r">
              <a:defRPr sz="2175" b="1">
                <a:solidFill>
                  <a:srgbClr val="142B36"/>
                </a:solidFill>
                <a:latin typeface="Arial"/>
                <a:ea typeface="Arial"/>
                <a:cs typeface="Arial"/>
              </a:defRPr>
            </a:lvl9pPr>
          </a:lstStyle>
          <a:p xmlns:a="http://schemas.openxmlformats.org/drawingml/2006/main">
            <a:pPr algn="r">
              <a:defRPr sz="2175" b="1">
                <a:solidFill>
                  <a:srgbClr val="142B36"/>
                </a:solidFill>
                <a:latin typeface="Arial"/>
                <a:ea typeface="Arial"/>
                <a:cs typeface="Arial"/>
              </a:defRPr>
            </a:pPr>
            <a:r>
              <a:rPr sz="2175" b="1">
                <a:solidFill>
                  <a:srgbClr val="142B36"/>
                </a:solidFill>
                <a:latin typeface="Arial"/>
                <a:ea typeface="Arial"/>
                <a:cs typeface="Arial"/>
              </a:rPr>
              <a:t>CloudFix · 2026 · Preprint</a:t>
            </a:r>
          </a:p>
        </p:txBody>
      </p:sp>
      <p:sp>
        <p:nvSpPr>
          <p:cNvPr id="6" name="">
            <a:extLst xmlns:a="http://schemas.openxmlformats.org/drawingml/2006/main">
              <a:ext uri="{FF2B5EF4-FFF2-40B4-BE49-F238E27FC236}">
                <a16:creationId xmlns:a16="http://schemas.microsoft.com/office/drawing/2014/main" id="{5E471982-AB50-4BF8-A4AD-5622BB5A1033}"/>
              </a:ext>
            </a:extLst>
          </p:cNvPr>
          <p:cNvSpPr>
            <a:spLocks xmlns:a="http://schemas.openxmlformats.org/drawingml/2006/main" noGrp="1"/>
          </p:cNvSpPr>
          <p:nvPr/>
        </p:nvSpPr>
        <p:spPr>
          <a:xfrm xmlns:a="http://schemas.openxmlformats.org/drawingml/2006/main">
            <a:off x="5715000" y="3648075"/>
            <a:ext cx="866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IAM-PolicyRefiner · OOPSLA 2024</a:t>
            </a:r>
          </a:p>
        </p:txBody>
      </p:sp>
      <p:sp>
        <p:nvSpPr>
          <p:cNvPr id="7" name="">
            <a:extLst xmlns:a="http://schemas.openxmlformats.org/drawingml/2006/main">
              <a:ext uri="{FF2B5EF4-FFF2-40B4-BE49-F238E27FC236}">
                <a16:creationId xmlns:a16="http://schemas.microsoft.com/office/drawing/2014/main" id="{FE9052AA-8CDB-462E-AE7E-368D7489EFC7}"/>
              </a:ext>
            </a:extLst>
          </p:cNvPr>
          <p:cNvSpPr>
            <a:spLocks xmlns:a="http://schemas.openxmlformats.org/drawingml/2006/main" noGrp="1"/>
          </p:cNvSpPr>
          <p:nvPr/>
        </p:nvSpPr>
        <p:spPr>
          <a:xfrm xmlns:a="http://schemas.openxmlformats.org/drawingml/2006/main">
            <a:off x="5715000" y="4438650"/>
            <a:ext cx="866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75" b="0">
                <a:solidFill>
                  <a:srgbClr val="142B36"/>
                </a:solidFill>
                <a:latin typeface="Arial"/>
                <a:ea typeface="Arial"/>
                <a:cs typeface="Arial"/>
              </a:defRPr>
            </a:defPPr>
            <a:lvl1pPr algn="r">
              <a:defRPr sz="2175" b="0">
                <a:solidFill>
                  <a:srgbClr val="142B36"/>
                </a:solidFill>
                <a:latin typeface="Arial"/>
                <a:ea typeface="Arial"/>
                <a:cs typeface="Arial"/>
              </a:defRPr>
            </a:lvl1pPr>
            <a:lvl2pPr algn="r">
              <a:defRPr sz="2175" b="0">
                <a:solidFill>
                  <a:srgbClr val="142B36"/>
                </a:solidFill>
                <a:latin typeface="Arial"/>
                <a:ea typeface="Arial"/>
                <a:cs typeface="Arial"/>
              </a:defRPr>
            </a:lvl2pPr>
            <a:lvl3pPr algn="r">
              <a:defRPr sz="2175" b="0">
                <a:solidFill>
                  <a:srgbClr val="142B36"/>
                </a:solidFill>
                <a:latin typeface="Arial"/>
                <a:ea typeface="Arial"/>
                <a:cs typeface="Arial"/>
              </a:defRPr>
            </a:lvl3pPr>
            <a:lvl4pPr algn="r">
              <a:defRPr sz="2175" b="0">
                <a:solidFill>
                  <a:srgbClr val="142B36"/>
                </a:solidFill>
                <a:latin typeface="Arial"/>
                <a:ea typeface="Arial"/>
                <a:cs typeface="Arial"/>
              </a:defRPr>
            </a:lvl4pPr>
            <a:lvl5pPr algn="r">
              <a:defRPr sz="2175" b="0">
                <a:solidFill>
                  <a:srgbClr val="142B36"/>
                </a:solidFill>
                <a:latin typeface="Arial"/>
                <a:ea typeface="Arial"/>
                <a:cs typeface="Arial"/>
              </a:defRPr>
            </a:lvl5pPr>
            <a:lvl6pPr algn="r">
              <a:defRPr sz="2175" b="0">
                <a:solidFill>
                  <a:srgbClr val="142B36"/>
                </a:solidFill>
                <a:latin typeface="Arial"/>
                <a:ea typeface="Arial"/>
                <a:cs typeface="Arial"/>
              </a:defRPr>
            </a:lvl6pPr>
            <a:lvl7pPr algn="r">
              <a:defRPr sz="2175" b="0">
                <a:solidFill>
                  <a:srgbClr val="142B36"/>
                </a:solidFill>
                <a:latin typeface="Arial"/>
                <a:ea typeface="Arial"/>
                <a:cs typeface="Arial"/>
              </a:defRPr>
            </a:lvl7pPr>
            <a:lvl8pPr algn="r">
              <a:defRPr sz="2175" b="0">
                <a:solidFill>
                  <a:srgbClr val="142B36"/>
                </a:solidFill>
                <a:latin typeface="Arial"/>
                <a:ea typeface="Arial"/>
                <a:cs typeface="Arial"/>
              </a:defRPr>
            </a:lvl8pPr>
            <a:lvl9pPr algn="r">
              <a:defRPr sz="2175" b="0">
                <a:solidFill>
                  <a:srgbClr val="142B36"/>
                </a:solidFill>
                <a:latin typeface="Arial"/>
                <a:ea typeface="Arial"/>
                <a:cs typeface="Arial"/>
              </a:defRPr>
            </a:lvl9pPr>
          </a:lstStyle>
          <a:p xmlns:a="http://schemas.openxmlformats.org/drawingml/2006/main">
            <a:pPr algn="r">
              <a:defRPr sz="2175" b="0">
                <a:solidFill>
                  <a:srgbClr val="142B36"/>
                </a:solidFill>
                <a:latin typeface="Arial"/>
                <a:ea typeface="Arial"/>
                <a:cs typeface="Arial"/>
              </a:defRPr>
            </a:pPr>
            <a:r>
              <a:rPr sz="2175" b="0">
                <a:solidFill>
                  <a:srgbClr val="142B36"/>
                </a:solidFill>
                <a:latin typeface="Arial"/>
                <a:ea typeface="Arial"/>
                <a:cs typeface="Arial"/>
              </a:rPr>
              <a:t>Security Flama · ICSE-SEIP 2024</a:t>
            </a:r>
          </a:p>
        </p:txBody>
      </p:sp>
      <p:sp>
        <p:nvSpPr>
          <p:cNvPr id="8" name="">
            <a:extLst xmlns:a="http://schemas.openxmlformats.org/drawingml/2006/main">
              <a:ext uri="{FF2B5EF4-FFF2-40B4-BE49-F238E27FC236}">
                <a16:creationId xmlns:a16="http://schemas.microsoft.com/office/drawing/2014/main" id="{52419D45-B960-481A-9D37-FF045B30908E}"/>
              </a:ext>
            </a:extLst>
          </p:cNvPr>
          <p:cNvSpPr>
            <a:spLocks xmlns:a="http://schemas.openxmlformats.org/drawingml/2006/main" noGrp="1"/>
          </p:cNvSpPr>
          <p:nvPr/>
        </p:nvSpPr>
        <p:spPr>
          <a:xfrm xmlns:a="http://schemas.openxmlformats.org/drawingml/2006/main">
            <a:off x="5715000" y="5229225"/>
            <a:ext cx="866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42B36"/>
                </a:solidFill>
                <a:latin typeface="Arial"/>
                <a:ea typeface="Arial"/>
                <a:cs typeface="Arial"/>
              </a:defRPr>
            </a:defPPr>
            <a:lvl1pPr algn="r">
              <a:defRPr sz="1800" b="0">
                <a:solidFill>
                  <a:srgbClr val="142B36"/>
                </a:solidFill>
                <a:latin typeface="Arial"/>
                <a:ea typeface="Arial"/>
                <a:cs typeface="Arial"/>
              </a:defRPr>
            </a:lvl1pPr>
            <a:lvl2pPr algn="r">
              <a:defRPr sz="1800" b="0">
                <a:solidFill>
                  <a:srgbClr val="142B36"/>
                </a:solidFill>
                <a:latin typeface="Arial"/>
                <a:ea typeface="Arial"/>
                <a:cs typeface="Arial"/>
              </a:defRPr>
            </a:lvl2pPr>
            <a:lvl3pPr algn="r">
              <a:defRPr sz="1800" b="0">
                <a:solidFill>
                  <a:srgbClr val="142B36"/>
                </a:solidFill>
                <a:latin typeface="Arial"/>
                <a:ea typeface="Arial"/>
                <a:cs typeface="Arial"/>
              </a:defRPr>
            </a:lvl3pPr>
            <a:lvl4pPr algn="r">
              <a:defRPr sz="1800" b="0">
                <a:solidFill>
                  <a:srgbClr val="142B36"/>
                </a:solidFill>
                <a:latin typeface="Arial"/>
                <a:ea typeface="Arial"/>
                <a:cs typeface="Arial"/>
              </a:defRPr>
            </a:lvl4pPr>
            <a:lvl5pPr algn="r">
              <a:defRPr sz="1800" b="0">
                <a:solidFill>
                  <a:srgbClr val="142B36"/>
                </a:solidFill>
                <a:latin typeface="Arial"/>
                <a:ea typeface="Arial"/>
                <a:cs typeface="Arial"/>
              </a:defRPr>
            </a:lvl5pPr>
            <a:lvl6pPr algn="r">
              <a:defRPr sz="1800" b="0">
                <a:solidFill>
                  <a:srgbClr val="142B36"/>
                </a:solidFill>
                <a:latin typeface="Arial"/>
                <a:ea typeface="Arial"/>
                <a:cs typeface="Arial"/>
              </a:defRPr>
            </a:lvl6pPr>
            <a:lvl7pPr algn="r">
              <a:defRPr sz="1800" b="0">
                <a:solidFill>
                  <a:srgbClr val="142B36"/>
                </a:solidFill>
                <a:latin typeface="Arial"/>
                <a:ea typeface="Arial"/>
                <a:cs typeface="Arial"/>
              </a:defRPr>
            </a:lvl7pPr>
            <a:lvl8pPr algn="r">
              <a:defRPr sz="1800" b="0">
                <a:solidFill>
                  <a:srgbClr val="142B36"/>
                </a:solidFill>
                <a:latin typeface="Arial"/>
                <a:ea typeface="Arial"/>
                <a:cs typeface="Arial"/>
              </a:defRPr>
            </a:lvl8pPr>
            <a:lvl9pPr algn="r">
              <a:defRPr sz="1800" b="0">
                <a:solidFill>
                  <a:srgbClr val="142B36"/>
                </a:solidFill>
                <a:latin typeface="Arial"/>
                <a:ea typeface="Arial"/>
                <a:cs typeface="Arial"/>
              </a:defRPr>
            </a:lvl9pPr>
          </a:lstStyle>
          <a:p xmlns:a="http://schemas.openxmlformats.org/drawingml/2006/main">
            <a:pPr algn="r">
              <a:defRPr sz="1800" b="0">
                <a:solidFill>
                  <a:srgbClr val="142B36"/>
                </a:solidFill>
                <a:latin typeface="Arial"/>
                <a:ea typeface="Arial"/>
                <a:cs typeface="Arial"/>
              </a:defRPr>
            </a:pPr>
            <a:r>
              <a:rPr sz="1800" b="0">
                <a:solidFill>
                  <a:srgbClr val="142B36"/>
                </a:solidFill>
                <a:latin typeface="Arial"/>
                <a:ea typeface="Arial"/>
                <a:cs typeface="Arial"/>
              </a:rPr>
              <a:t>Towards Automated Continuous Security Compliance · 2024</a:t>
            </a:r>
          </a:p>
        </p:txBody>
      </p:sp>
      <p:sp>
        <p:nvSpPr>
          <p:cNvPr id="9" name="">
            <a:extLst xmlns:a="http://schemas.openxmlformats.org/drawingml/2006/main">
              <a:ext uri="{FF2B5EF4-FFF2-40B4-BE49-F238E27FC236}">
                <a16:creationId xmlns:a16="http://schemas.microsoft.com/office/drawing/2014/main" id="{866753ED-96E8-4C57-A0D0-3560B0A5899D}"/>
              </a:ext>
            </a:extLst>
          </p:cNvPr>
          <p:cNvSpPr>
            <a:spLocks xmlns:a="http://schemas.openxmlformats.org/drawingml/2006/main" noGrp="1"/>
          </p:cNvSpPr>
          <p:nvPr/>
        </p:nvSpPr>
        <p:spPr>
          <a:xfrm xmlns:a="http://schemas.openxmlformats.org/drawingml/2006/main">
            <a:off x="5715000" y="6019800"/>
            <a:ext cx="866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142B36"/>
                </a:solidFill>
                <a:latin typeface="Arial"/>
                <a:ea typeface="Arial"/>
                <a:cs typeface="Arial"/>
              </a:defRPr>
            </a:defPPr>
            <a:lvl1pPr algn="r">
              <a:defRPr sz="1800" b="0">
                <a:solidFill>
                  <a:srgbClr val="142B36"/>
                </a:solidFill>
                <a:latin typeface="Arial"/>
                <a:ea typeface="Arial"/>
                <a:cs typeface="Arial"/>
              </a:defRPr>
            </a:lvl1pPr>
            <a:lvl2pPr algn="r">
              <a:defRPr sz="1800" b="0">
                <a:solidFill>
                  <a:srgbClr val="142B36"/>
                </a:solidFill>
                <a:latin typeface="Arial"/>
                <a:ea typeface="Arial"/>
                <a:cs typeface="Arial"/>
              </a:defRPr>
            </a:lvl2pPr>
            <a:lvl3pPr algn="r">
              <a:defRPr sz="1800" b="0">
                <a:solidFill>
                  <a:srgbClr val="142B36"/>
                </a:solidFill>
                <a:latin typeface="Arial"/>
                <a:ea typeface="Arial"/>
                <a:cs typeface="Arial"/>
              </a:defRPr>
            </a:lvl3pPr>
            <a:lvl4pPr algn="r">
              <a:defRPr sz="1800" b="0">
                <a:solidFill>
                  <a:srgbClr val="142B36"/>
                </a:solidFill>
                <a:latin typeface="Arial"/>
                <a:ea typeface="Arial"/>
                <a:cs typeface="Arial"/>
              </a:defRPr>
            </a:lvl4pPr>
            <a:lvl5pPr algn="r">
              <a:defRPr sz="1800" b="0">
                <a:solidFill>
                  <a:srgbClr val="142B36"/>
                </a:solidFill>
                <a:latin typeface="Arial"/>
                <a:ea typeface="Arial"/>
                <a:cs typeface="Arial"/>
              </a:defRPr>
            </a:lvl5pPr>
            <a:lvl6pPr algn="r">
              <a:defRPr sz="1800" b="0">
                <a:solidFill>
                  <a:srgbClr val="142B36"/>
                </a:solidFill>
                <a:latin typeface="Arial"/>
                <a:ea typeface="Arial"/>
                <a:cs typeface="Arial"/>
              </a:defRPr>
            </a:lvl6pPr>
            <a:lvl7pPr algn="r">
              <a:defRPr sz="1800" b="0">
                <a:solidFill>
                  <a:srgbClr val="142B36"/>
                </a:solidFill>
                <a:latin typeface="Arial"/>
                <a:ea typeface="Arial"/>
                <a:cs typeface="Arial"/>
              </a:defRPr>
            </a:lvl7pPr>
            <a:lvl8pPr algn="r">
              <a:defRPr sz="1800" b="0">
                <a:solidFill>
                  <a:srgbClr val="142B36"/>
                </a:solidFill>
                <a:latin typeface="Arial"/>
                <a:ea typeface="Arial"/>
                <a:cs typeface="Arial"/>
              </a:defRPr>
            </a:lvl8pPr>
            <a:lvl9pPr algn="r">
              <a:defRPr sz="1800" b="0">
                <a:solidFill>
                  <a:srgbClr val="142B36"/>
                </a:solidFill>
                <a:latin typeface="Arial"/>
                <a:ea typeface="Arial"/>
                <a:cs typeface="Arial"/>
              </a:defRPr>
            </a:lvl9pPr>
          </a:lstStyle>
          <a:p xmlns:a="http://schemas.openxmlformats.org/drawingml/2006/main">
            <a:pPr algn="r">
              <a:defRPr sz="1800" b="0">
                <a:solidFill>
                  <a:srgbClr val="142B36"/>
                </a:solidFill>
                <a:latin typeface="Arial"/>
                <a:ea typeface="Arial"/>
                <a:cs typeface="Arial"/>
              </a:defRPr>
            </a:pPr>
            <a:r>
              <a:rPr sz="1800" b="0">
                <a:solidFill>
                  <a:srgbClr val="142B36"/>
                </a:solidFill>
                <a:latin typeface="Arial"/>
                <a:ea typeface="Arial"/>
                <a:cs typeface="Arial"/>
              </a:rPr>
              <a:t>Revisiting Security Practices for GitHub Actions Workflows · 2025</a:t>
            </a:r>
          </a:p>
        </p:txBody>
      </p:sp>
      <p:sp>
        <p:nvSpPr>
          <p:cNvPr id="10" name="">
            <a:extLst xmlns:a="http://schemas.openxmlformats.org/drawingml/2006/main">
              <a:ext uri="{FF2B5EF4-FFF2-40B4-BE49-F238E27FC236}">
                <a16:creationId xmlns:a16="http://schemas.microsoft.com/office/drawing/2014/main" id="{F59D19AC-8AAB-4FDB-B458-FA0522D57963}"/>
              </a:ext>
            </a:extLst>
          </p:cNvPr>
          <p:cNvSpPr>
            <a:spLocks xmlns:a="http://schemas.openxmlformats.org/drawingml/2006/main" noGrp="1"/>
          </p:cNvSpPr>
          <p:nvPr/>
        </p:nvSpPr>
        <p:spPr>
          <a:xfrm xmlns:a="http://schemas.openxmlformats.org/drawingml/2006/main">
            <a:off x="762000" y="29527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67D8D"/>
                </a:solidFill>
                <a:latin typeface="Arial"/>
                <a:ea typeface="Arial"/>
                <a:cs typeface="Arial"/>
              </a:defRPr>
            </a:defPPr>
            <a:lvl1pPr algn="l">
              <a:defRPr sz="2550" b="1">
                <a:solidFill>
                  <a:srgbClr val="167D8D"/>
                </a:solidFill>
                <a:latin typeface="Arial"/>
                <a:ea typeface="Arial"/>
                <a:cs typeface="Arial"/>
              </a:defRPr>
            </a:lvl1pPr>
            <a:lvl2pPr algn="l">
              <a:defRPr sz="2550" b="1">
                <a:solidFill>
                  <a:srgbClr val="167D8D"/>
                </a:solidFill>
                <a:latin typeface="Arial"/>
                <a:ea typeface="Arial"/>
                <a:cs typeface="Arial"/>
              </a:defRPr>
            </a:lvl2pPr>
            <a:lvl3pPr algn="l">
              <a:defRPr sz="2550" b="1">
                <a:solidFill>
                  <a:srgbClr val="167D8D"/>
                </a:solidFill>
                <a:latin typeface="Arial"/>
                <a:ea typeface="Arial"/>
                <a:cs typeface="Arial"/>
              </a:defRPr>
            </a:lvl3pPr>
            <a:lvl4pPr algn="l">
              <a:defRPr sz="2550" b="1">
                <a:solidFill>
                  <a:srgbClr val="167D8D"/>
                </a:solidFill>
                <a:latin typeface="Arial"/>
                <a:ea typeface="Arial"/>
                <a:cs typeface="Arial"/>
              </a:defRPr>
            </a:lvl4pPr>
            <a:lvl5pPr algn="l">
              <a:defRPr sz="2550" b="1">
                <a:solidFill>
                  <a:srgbClr val="167D8D"/>
                </a:solidFill>
                <a:latin typeface="Arial"/>
                <a:ea typeface="Arial"/>
                <a:cs typeface="Arial"/>
              </a:defRPr>
            </a:lvl5pPr>
            <a:lvl6pPr algn="l">
              <a:defRPr sz="2550" b="1">
                <a:solidFill>
                  <a:srgbClr val="167D8D"/>
                </a:solidFill>
                <a:latin typeface="Arial"/>
                <a:ea typeface="Arial"/>
                <a:cs typeface="Arial"/>
              </a:defRPr>
            </a:lvl6pPr>
            <a:lvl7pPr algn="l">
              <a:defRPr sz="2550" b="1">
                <a:solidFill>
                  <a:srgbClr val="167D8D"/>
                </a:solidFill>
                <a:latin typeface="Arial"/>
                <a:ea typeface="Arial"/>
                <a:cs typeface="Arial"/>
              </a:defRPr>
            </a:lvl7pPr>
            <a:lvl8pPr algn="l">
              <a:defRPr sz="2550" b="1">
                <a:solidFill>
                  <a:srgbClr val="167D8D"/>
                </a:solidFill>
                <a:latin typeface="Arial"/>
                <a:ea typeface="Arial"/>
                <a:cs typeface="Arial"/>
              </a:defRPr>
            </a:lvl8pPr>
            <a:lvl9pPr algn="l">
              <a:defRPr sz="2550" b="1">
                <a:solidFill>
                  <a:srgbClr val="167D8D"/>
                </a:solidFill>
                <a:latin typeface="Arial"/>
                <a:ea typeface="Arial"/>
                <a:cs typeface="Arial"/>
              </a:defRPr>
            </a:lvl9pPr>
          </a:lstStyle>
          <a:p xmlns:a="http://schemas.openxmlformats.org/drawingml/2006/main">
            <a:pPr algn="l">
              <a:defRPr sz="2550" b="1">
                <a:solidFill>
                  <a:srgbClr val="167D8D"/>
                </a:solidFill>
                <a:latin typeface="Arial"/>
                <a:ea typeface="Arial"/>
                <a:cs typeface="Arial"/>
              </a:defRPr>
            </a:pPr>
            <a:r>
              <a:rPr sz="2550" b="1">
                <a:solidFill>
                  <a:srgbClr val="167D8D"/>
                </a:solidFill>
                <a:latin typeface="Arial"/>
                <a:ea typeface="Arial"/>
                <a:cs typeface="Arial"/>
              </a:rPr>
              <a:t>GitHub Docs</a:t>
            </a:r>
          </a:p>
        </p:txBody>
      </p:sp>
      <p:sp>
        <p:nvSpPr>
          <p:cNvPr id="11" name="">
            <a:extLst xmlns:a="http://schemas.openxmlformats.org/drawingml/2006/main">
              <a:ext uri="{FF2B5EF4-FFF2-40B4-BE49-F238E27FC236}">
                <a16:creationId xmlns:a16="http://schemas.microsoft.com/office/drawing/2014/main" id="{884AF7AD-044C-47C2-84FA-102DE1D8AD3B}"/>
              </a:ext>
            </a:extLst>
          </p:cNvPr>
          <p:cNvSpPr>
            <a:spLocks xmlns:a="http://schemas.openxmlformats.org/drawingml/2006/main" noGrp="1"/>
          </p:cNvSpPr>
          <p:nvPr/>
        </p:nvSpPr>
        <p:spPr>
          <a:xfrm xmlns:a="http://schemas.openxmlformats.org/drawingml/2006/main">
            <a:off x="762000" y="37147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67D8D"/>
                </a:solidFill>
                <a:latin typeface="Arial"/>
                <a:ea typeface="Arial"/>
                <a:cs typeface="Arial"/>
              </a:defRPr>
            </a:defPPr>
            <a:lvl1pPr algn="l">
              <a:defRPr sz="2550" b="1">
                <a:solidFill>
                  <a:srgbClr val="167D8D"/>
                </a:solidFill>
                <a:latin typeface="Arial"/>
                <a:ea typeface="Arial"/>
                <a:cs typeface="Arial"/>
              </a:defRPr>
            </a:lvl1pPr>
            <a:lvl2pPr algn="l">
              <a:defRPr sz="2550" b="1">
                <a:solidFill>
                  <a:srgbClr val="167D8D"/>
                </a:solidFill>
                <a:latin typeface="Arial"/>
                <a:ea typeface="Arial"/>
                <a:cs typeface="Arial"/>
              </a:defRPr>
            </a:lvl2pPr>
            <a:lvl3pPr algn="l">
              <a:defRPr sz="2550" b="1">
                <a:solidFill>
                  <a:srgbClr val="167D8D"/>
                </a:solidFill>
                <a:latin typeface="Arial"/>
                <a:ea typeface="Arial"/>
                <a:cs typeface="Arial"/>
              </a:defRPr>
            </a:lvl3pPr>
            <a:lvl4pPr algn="l">
              <a:defRPr sz="2550" b="1">
                <a:solidFill>
                  <a:srgbClr val="167D8D"/>
                </a:solidFill>
                <a:latin typeface="Arial"/>
                <a:ea typeface="Arial"/>
                <a:cs typeface="Arial"/>
              </a:defRPr>
            </a:lvl4pPr>
            <a:lvl5pPr algn="l">
              <a:defRPr sz="2550" b="1">
                <a:solidFill>
                  <a:srgbClr val="167D8D"/>
                </a:solidFill>
                <a:latin typeface="Arial"/>
                <a:ea typeface="Arial"/>
                <a:cs typeface="Arial"/>
              </a:defRPr>
            </a:lvl5pPr>
            <a:lvl6pPr algn="l">
              <a:defRPr sz="2550" b="1">
                <a:solidFill>
                  <a:srgbClr val="167D8D"/>
                </a:solidFill>
                <a:latin typeface="Arial"/>
                <a:ea typeface="Arial"/>
                <a:cs typeface="Arial"/>
              </a:defRPr>
            </a:lvl6pPr>
            <a:lvl7pPr algn="l">
              <a:defRPr sz="2550" b="1">
                <a:solidFill>
                  <a:srgbClr val="167D8D"/>
                </a:solidFill>
                <a:latin typeface="Arial"/>
                <a:ea typeface="Arial"/>
                <a:cs typeface="Arial"/>
              </a:defRPr>
            </a:lvl7pPr>
            <a:lvl8pPr algn="l">
              <a:defRPr sz="2550" b="1">
                <a:solidFill>
                  <a:srgbClr val="167D8D"/>
                </a:solidFill>
                <a:latin typeface="Arial"/>
                <a:ea typeface="Arial"/>
                <a:cs typeface="Arial"/>
              </a:defRPr>
            </a:lvl8pPr>
            <a:lvl9pPr algn="l">
              <a:defRPr sz="2550" b="1">
                <a:solidFill>
                  <a:srgbClr val="167D8D"/>
                </a:solidFill>
                <a:latin typeface="Arial"/>
                <a:ea typeface="Arial"/>
                <a:cs typeface="Arial"/>
              </a:defRPr>
            </a:lvl9pPr>
          </a:lstStyle>
          <a:p xmlns:a="http://schemas.openxmlformats.org/drawingml/2006/main">
            <a:pPr algn="l">
              <a:defRPr sz="2550" b="1">
                <a:solidFill>
                  <a:srgbClr val="167D8D"/>
                </a:solidFill>
                <a:latin typeface="Arial"/>
                <a:ea typeface="Arial"/>
                <a:cs typeface="Arial"/>
              </a:defRPr>
            </a:pPr>
            <a:r>
              <a:rPr sz="2550" b="1">
                <a:solidFill>
                  <a:srgbClr val="167D8D"/>
                </a:solidFill>
                <a:latin typeface="Arial"/>
                <a:ea typeface="Arial"/>
                <a:cs typeface="Arial"/>
              </a:rPr>
              <a:t>NIST SP 800-53A</a:t>
            </a:r>
          </a:p>
        </p:txBody>
      </p:sp>
      <p:sp>
        <p:nvSpPr>
          <p:cNvPr id="12" name="">
            <a:extLst xmlns:a="http://schemas.openxmlformats.org/drawingml/2006/main">
              <a:ext uri="{FF2B5EF4-FFF2-40B4-BE49-F238E27FC236}">
                <a16:creationId xmlns:a16="http://schemas.microsoft.com/office/drawing/2014/main" id="{80E5AE1E-6CD9-4EE9-BFC6-7EAAF02F0184}"/>
              </a:ext>
            </a:extLst>
          </p:cNvPr>
          <p:cNvSpPr>
            <a:spLocks xmlns:a="http://schemas.openxmlformats.org/drawingml/2006/main" noGrp="1"/>
          </p:cNvSpPr>
          <p:nvPr/>
        </p:nvSpPr>
        <p:spPr>
          <a:xfrm xmlns:a="http://schemas.openxmlformats.org/drawingml/2006/main">
            <a:off x="762000" y="49053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5A6A70"/>
                </a:solidFill>
                <a:latin typeface="Arial"/>
                <a:ea typeface="Arial"/>
                <a:cs typeface="Arial"/>
              </a:defRPr>
            </a:defPPr>
            <a:lvl1pPr algn="l">
              <a:defRPr sz="2100" b="0">
                <a:solidFill>
                  <a:srgbClr val="5A6A70"/>
                </a:solidFill>
                <a:latin typeface="Arial"/>
                <a:ea typeface="Arial"/>
                <a:cs typeface="Arial"/>
              </a:defRPr>
            </a:lvl1pPr>
            <a:lvl2pPr algn="l">
              <a:defRPr sz="2100" b="0">
                <a:solidFill>
                  <a:srgbClr val="5A6A70"/>
                </a:solidFill>
                <a:latin typeface="Arial"/>
                <a:ea typeface="Arial"/>
                <a:cs typeface="Arial"/>
              </a:defRPr>
            </a:lvl2pPr>
            <a:lvl3pPr algn="l">
              <a:defRPr sz="2100" b="0">
                <a:solidFill>
                  <a:srgbClr val="5A6A70"/>
                </a:solidFill>
                <a:latin typeface="Arial"/>
                <a:ea typeface="Arial"/>
                <a:cs typeface="Arial"/>
              </a:defRPr>
            </a:lvl3pPr>
            <a:lvl4pPr algn="l">
              <a:defRPr sz="2100" b="0">
                <a:solidFill>
                  <a:srgbClr val="5A6A70"/>
                </a:solidFill>
                <a:latin typeface="Arial"/>
                <a:ea typeface="Arial"/>
                <a:cs typeface="Arial"/>
              </a:defRPr>
            </a:lvl4pPr>
            <a:lvl5pPr algn="l">
              <a:defRPr sz="2100" b="0">
                <a:solidFill>
                  <a:srgbClr val="5A6A70"/>
                </a:solidFill>
                <a:latin typeface="Arial"/>
                <a:ea typeface="Arial"/>
                <a:cs typeface="Arial"/>
              </a:defRPr>
            </a:lvl5pPr>
            <a:lvl6pPr algn="l">
              <a:defRPr sz="2100" b="0">
                <a:solidFill>
                  <a:srgbClr val="5A6A70"/>
                </a:solidFill>
                <a:latin typeface="Arial"/>
                <a:ea typeface="Arial"/>
                <a:cs typeface="Arial"/>
              </a:defRPr>
            </a:lvl6pPr>
            <a:lvl7pPr algn="l">
              <a:defRPr sz="2100" b="0">
                <a:solidFill>
                  <a:srgbClr val="5A6A70"/>
                </a:solidFill>
                <a:latin typeface="Arial"/>
                <a:ea typeface="Arial"/>
                <a:cs typeface="Arial"/>
              </a:defRPr>
            </a:lvl7pPr>
            <a:lvl8pPr algn="l">
              <a:defRPr sz="2100" b="0">
                <a:solidFill>
                  <a:srgbClr val="5A6A70"/>
                </a:solidFill>
                <a:latin typeface="Arial"/>
                <a:ea typeface="Arial"/>
                <a:cs typeface="Arial"/>
              </a:defRPr>
            </a:lvl8pPr>
            <a:lvl9pPr algn="l">
              <a:defRPr sz="2100" b="0">
                <a:solidFill>
                  <a:srgbClr val="5A6A70"/>
                </a:solidFill>
                <a:latin typeface="Arial"/>
                <a:ea typeface="Arial"/>
                <a:cs typeface="Arial"/>
              </a:defRPr>
            </a:lvl9pPr>
          </a:lstStyle>
          <a:p xmlns:a="http://schemas.openxmlformats.org/drawingml/2006/main">
            <a:pPr algn="l">
              <a:defRPr sz="2100" b="0">
                <a:solidFill>
                  <a:srgbClr val="5A6A70"/>
                </a:solidFill>
                <a:latin typeface="Arial"/>
                <a:ea typeface="Arial"/>
                <a:cs typeface="Arial"/>
              </a:defRPr>
            </a:pPr>
            <a:r>
              <a:rPr sz="2100" b="0">
                <a:solidFill>
                  <a:srgbClr val="5A6A70"/>
                </a:solidFill>
                <a:latin typeface="Arial"/>
                <a:ea typeface="Arial"/>
                <a:cs typeface="Arial"/>
              </a:rPr>
              <a:t>Scorecard / Checkov</a:t>
            </a:r>
          </a:p>
        </p:txBody>
      </p:sp>
      <p:sp>
        <p:nvSpPr>
          <p:cNvPr id="13" name="">
            <a:extLst xmlns:a="http://schemas.openxmlformats.org/drawingml/2006/main">
              <a:ext uri="{FF2B5EF4-FFF2-40B4-BE49-F238E27FC236}">
                <a16:creationId xmlns:a16="http://schemas.microsoft.com/office/drawing/2014/main" id="{FC8B7F5D-76B8-411B-80C8-5E05CBCB4C03}"/>
              </a:ext>
            </a:extLst>
          </p:cNvPr>
          <p:cNvSpPr>
            <a:spLocks xmlns:a="http://schemas.openxmlformats.org/drawingml/2006/main" noGrp="1"/>
          </p:cNvSpPr>
          <p:nvPr/>
        </p:nvSpPr>
        <p:spPr>
          <a:xfrm xmlns:a="http://schemas.openxmlformats.org/drawingml/2006/main">
            <a:off x="762000" y="54768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5A6A70"/>
                </a:solidFill>
                <a:latin typeface="Arial"/>
                <a:ea typeface="Arial"/>
                <a:cs typeface="Arial"/>
              </a:defRPr>
            </a:defPPr>
            <a:lvl1pPr algn="l">
              <a:defRPr sz="2100" b="0">
                <a:solidFill>
                  <a:srgbClr val="5A6A70"/>
                </a:solidFill>
                <a:latin typeface="Arial"/>
                <a:ea typeface="Arial"/>
                <a:cs typeface="Arial"/>
              </a:defRPr>
            </a:lvl1pPr>
            <a:lvl2pPr algn="l">
              <a:defRPr sz="2100" b="0">
                <a:solidFill>
                  <a:srgbClr val="5A6A70"/>
                </a:solidFill>
                <a:latin typeface="Arial"/>
                <a:ea typeface="Arial"/>
                <a:cs typeface="Arial"/>
              </a:defRPr>
            </a:lvl2pPr>
            <a:lvl3pPr algn="l">
              <a:defRPr sz="2100" b="0">
                <a:solidFill>
                  <a:srgbClr val="5A6A70"/>
                </a:solidFill>
                <a:latin typeface="Arial"/>
                <a:ea typeface="Arial"/>
                <a:cs typeface="Arial"/>
              </a:defRPr>
            </a:lvl3pPr>
            <a:lvl4pPr algn="l">
              <a:defRPr sz="2100" b="0">
                <a:solidFill>
                  <a:srgbClr val="5A6A70"/>
                </a:solidFill>
                <a:latin typeface="Arial"/>
                <a:ea typeface="Arial"/>
                <a:cs typeface="Arial"/>
              </a:defRPr>
            </a:lvl4pPr>
            <a:lvl5pPr algn="l">
              <a:defRPr sz="2100" b="0">
                <a:solidFill>
                  <a:srgbClr val="5A6A70"/>
                </a:solidFill>
                <a:latin typeface="Arial"/>
                <a:ea typeface="Arial"/>
                <a:cs typeface="Arial"/>
              </a:defRPr>
            </a:lvl5pPr>
            <a:lvl6pPr algn="l">
              <a:defRPr sz="2100" b="0">
                <a:solidFill>
                  <a:srgbClr val="5A6A70"/>
                </a:solidFill>
                <a:latin typeface="Arial"/>
                <a:ea typeface="Arial"/>
                <a:cs typeface="Arial"/>
              </a:defRPr>
            </a:lvl6pPr>
            <a:lvl7pPr algn="l">
              <a:defRPr sz="2100" b="0">
                <a:solidFill>
                  <a:srgbClr val="5A6A70"/>
                </a:solidFill>
                <a:latin typeface="Arial"/>
                <a:ea typeface="Arial"/>
                <a:cs typeface="Arial"/>
              </a:defRPr>
            </a:lvl7pPr>
            <a:lvl8pPr algn="l">
              <a:defRPr sz="2100" b="0">
                <a:solidFill>
                  <a:srgbClr val="5A6A70"/>
                </a:solidFill>
                <a:latin typeface="Arial"/>
                <a:ea typeface="Arial"/>
                <a:cs typeface="Arial"/>
              </a:defRPr>
            </a:lvl8pPr>
            <a:lvl9pPr algn="l">
              <a:defRPr sz="2100" b="0">
                <a:solidFill>
                  <a:srgbClr val="5A6A70"/>
                </a:solidFill>
                <a:latin typeface="Arial"/>
                <a:ea typeface="Arial"/>
                <a:cs typeface="Arial"/>
              </a:defRPr>
            </a:lvl9pPr>
          </a:lstStyle>
          <a:p xmlns:a="http://schemas.openxmlformats.org/drawingml/2006/main">
            <a:pPr algn="l">
              <a:defRPr sz="2100" b="0">
                <a:solidFill>
                  <a:srgbClr val="5A6A70"/>
                </a:solidFill>
                <a:latin typeface="Arial"/>
                <a:ea typeface="Arial"/>
                <a:cs typeface="Arial"/>
              </a:defRPr>
            </a:pPr>
            <a:r>
              <a:rPr sz="2100" b="0">
                <a:solidFill>
                  <a:srgbClr val="5A6A70"/>
                </a:solidFill>
                <a:latin typeface="Arial"/>
                <a:ea typeface="Arial"/>
                <a:cs typeface="Arial"/>
              </a:rPr>
              <a:t>Legitify / Minder</a:t>
            </a:r>
          </a:p>
        </p:txBody>
      </p:sp>
      <p:sp>
        <p:nvSpPr>
          <p:cNvPr id="14" name="">
            <a:extLst xmlns:a="http://schemas.openxmlformats.org/drawingml/2006/main">
              <a:ext uri="{FF2B5EF4-FFF2-40B4-BE49-F238E27FC236}">
                <a16:creationId xmlns:a16="http://schemas.microsoft.com/office/drawing/2014/main" id="{342DA257-903B-48B3-8276-BE1AD890C59F}"/>
              </a:ext>
            </a:extLst>
          </p:cNvPr>
          <p:cNvSpPr>
            <a:spLocks xmlns:a="http://schemas.openxmlformats.org/drawingml/2006/main" noGrp="1"/>
          </p:cNvSpPr>
          <p:nvPr/>
        </p:nvSpPr>
        <p:spPr>
          <a:xfrm xmlns:a="http://schemas.openxmlformats.org/drawingml/2006/main">
            <a:off x="762000" y="60483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5A6A70"/>
                </a:solidFill>
                <a:latin typeface="Arial"/>
                <a:ea typeface="Arial"/>
                <a:cs typeface="Arial"/>
              </a:defRPr>
            </a:defPPr>
            <a:lvl1pPr algn="l">
              <a:defRPr sz="2100" b="0">
                <a:solidFill>
                  <a:srgbClr val="5A6A70"/>
                </a:solidFill>
                <a:latin typeface="Arial"/>
                <a:ea typeface="Arial"/>
                <a:cs typeface="Arial"/>
              </a:defRPr>
            </a:lvl1pPr>
            <a:lvl2pPr algn="l">
              <a:defRPr sz="2100" b="0">
                <a:solidFill>
                  <a:srgbClr val="5A6A70"/>
                </a:solidFill>
                <a:latin typeface="Arial"/>
                <a:ea typeface="Arial"/>
                <a:cs typeface="Arial"/>
              </a:defRPr>
            </a:lvl2pPr>
            <a:lvl3pPr algn="l">
              <a:defRPr sz="2100" b="0">
                <a:solidFill>
                  <a:srgbClr val="5A6A70"/>
                </a:solidFill>
                <a:latin typeface="Arial"/>
                <a:ea typeface="Arial"/>
                <a:cs typeface="Arial"/>
              </a:defRPr>
            </a:lvl3pPr>
            <a:lvl4pPr algn="l">
              <a:defRPr sz="2100" b="0">
                <a:solidFill>
                  <a:srgbClr val="5A6A70"/>
                </a:solidFill>
                <a:latin typeface="Arial"/>
                <a:ea typeface="Arial"/>
                <a:cs typeface="Arial"/>
              </a:defRPr>
            </a:lvl4pPr>
            <a:lvl5pPr algn="l">
              <a:defRPr sz="2100" b="0">
                <a:solidFill>
                  <a:srgbClr val="5A6A70"/>
                </a:solidFill>
                <a:latin typeface="Arial"/>
                <a:ea typeface="Arial"/>
                <a:cs typeface="Arial"/>
              </a:defRPr>
            </a:lvl5pPr>
            <a:lvl6pPr algn="l">
              <a:defRPr sz="2100" b="0">
                <a:solidFill>
                  <a:srgbClr val="5A6A70"/>
                </a:solidFill>
                <a:latin typeface="Arial"/>
                <a:ea typeface="Arial"/>
                <a:cs typeface="Arial"/>
              </a:defRPr>
            </a:lvl6pPr>
            <a:lvl7pPr algn="l">
              <a:defRPr sz="2100" b="0">
                <a:solidFill>
                  <a:srgbClr val="5A6A70"/>
                </a:solidFill>
                <a:latin typeface="Arial"/>
                <a:ea typeface="Arial"/>
                <a:cs typeface="Arial"/>
              </a:defRPr>
            </a:lvl7pPr>
            <a:lvl8pPr algn="l">
              <a:defRPr sz="2100" b="0">
                <a:solidFill>
                  <a:srgbClr val="5A6A70"/>
                </a:solidFill>
                <a:latin typeface="Arial"/>
                <a:ea typeface="Arial"/>
                <a:cs typeface="Arial"/>
              </a:defRPr>
            </a:lvl8pPr>
            <a:lvl9pPr algn="l">
              <a:defRPr sz="2100" b="0">
                <a:solidFill>
                  <a:srgbClr val="5A6A70"/>
                </a:solidFill>
                <a:latin typeface="Arial"/>
                <a:ea typeface="Arial"/>
                <a:cs typeface="Arial"/>
              </a:defRPr>
            </a:lvl9pPr>
          </a:lstStyle>
          <a:p xmlns:a="http://schemas.openxmlformats.org/drawingml/2006/main">
            <a:pPr algn="l">
              <a:defRPr sz="2100" b="0">
                <a:solidFill>
                  <a:srgbClr val="5A6A70"/>
                </a:solidFill>
                <a:latin typeface="Arial"/>
                <a:ea typeface="Arial"/>
                <a:cs typeface="Arial"/>
              </a:defRPr>
            </a:pPr>
            <a:r>
              <a:rPr sz="2100" b="0">
                <a:solidFill>
                  <a:srgbClr val="5A6A70"/>
                </a:solidFill>
                <a:latin typeface="Arial"/>
                <a:ea typeface="Arial"/>
                <a:cs typeface="Arial"/>
              </a:rPr>
              <a:t>DefectDojo Open Source</a:t>
            </a:r>
          </a:p>
        </p:txBody>
      </p:sp>
      <p:sp>
        <p:nvSpPr>
          <p:cNvPr id="15" name="">
            <a:extLst xmlns:a="http://schemas.openxmlformats.org/drawingml/2006/main">
              <a:ext uri="{FF2B5EF4-FFF2-40B4-BE49-F238E27FC236}">
                <a16:creationId xmlns:a16="http://schemas.microsoft.com/office/drawing/2014/main" id="{1A092470-8E88-4572-87EB-9D2EC3678301}"/>
              </a:ext>
            </a:extLst>
          </p:cNvPr>
          <p:cNvSpPr>
            <a:spLocks xmlns:a="http://schemas.openxmlformats.org/drawingml/2006/main" noGrp="1"/>
          </p:cNvSpPr>
          <p:nvPr/>
        </p:nvSpPr>
        <p:spPr>
          <a:xfrm xmlns:a="http://schemas.openxmlformats.org/drawingml/2006/main">
            <a:off x="13814933" y="7524750"/>
            <a:ext cx="577342"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المراجع</a:t>
            </a:r>
          </a:p>
        </p:txBody>
      </p:sp>
      <p:sp>
        <p:nvSpPr>
          <p:cNvPr id="16" name="">
            <a:extLst xmlns:a="http://schemas.openxmlformats.org/drawingml/2006/main">
              <a:ext uri="{FF2B5EF4-FFF2-40B4-BE49-F238E27FC236}">
                <a16:creationId xmlns:a16="http://schemas.microsoft.com/office/drawing/2014/main" id="{CD539723-8F91-452A-9BCA-0AA364463507}"/>
              </a:ext>
            </a:extLst>
          </p:cNvPr>
          <p:cNvSpPr>
            <a:spLocks xmlns:a="http://schemas.openxmlformats.org/drawingml/2006/main" noGrp="1"/>
          </p:cNvSpPr>
          <p:nvPr/>
        </p:nvSpPr>
        <p:spPr>
          <a:xfrm xmlns:a="http://schemas.openxmlformats.org/drawingml/2006/main">
            <a:off x="13283742" y="7524750"/>
            <a:ext cx="46985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الكاملة</a:t>
            </a:r>
          </a:p>
        </p:txBody>
      </p:sp>
      <p:sp>
        <p:nvSpPr>
          <p:cNvPr id="17" name="">
            <a:extLst xmlns:a="http://schemas.openxmlformats.org/drawingml/2006/main">
              <a:ext uri="{FF2B5EF4-FFF2-40B4-BE49-F238E27FC236}">
                <a16:creationId xmlns:a16="http://schemas.microsoft.com/office/drawing/2014/main" id="{CB5A24F1-F790-4634-931F-B7C3D4FB8B2D}"/>
              </a:ext>
            </a:extLst>
          </p:cNvPr>
          <p:cNvSpPr>
            <a:spLocks xmlns:a="http://schemas.openxmlformats.org/drawingml/2006/main" noGrp="1"/>
          </p:cNvSpPr>
          <p:nvPr/>
        </p:nvSpPr>
        <p:spPr>
          <a:xfrm xmlns:a="http://schemas.openxmlformats.org/drawingml/2006/main">
            <a:off x="12524955" y="7524750"/>
            <a:ext cx="697446"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وروابطها</a:t>
            </a:r>
          </a:p>
        </p:txBody>
      </p:sp>
      <p:sp>
        <p:nvSpPr>
          <p:cNvPr id="18" name="">
            <a:extLst xmlns:a="http://schemas.openxmlformats.org/drawingml/2006/main">
              <a:ext uri="{FF2B5EF4-FFF2-40B4-BE49-F238E27FC236}">
                <a16:creationId xmlns:a16="http://schemas.microsoft.com/office/drawing/2014/main" id="{C49B96E3-46AE-4F55-95CE-02B600256F5E}"/>
              </a:ext>
            </a:extLst>
          </p:cNvPr>
          <p:cNvSpPr>
            <a:spLocks xmlns:a="http://schemas.openxmlformats.org/drawingml/2006/main" noGrp="1"/>
          </p:cNvSpPr>
          <p:nvPr/>
        </p:nvSpPr>
        <p:spPr>
          <a:xfrm xmlns:a="http://schemas.openxmlformats.org/drawingml/2006/main">
            <a:off x="12258418" y="7524750"/>
            <a:ext cx="20519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في</a:t>
            </a:r>
          </a:p>
        </p:txBody>
      </p:sp>
      <p:sp>
        <p:nvSpPr>
          <p:cNvPr id="19" name="">
            <a:extLst xmlns:a="http://schemas.openxmlformats.org/drawingml/2006/main">
              <a:ext uri="{FF2B5EF4-FFF2-40B4-BE49-F238E27FC236}">
                <a16:creationId xmlns:a16="http://schemas.microsoft.com/office/drawing/2014/main" id="{E899CE82-3251-4820-A9CA-67B53054F516}"/>
              </a:ext>
            </a:extLst>
          </p:cNvPr>
          <p:cNvSpPr>
            <a:spLocks xmlns:a="http://schemas.openxmlformats.org/drawingml/2006/main" noGrp="1"/>
          </p:cNvSpPr>
          <p:nvPr/>
        </p:nvSpPr>
        <p:spPr>
          <a:xfrm xmlns:a="http://schemas.openxmlformats.org/drawingml/2006/main">
            <a:off x="11697758" y="7524750"/>
            <a:ext cx="499318"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التقرير</a:t>
            </a:r>
          </a:p>
        </p:txBody>
      </p:sp>
      <p:sp>
        <p:nvSpPr>
          <p:cNvPr id="20" name="">
            <a:extLst xmlns:a="http://schemas.openxmlformats.org/drawingml/2006/main">
              <a:ext uri="{FF2B5EF4-FFF2-40B4-BE49-F238E27FC236}">
                <a16:creationId xmlns:a16="http://schemas.microsoft.com/office/drawing/2014/main" id="{51B21700-4FFE-4734-B08E-6BA21221D2DE}"/>
              </a:ext>
            </a:extLst>
          </p:cNvPr>
          <p:cNvSpPr>
            <a:spLocks xmlns:a="http://schemas.openxmlformats.org/drawingml/2006/main" noGrp="1"/>
          </p:cNvSpPr>
          <p:nvPr/>
        </p:nvSpPr>
        <p:spPr>
          <a:xfrm xmlns:a="http://schemas.openxmlformats.org/drawingml/2006/main">
            <a:off x="10663602" y="7524750"/>
            <a:ext cx="97281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والملاحظات؛</a:t>
            </a:r>
          </a:p>
        </p:txBody>
      </p:sp>
      <p:sp>
        <p:nvSpPr>
          <p:cNvPr id="21" name="">
            <a:extLst xmlns:a="http://schemas.openxmlformats.org/drawingml/2006/main">
              <a:ext uri="{FF2B5EF4-FFF2-40B4-BE49-F238E27FC236}">
                <a16:creationId xmlns:a16="http://schemas.microsoft.com/office/drawing/2014/main" id="{FCB7F732-A47D-435F-B5A9-49D0293E0DEF}"/>
              </a:ext>
            </a:extLst>
          </p:cNvPr>
          <p:cNvSpPr>
            <a:spLocks xmlns:a="http://schemas.openxmlformats.org/drawingml/2006/main" noGrp="1"/>
          </p:cNvSpPr>
          <p:nvPr/>
        </p:nvSpPr>
        <p:spPr>
          <a:xfrm xmlns:a="http://schemas.openxmlformats.org/drawingml/2006/main">
            <a:off x="10329869" y="7524750"/>
            <a:ext cx="272393"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سنة</a:t>
            </a:r>
          </a:p>
        </p:txBody>
      </p:sp>
      <p:sp>
        <p:nvSpPr>
          <p:cNvPr id="22" name="">
            <a:extLst xmlns:a="http://schemas.openxmlformats.org/drawingml/2006/main">
              <a:ext uri="{FF2B5EF4-FFF2-40B4-BE49-F238E27FC236}">
                <a16:creationId xmlns:a16="http://schemas.microsoft.com/office/drawing/2014/main" id="{07815911-B6C3-4BB0-A306-FDBABCD96290}"/>
              </a:ext>
            </a:extLst>
          </p:cNvPr>
          <p:cNvSpPr>
            <a:spLocks xmlns:a="http://schemas.openxmlformats.org/drawingml/2006/main" noGrp="1"/>
          </p:cNvSpPr>
          <p:nvPr/>
        </p:nvSpPr>
        <p:spPr>
          <a:xfrm xmlns:a="http://schemas.openxmlformats.org/drawingml/2006/main">
            <a:off x="9875473" y="7524750"/>
            <a:ext cx="393055"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النشر</a:t>
            </a:r>
          </a:p>
        </p:txBody>
      </p:sp>
      <p:sp>
        <p:nvSpPr>
          <p:cNvPr id="23" name="">
            <a:extLst xmlns:a="http://schemas.openxmlformats.org/drawingml/2006/main">
              <a:ext uri="{FF2B5EF4-FFF2-40B4-BE49-F238E27FC236}">
                <a16:creationId xmlns:a16="http://schemas.microsoft.com/office/drawing/2014/main" id="{AF3AE204-3505-413C-9EDB-EA7C91E6FB15}"/>
              </a:ext>
            </a:extLst>
          </p:cNvPr>
          <p:cNvSpPr>
            <a:spLocks xmlns:a="http://schemas.openxmlformats.org/drawingml/2006/main" noGrp="1"/>
          </p:cNvSpPr>
          <p:nvPr/>
        </p:nvSpPr>
        <p:spPr>
          <a:xfrm xmlns:a="http://schemas.openxmlformats.org/drawingml/2006/main">
            <a:off x="9344281" y="7524750"/>
            <a:ext cx="46985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تختلف</a:t>
            </a:r>
          </a:p>
        </p:txBody>
      </p:sp>
      <p:sp>
        <p:nvSpPr>
          <p:cNvPr id="24" name="">
            <a:extLst xmlns:a="http://schemas.openxmlformats.org/drawingml/2006/main">
              <a:ext uri="{FF2B5EF4-FFF2-40B4-BE49-F238E27FC236}">
                <a16:creationId xmlns:a16="http://schemas.microsoft.com/office/drawing/2014/main" id="{1B0B6882-01D5-4947-9930-5449178BF318}"/>
              </a:ext>
            </a:extLst>
          </p:cNvPr>
          <p:cNvSpPr>
            <a:spLocks xmlns:a="http://schemas.openxmlformats.org/drawingml/2006/main" noGrp="1"/>
          </p:cNvSpPr>
          <p:nvPr/>
        </p:nvSpPr>
        <p:spPr>
          <a:xfrm xmlns:a="http://schemas.openxmlformats.org/drawingml/2006/main">
            <a:off x="9032983" y="7524750"/>
            <a:ext cx="249957"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عن</a:t>
            </a:r>
          </a:p>
        </p:txBody>
      </p:sp>
      <p:sp>
        <p:nvSpPr>
          <p:cNvPr id="25" name="">
            <a:extLst xmlns:a="http://schemas.openxmlformats.org/drawingml/2006/main">
              <a:ext uri="{FF2B5EF4-FFF2-40B4-BE49-F238E27FC236}">
                <a16:creationId xmlns:a16="http://schemas.microsoft.com/office/drawing/2014/main" id="{2E8C19B6-20F7-4F79-8001-1484286D981E}"/>
              </a:ext>
            </a:extLst>
          </p:cNvPr>
          <p:cNvSpPr>
            <a:spLocks xmlns:a="http://schemas.openxmlformats.org/drawingml/2006/main" noGrp="1"/>
          </p:cNvSpPr>
          <p:nvPr/>
        </p:nvSpPr>
        <p:spPr>
          <a:xfrm xmlns:a="http://schemas.openxmlformats.org/drawingml/2006/main">
            <a:off x="8668889" y="7524750"/>
            <a:ext cx="30275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فترة</a:t>
            </a:r>
          </a:p>
        </p:txBody>
      </p:sp>
      <p:sp>
        <p:nvSpPr>
          <p:cNvPr id="26" name="">
            <a:extLst xmlns:a="http://schemas.openxmlformats.org/drawingml/2006/main">
              <a:ext uri="{FF2B5EF4-FFF2-40B4-BE49-F238E27FC236}">
                <a16:creationId xmlns:a16="http://schemas.microsoft.com/office/drawing/2014/main" id="{28292918-791C-4FC0-A335-2AE0E46B5B51}"/>
              </a:ext>
            </a:extLst>
          </p:cNvPr>
          <p:cNvSpPr>
            <a:spLocks xmlns:a="http://schemas.openxmlformats.org/drawingml/2006/main" noGrp="1"/>
          </p:cNvSpPr>
          <p:nvPr/>
        </p:nvSpPr>
        <p:spPr>
          <a:xfrm xmlns:a="http://schemas.openxmlformats.org/drawingml/2006/main">
            <a:off x="8067934" y="7524750"/>
            <a:ext cx="539614"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800" b="0">
                <a:solidFill>
                  <a:srgbClr val="5A6A70"/>
                </a:solidFill>
                <a:latin typeface="Arial"/>
                <a:ea typeface="Arial"/>
                <a:cs typeface="Arial"/>
              </a:defRPr>
            </a:defPPr>
            <a:lvl1pPr algn="r">
              <a:defRPr sz="1800" b="0">
                <a:solidFill>
                  <a:srgbClr val="5A6A70"/>
                </a:solidFill>
                <a:latin typeface="Arial"/>
                <a:ea typeface="Arial"/>
                <a:cs typeface="Arial"/>
              </a:defRPr>
            </a:lvl1pPr>
            <a:lvl2pPr algn="r">
              <a:defRPr sz="1800" b="0">
                <a:solidFill>
                  <a:srgbClr val="5A6A70"/>
                </a:solidFill>
                <a:latin typeface="Arial"/>
                <a:ea typeface="Arial"/>
                <a:cs typeface="Arial"/>
              </a:defRPr>
            </a:lvl2pPr>
            <a:lvl3pPr algn="r">
              <a:defRPr sz="1800" b="0">
                <a:solidFill>
                  <a:srgbClr val="5A6A70"/>
                </a:solidFill>
                <a:latin typeface="Arial"/>
                <a:ea typeface="Arial"/>
                <a:cs typeface="Arial"/>
              </a:defRPr>
            </a:lvl3pPr>
            <a:lvl4pPr algn="r">
              <a:defRPr sz="1800" b="0">
                <a:solidFill>
                  <a:srgbClr val="5A6A70"/>
                </a:solidFill>
                <a:latin typeface="Arial"/>
                <a:ea typeface="Arial"/>
                <a:cs typeface="Arial"/>
              </a:defRPr>
            </a:lvl4pPr>
            <a:lvl5pPr algn="r">
              <a:defRPr sz="1800" b="0">
                <a:solidFill>
                  <a:srgbClr val="5A6A70"/>
                </a:solidFill>
                <a:latin typeface="Arial"/>
                <a:ea typeface="Arial"/>
                <a:cs typeface="Arial"/>
              </a:defRPr>
            </a:lvl5pPr>
            <a:lvl6pPr algn="r">
              <a:defRPr sz="1800" b="0">
                <a:solidFill>
                  <a:srgbClr val="5A6A70"/>
                </a:solidFill>
                <a:latin typeface="Arial"/>
                <a:ea typeface="Arial"/>
                <a:cs typeface="Arial"/>
              </a:defRPr>
            </a:lvl6pPr>
            <a:lvl7pPr algn="r">
              <a:defRPr sz="1800" b="0">
                <a:solidFill>
                  <a:srgbClr val="5A6A70"/>
                </a:solidFill>
                <a:latin typeface="Arial"/>
                <a:ea typeface="Arial"/>
                <a:cs typeface="Arial"/>
              </a:defRPr>
            </a:lvl7pPr>
            <a:lvl8pPr algn="r">
              <a:defRPr sz="1800" b="0">
                <a:solidFill>
                  <a:srgbClr val="5A6A70"/>
                </a:solidFill>
                <a:latin typeface="Arial"/>
                <a:ea typeface="Arial"/>
                <a:cs typeface="Arial"/>
              </a:defRPr>
            </a:lvl8pPr>
            <a:lvl9pPr algn="r">
              <a:defRPr sz="1800" b="0">
                <a:solidFill>
                  <a:srgbClr val="5A6A70"/>
                </a:solidFill>
                <a:latin typeface="Arial"/>
                <a:ea typeface="Arial"/>
                <a:cs typeface="Arial"/>
              </a:defRPr>
            </a:lvl9pPr>
          </a:lstStyle>
          <a:p xmlns:a="http://schemas.openxmlformats.org/drawingml/2006/main">
            <a:pPr algn="r">
              <a:defRPr sz="1800" b="0">
                <a:solidFill>
                  <a:srgbClr val="5A6A70"/>
                </a:solidFill>
                <a:latin typeface="Arial"/>
                <a:ea typeface="Arial"/>
                <a:cs typeface="Arial"/>
              </a:defRPr>
            </a:pPr>
            <a:r>
              <a:rPr sz="1800" b="0">
                <a:solidFill>
                  <a:srgbClr val="5A6A70"/>
                </a:solidFill>
                <a:latin typeface="Arial"/>
                <a:ea typeface="Arial"/>
                <a:cs typeface="Arial"/>
              </a:rPr>
              <a:t>البيانات</a:t>
            </a:r>
          </a:p>
        </p:txBody>
      </p:sp>
    </p:spTree>
    <p:extLst>
      <p:ext uri="{BB962C8B-B14F-4D97-AF65-F5344CB8AC3E}">
        <p14:creationId xmlns:p14="http://schemas.microsoft.com/office/powerpoint/2010/main" val="925118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2026-10-28T16:12:05.3040000Z</dcterms:created>
  <dcterms:modified xsi:type="dcterms:W3CDTF">2026-10-28T16:12:05.3040000Z</dcterms:modified>
</coreProperties>
</file>